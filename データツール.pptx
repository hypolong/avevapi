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F8B5EA-D588-4EB0-8430-40DC46E0AD07}" v="91" dt="2026-09-28T07:12:41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龍　海波" userId="0c70dd4b-4004-4767-a5b4-7e4df8389592" providerId="ADAL" clId="{48AEFC7B-7FF2-46A7-897C-2650FC0C3A51}"/>
    <pc:docChg chg="undo custSel addSld modSld">
      <pc:chgData name="龍　海波" userId="0c70dd4b-4004-4767-a5b4-7e4df8389592" providerId="ADAL" clId="{48AEFC7B-7FF2-46A7-897C-2650FC0C3A51}" dt="2026-09-29T00:05:52.663" v="1573" actId="20577"/>
      <pc:docMkLst>
        <pc:docMk/>
      </pc:docMkLst>
      <pc:sldChg chg="addSp delSp modSp mod">
        <pc:chgData name="龍　海波" userId="0c70dd4b-4004-4767-a5b4-7e4df8389592" providerId="ADAL" clId="{48AEFC7B-7FF2-46A7-897C-2650FC0C3A51}" dt="2026-09-28T04:35:44.148" v="1144" actId="22"/>
        <pc:sldMkLst>
          <pc:docMk/>
          <pc:sldMk cId="4037054565" sldId="256"/>
        </pc:sldMkLst>
        <pc:spChg chg="add del">
          <ac:chgData name="龍　海波" userId="0c70dd4b-4004-4767-a5b4-7e4df8389592" providerId="ADAL" clId="{48AEFC7B-7FF2-46A7-897C-2650FC0C3A51}" dt="2026-09-28T04:35:44.148" v="1144" actId="22"/>
          <ac:spMkLst>
            <pc:docMk/>
            <pc:sldMk cId="4037054565" sldId="256"/>
            <ac:spMk id="3" creationId="{8D4EC5DA-DE88-E8D2-405D-3E72E9E74CA2}"/>
          </ac:spMkLst>
        </pc:spChg>
        <pc:spChg chg="add mod">
          <ac:chgData name="龍　海波" userId="0c70dd4b-4004-4767-a5b4-7e4df8389592" providerId="ADAL" clId="{48AEFC7B-7FF2-46A7-897C-2650FC0C3A51}" dt="2026-09-24T04:03:14.334" v="1059" actId="20577"/>
          <ac:spMkLst>
            <pc:docMk/>
            <pc:sldMk cId="4037054565" sldId="256"/>
            <ac:spMk id="4" creationId="{89E1F7CD-C1E6-31C4-60F7-00BC00E7D437}"/>
          </ac:spMkLst>
        </pc:spChg>
        <pc:spChg chg="add mod">
          <ac:chgData name="龍　海波" userId="0c70dd4b-4004-4767-a5b4-7e4df8389592" providerId="ADAL" clId="{48AEFC7B-7FF2-46A7-897C-2650FC0C3A51}" dt="2026-09-24T04:03:18.504" v="1063" actId="20577"/>
          <ac:spMkLst>
            <pc:docMk/>
            <pc:sldMk cId="4037054565" sldId="256"/>
            <ac:spMk id="5" creationId="{244DECB0-7774-4120-9894-D32AA302F05D}"/>
          </ac:spMkLst>
        </pc:spChg>
        <pc:spChg chg="add mod">
          <ac:chgData name="龍　海波" userId="0c70dd4b-4004-4767-a5b4-7e4df8389592" providerId="ADAL" clId="{48AEFC7B-7FF2-46A7-897C-2650FC0C3A51}" dt="2026-09-24T04:25:04.595" v="1088" actId="1076"/>
          <ac:spMkLst>
            <pc:docMk/>
            <pc:sldMk cId="4037054565" sldId="256"/>
            <ac:spMk id="6" creationId="{9A76E89D-6B80-827C-FE3B-5203483B7246}"/>
          </ac:spMkLst>
        </pc:spChg>
        <pc:spChg chg="add mod">
          <ac:chgData name="龍　海波" userId="0c70dd4b-4004-4767-a5b4-7e4df8389592" providerId="ADAL" clId="{48AEFC7B-7FF2-46A7-897C-2650FC0C3A51}" dt="2026-09-24T04:26:29.556" v="1132" actId="113"/>
          <ac:spMkLst>
            <pc:docMk/>
            <pc:sldMk cId="4037054565" sldId="256"/>
            <ac:spMk id="7" creationId="{9DB44271-8DC8-5146-ABC5-173EE6DE61CC}"/>
          </ac:spMkLst>
        </pc:spChg>
        <pc:spChg chg="add mod">
          <ac:chgData name="龍　海波" userId="0c70dd4b-4004-4767-a5b4-7e4df8389592" providerId="ADAL" clId="{48AEFC7B-7FF2-46A7-897C-2650FC0C3A51}" dt="2026-09-24T04:26:41.784" v="1142" actId="20577"/>
          <ac:spMkLst>
            <pc:docMk/>
            <pc:sldMk cId="4037054565" sldId="256"/>
            <ac:spMk id="8" creationId="{CEC61D93-A52B-840F-267A-26DD593F973B}"/>
          </ac:spMkLst>
        </pc:spChg>
        <pc:spChg chg="mod">
          <ac:chgData name="龍　海波" userId="0c70dd4b-4004-4767-a5b4-7e4df8389592" providerId="ADAL" clId="{48AEFC7B-7FF2-46A7-897C-2650FC0C3A51}" dt="2026-09-18T09:07:09.967" v="958" actId="108"/>
          <ac:spMkLst>
            <pc:docMk/>
            <pc:sldMk cId="4037054565" sldId="256"/>
            <ac:spMk id="22" creationId="{831C735B-2633-A5FF-523C-38A99ADC9CD7}"/>
          </ac:spMkLst>
        </pc:spChg>
        <pc:spChg chg="mod">
          <ac:chgData name="龍　海波" userId="0c70dd4b-4004-4767-a5b4-7e4df8389592" providerId="ADAL" clId="{48AEFC7B-7FF2-46A7-897C-2650FC0C3A51}" dt="2026-09-18T09:03:16.734" v="918" actId="1076"/>
          <ac:spMkLst>
            <pc:docMk/>
            <pc:sldMk cId="4037054565" sldId="256"/>
            <ac:spMk id="23" creationId="{169A27CE-F98E-2781-8924-F0BE24683E2D}"/>
          </ac:spMkLst>
        </pc:spChg>
        <pc:spChg chg="mod">
          <ac:chgData name="龍　海波" userId="0c70dd4b-4004-4767-a5b4-7e4df8389592" providerId="ADAL" clId="{48AEFC7B-7FF2-46A7-897C-2650FC0C3A51}" dt="2026-09-18T08:42:41.967" v="249" actId="1076"/>
          <ac:spMkLst>
            <pc:docMk/>
            <pc:sldMk cId="4037054565" sldId="256"/>
            <ac:spMk id="24" creationId="{54A2F585-F454-4937-9FC3-5AE54AF76D96}"/>
          </ac:spMkLst>
        </pc:spChg>
        <pc:spChg chg="mod">
          <ac:chgData name="龍　海波" userId="0c70dd4b-4004-4767-a5b4-7e4df8389592" providerId="ADAL" clId="{48AEFC7B-7FF2-46A7-897C-2650FC0C3A51}" dt="2026-09-18T08:38:56.877" v="81" actId="255"/>
          <ac:spMkLst>
            <pc:docMk/>
            <pc:sldMk cId="4037054565" sldId="256"/>
            <ac:spMk id="25" creationId="{87B4911B-276A-454B-E133-6395225B227F}"/>
          </ac:spMkLst>
        </pc:spChg>
        <pc:spChg chg="mod">
          <ac:chgData name="龍　海波" userId="0c70dd4b-4004-4767-a5b4-7e4df8389592" providerId="ADAL" clId="{48AEFC7B-7FF2-46A7-897C-2650FC0C3A51}" dt="2026-09-18T09:07:12.268" v="960" actId="108"/>
          <ac:spMkLst>
            <pc:docMk/>
            <pc:sldMk cId="4037054565" sldId="256"/>
            <ac:spMk id="28" creationId="{6042F402-67C2-4FA3-A990-F6F4C88E1F85}"/>
          </ac:spMkLst>
        </pc:spChg>
        <pc:spChg chg="add mod">
          <ac:chgData name="龍　海波" userId="0c70dd4b-4004-4767-a5b4-7e4df8389592" providerId="ADAL" clId="{48AEFC7B-7FF2-46A7-897C-2650FC0C3A51}" dt="2026-09-18T09:07:08.741" v="957" actId="108"/>
          <ac:spMkLst>
            <pc:docMk/>
            <pc:sldMk cId="4037054565" sldId="256"/>
            <ac:spMk id="48" creationId="{E4638070-0FC2-B569-DD05-50E874BD730A}"/>
          </ac:spMkLst>
        </pc:spChg>
        <pc:spChg chg="add mod">
          <ac:chgData name="龍　海波" userId="0c70dd4b-4004-4767-a5b4-7e4df8389592" providerId="ADAL" clId="{48AEFC7B-7FF2-46A7-897C-2650FC0C3A51}" dt="2026-09-18T08:37:23.636" v="35" actId="1076"/>
          <ac:spMkLst>
            <pc:docMk/>
            <pc:sldMk cId="4037054565" sldId="256"/>
            <ac:spMk id="49" creationId="{2B319E73-08E7-1BD8-A87F-A0CF415DDE05}"/>
          </ac:spMkLst>
        </pc:spChg>
        <pc:spChg chg="add mod">
          <ac:chgData name="龍　海波" userId="0c70dd4b-4004-4767-a5b4-7e4df8389592" providerId="ADAL" clId="{48AEFC7B-7FF2-46A7-897C-2650FC0C3A51}" dt="2026-09-18T08:40:18.174" v="148" actId="1035"/>
          <ac:spMkLst>
            <pc:docMk/>
            <pc:sldMk cId="4037054565" sldId="256"/>
            <ac:spMk id="51" creationId="{ECE65C94-A4E4-46B5-A8F7-6A056FB3F488}"/>
          </ac:spMkLst>
        </pc:spChg>
        <pc:spChg chg="add mod">
          <ac:chgData name="龍　海波" userId="0c70dd4b-4004-4767-a5b4-7e4df8389592" providerId="ADAL" clId="{48AEFC7B-7FF2-46A7-897C-2650FC0C3A51}" dt="2026-09-18T09:07:03.784" v="956" actId="207"/>
          <ac:spMkLst>
            <pc:docMk/>
            <pc:sldMk cId="4037054565" sldId="256"/>
            <ac:spMk id="58" creationId="{8F6D7A28-A6DC-7269-3E33-B487387813B4}"/>
          </ac:spMkLst>
        </pc:spChg>
        <pc:spChg chg="add mod">
          <ac:chgData name="龍　海波" userId="0c70dd4b-4004-4767-a5b4-7e4df8389592" providerId="ADAL" clId="{48AEFC7B-7FF2-46A7-897C-2650FC0C3A51}" dt="2026-09-18T08:37:23.636" v="35" actId="1076"/>
          <ac:spMkLst>
            <pc:docMk/>
            <pc:sldMk cId="4037054565" sldId="256"/>
            <ac:spMk id="59" creationId="{09AE63E0-B24B-660C-45EF-749D5A5B7A2E}"/>
          </ac:spMkLst>
        </pc:spChg>
        <pc:spChg chg="add mod">
          <ac:chgData name="龍　海波" userId="0c70dd4b-4004-4767-a5b4-7e4df8389592" providerId="ADAL" clId="{48AEFC7B-7FF2-46A7-897C-2650FC0C3A51}" dt="2026-09-18T09:07:11.187" v="959" actId="108"/>
          <ac:spMkLst>
            <pc:docMk/>
            <pc:sldMk cId="4037054565" sldId="256"/>
            <ac:spMk id="66" creationId="{B660CA40-A3D0-DE57-D4E2-D0F3CB8116AE}"/>
          </ac:spMkLst>
        </pc:spChg>
        <pc:spChg chg="add mod">
          <ac:chgData name="龍　海波" userId="0c70dd4b-4004-4767-a5b4-7e4df8389592" providerId="ADAL" clId="{48AEFC7B-7FF2-46A7-897C-2650FC0C3A51}" dt="2026-09-18T09:03:34.169" v="924" actId="1076"/>
          <ac:spMkLst>
            <pc:docMk/>
            <pc:sldMk cId="4037054565" sldId="256"/>
            <ac:spMk id="70" creationId="{BF4798C7-ECFE-FFC8-14B4-14E9D03DAE5F}"/>
          </ac:spMkLst>
        </pc:spChg>
        <pc:spChg chg="add mod">
          <ac:chgData name="龍　海波" userId="0c70dd4b-4004-4767-a5b4-7e4df8389592" providerId="ADAL" clId="{48AEFC7B-7FF2-46A7-897C-2650FC0C3A51}" dt="2026-09-18T08:40:23.045" v="165" actId="1035"/>
          <ac:spMkLst>
            <pc:docMk/>
            <pc:sldMk cId="4037054565" sldId="256"/>
            <ac:spMk id="73" creationId="{2F217290-C5E2-59D6-7CBE-8CF679FCAB1E}"/>
          </ac:spMkLst>
        </pc:spChg>
        <pc:spChg chg="add mod">
          <ac:chgData name="龍　海波" userId="0c70dd4b-4004-4767-a5b4-7e4df8389592" providerId="ADAL" clId="{48AEFC7B-7FF2-46A7-897C-2650FC0C3A51}" dt="2026-09-18T08:46:06.712" v="317" actId="20577"/>
          <ac:spMkLst>
            <pc:docMk/>
            <pc:sldMk cId="4037054565" sldId="256"/>
            <ac:spMk id="75" creationId="{5A1F63B6-0ABC-6471-BB4C-1E71DC99D48D}"/>
          </ac:spMkLst>
        </pc:spChg>
        <pc:spChg chg="add mod">
          <ac:chgData name="龍　海波" userId="0c70dd4b-4004-4767-a5b4-7e4df8389592" providerId="ADAL" clId="{48AEFC7B-7FF2-46A7-897C-2650FC0C3A51}" dt="2026-09-18T08:45:59.722" v="314" actId="20577"/>
          <ac:spMkLst>
            <pc:docMk/>
            <pc:sldMk cId="4037054565" sldId="256"/>
            <ac:spMk id="76" creationId="{E936FBEB-E643-6A47-1B52-0EA0047CD466}"/>
          </ac:spMkLst>
        </pc:spChg>
        <pc:spChg chg="add mod">
          <ac:chgData name="龍　海波" userId="0c70dd4b-4004-4767-a5b4-7e4df8389592" providerId="ADAL" clId="{48AEFC7B-7FF2-46A7-897C-2650FC0C3A51}" dt="2026-09-18T08:46:10.404" v="320" actId="20577"/>
          <ac:spMkLst>
            <pc:docMk/>
            <pc:sldMk cId="4037054565" sldId="256"/>
            <ac:spMk id="77" creationId="{42F75B50-0F00-34FB-D8AC-4914752C3C67}"/>
          </ac:spMkLst>
        </pc:spChg>
        <pc:spChg chg="add mod">
          <ac:chgData name="龍　海波" userId="0c70dd4b-4004-4767-a5b4-7e4df8389592" providerId="ADAL" clId="{48AEFC7B-7FF2-46A7-897C-2650FC0C3A51}" dt="2026-09-18T08:40:52.128" v="178" actId="571"/>
          <ac:spMkLst>
            <pc:docMk/>
            <pc:sldMk cId="4037054565" sldId="256"/>
            <ac:spMk id="86" creationId="{920308EC-B8A0-89CE-2DD5-18B74EB09E58}"/>
          </ac:spMkLst>
        </pc:spChg>
        <pc:spChg chg="add mod">
          <ac:chgData name="龍　海波" userId="0c70dd4b-4004-4767-a5b4-7e4df8389592" providerId="ADAL" clId="{48AEFC7B-7FF2-46A7-897C-2650FC0C3A51}" dt="2026-09-18T08:40:54.850" v="179" actId="571"/>
          <ac:spMkLst>
            <pc:docMk/>
            <pc:sldMk cId="4037054565" sldId="256"/>
            <ac:spMk id="93" creationId="{3DD83674-1F46-1C61-C679-F5FABC1677BC}"/>
          </ac:spMkLst>
        </pc:spChg>
        <pc:spChg chg="add mod">
          <ac:chgData name="龍　海波" userId="0c70dd4b-4004-4767-a5b4-7e4df8389592" providerId="ADAL" clId="{48AEFC7B-7FF2-46A7-897C-2650FC0C3A51}" dt="2026-09-24T04:12:22.693" v="1065" actId="1036"/>
          <ac:spMkLst>
            <pc:docMk/>
            <pc:sldMk cId="4037054565" sldId="256"/>
            <ac:spMk id="95" creationId="{35458FA8-3539-B6A6-0498-C84E62D37EEC}"/>
          </ac:spMkLst>
        </pc:spChg>
        <pc:spChg chg="add mod">
          <ac:chgData name="龍　海波" userId="0c70dd4b-4004-4767-a5b4-7e4df8389592" providerId="ADAL" clId="{48AEFC7B-7FF2-46A7-897C-2650FC0C3A51}" dt="2026-09-18T08:41:05.276" v="181" actId="571"/>
          <ac:spMkLst>
            <pc:docMk/>
            <pc:sldMk cId="4037054565" sldId="256"/>
            <ac:spMk id="96" creationId="{9547E809-CE4F-918D-2FF7-453B4197CA62}"/>
          </ac:spMkLst>
        </pc:spChg>
        <pc:spChg chg="add mod">
          <ac:chgData name="龍　海波" userId="0c70dd4b-4004-4767-a5b4-7e4df8389592" providerId="ADAL" clId="{48AEFC7B-7FF2-46A7-897C-2650FC0C3A51}" dt="2026-09-24T04:03:09.093" v="1055" actId="20577"/>
          <ac:spMkLst>
            <pc:docMk/>
            <pc:sldMk cId="4037054565" sldId="256"/>
            <ac:spMk id="103" creationId="{7CB5169E-6E79-A420-51B0-A9E5F5E568EA}"/>
          </ac:spMkLst>
        </pc:spChg>
        <pc:spChg chg="add mod">
          <ac:chgData name="龍　海波" userId="0c70dd4b-4004-4767-a5b4-7e4df8389592" providerId="ADAL" clId="{48AEFC7B-7FF2-46A7-897C-2650FC0C3A51}" dt="2026-09-18T08:46:52.600" v="356" actId="1076"/>
          <ac:spMkLst>
            <pc:docMk/>
            <pc:sldMk cId="4037054565" sldId="256"/>
            <ac:spMk id="105" creationId="{413B41BE-3D5F-DD0C-9F8F-79BECB7F55B7}"/>
          </ac:spMkLst>
        </pc:spChg>
        <pc:spChg chg="add mod">
          <ac:chgData name="龍　海波" userId="0c70dd4b-4004-4767-a5b4-7e4df8389592" providerId="ADAL" clId="{48AEFC7B-7FF2-46A7-897C-2650FC0C3A51}" dt="2026-09-18T08:48:09.844" v="422" actId="571"/>
          <ac:spMkLst>
            <pc:docMk/>
            <pc:sldMk cId="4037054565" sldId="256"/>
            <ac:spMk id="107" creationId="{463E7BB3-A431-F4E8-2E5C-DD9BF0B3993A}"/>
          </ac:spMkLst>
        </pc:spChg>
        <pc:spChg chg="add mod">
          <ac:chgData name="龍　海波" userId="0c70dd4b-4004-4767-a5b4-7e4df8389592" providerId="ADAL" clId="{48AEFC7B-7FF2-46A7-897C-2650FC0C3A51}" dt="2026-09-18T08:50:10.829" v="519" actId="1076"/>
          <ac:spMkLst>
            <pc:docMk/>
            <pc:sldMk cId="4037054565" sldId="256"/>
            <ac:spMk id="109" creationId="{12B21117-30AE-5B8D-41AA-408347734F6F}"/>
          </ac:spMkLst>
        </pc:spChg>
        <pc:spChg chg="add mod">
          <ac:chgData name="龍　海波" userId="0c70dd4b-4004-4767-a5b4-7e4df8389592" providerId="ADAL" clId="{48AEFC7B-7FF2-46A7-897C-2650FC0C3A51}" dt="2026-09-18T09:07:39.696" v="962" actId="207"/>
          <ac:spMkLst>
            <pc:docMk/>
            <pc:sldMk cId="4037054565" sldId="256"/>
            <ac:spMk id="110" creationId="{C477A9D1-678B-4145-EDB8-5D105656EBA9}"/>
          </ac:spMkLst>
        </pc:spChg>
        <pc:spChg chg="add mod">
          <ac:chgData name="龍　海波" userId="0c70dd4b-4004-4767-a5b4-7e4df8389592" providerId="ADAL" clId="{48AEFC7B-7FF2-46A7-897C-2650FC0C3A51}" dt="2026-09-18T09:08:13.155" v="964" actId="14100"/>
          <ac:spMkLst>
            <pc:docMk/>
            <pc:sldMk cId="4037054565" sldId="256"/>
            <ac:spMk id="112" creationId="{0A7BB644-ECEF-4682-745B-B9557477F7FD}"/>
          </ac:spMkLst>
        </pc:spChg>
        <pc:spChg chg="add mod">
          <ac:chgData name="龍　海波" userId="0c70dd4b-4004-4767-a5b4-7e4df8389592" providerId="ADAL" clId="{48AEFC7B-7FF2-46A7-897C-2650FC0C3A51}" dt="2026-09-18T09:08:09.649" v="963" actId="207"/>
          <ac:spMkLst>
            <pc:docMk/>
            <pc:sldMk cId="4037054565" sldId="256"/>
            <ac:spMk id="113" creationId="{02E77DAA-C595-D1E9-C57B-6309E34FD88B}"/>
          </ac:spMkLst>
        </pc:spChg>
        <pc:spChg chg="add mod">
          <ac:chgData name="龍　海波" userId="0c70dd4b-4004-4767-a5b4-7e4df8389592" providerId="ADAL" clId="{48AEFC7B-7FF2-46A7-897C-2650FC0C3A51}" dt="2026-09-18T09:08:09.649" v="963" actId="207"/>
          <ac:spMkLst>
            <pc:docMk/>
            <pc:sldMk cId="4037054565" sldId="256"/>
            <ac:spMk id="114" creationId="{BF947AE6-B097-69DD-F15B-C7461650593B}"/>
          </ac:spMkLst>
        </pc:spChg>
        <pc:spChg chg="add mod">
          <ac:chgData name="龍　海波" userId="0c70dd4b-4004-4767-a5b4-7e4df8389592" providerId="ADAL" clId="{48AEFC7B-7FF2-46A7-897C-2650FC0C3A51}" dt="2026-09-18T09:08:09.649" v="963" actId="207"/>
          <ac:spMkLst>
            <pc:docMk/>
            <pc:sldMk cId="4037054565" sldId="256"/>
            <ac:spMk id="115" creationId="{5E4F5440-6F44-D2D5-32EC-DBCE97C8FE1F}"/>
          </ac:spMkLst>
        </pc:spChg>
        <pc:spChg chg="add mod">
          <ac:chgData name="龍　海波" userId="0c70dd4b-4004-4767-a5b4-7e4df8389592" providerId="ADAL" clId="{48AEFC7B-7FF2-46A7-897C-2650FC0C3A51}" dt="2026-09-18T09:07:39.696" v="962" actId="207"/>
          <ac:spMkLst>
            <pc:docMk/>
            <pc:sldMk cId="4037054565" sldId="256"/>
            <ac:spMk id="116" creationId="{AA038890-425A-AA84-B69B-0AEFC1E38381}"/>
          </ac:spMkLst>
        </pc:spChg>
        <pc:spChg chg="add mod">
          <ac:chgData name="龍　海波" userId="0c70dd4b-4004-4767-a5b4-7e4df8389592" providerId="ADAL" clId="{48AEFC7B-7FF2-46A7-897C-2650FC0C3A51}" dt="2026-09-18T09:07:39.696" v="962" actId="207"/>
          <ac:spMkLst>
            <pc:docMk/>
            <pc:sldMk cId="4037054565" sldId="256"/>
            <ac:spMk id="117" creationId="{5647FC7C-876D-34F4-9E2D-728D63C225C4}"/>
          </ac:spMkLst>
        </pc:spChg>
        <pc:spChg chg="add mod">
          <ac:chgData name="龍　海波" userId="0c70dd4b-4004-4767-a5b4-7e4df8389592" providerId="ADAL" clId="{48AEFC7B-7FF2-46A7-897C-2650FC0C3A51}" dt="2026-09-18T08:54:33.065" v="619" actId="571"/>
          <ac:spMkLst>
            <pc:docMk/>
            <pc:sldMk cId="4037054565" sldId="256"/>
            <ac:spMk id="118" creationId="{373C1791-1408-124B-29E2-D1238036B284}"/>
          </ac:spMkLst>
        </pc:spChg>
        <pc:spChg chg="add mod">
          <ac:chgData name="龍　海波" userId="0c70dd4b-4004-4767-a5b4-7e4df8389592" providerId="ADAL" clId="{48AEFC7B-7FF2-46A7-897C-2650FC0C3A51}" dt="2026-09-18T09:08:09.649" v="963" actId="207"/>
          <ac:spMkLst>
            <pc:docMk/>
            <pc:sldMk cId="4037054565" sldId="256"/>
            <ac:spMk id="119" creationId="{13F5EE70-B656-55FE-9C78-2394625363D2}"/>
          </ac:spMkLst>
        </pc:spChg>
        <pc:spChg chg="add mod">
          <ac:chgData name="龍　海波" userId="0c70dd4b-4004-4767-a5b4-7e4df8389592" providerId="ADAL" clId="{48AEFC7B-7FF2-46A7-897C-2650FC0C3A51}" dt="2026-09-18T09:03:47.050" v="926" actId="1076"/>
          <ac:spMkLst>
            <pc:docMk/>
            <pc:sldMk cId="4037054565" sldId="256"/>
            <ac:spMk id="121" creationId="{182588FD-D208-7689-E363-2F4C62071E66}"/>
          </ac:spMkLst>
        </pc:spChg>
        <pc:spChg chg="add mod">
          <ac:chgData name="龍　海波" userId="0c70dd4b-4004-4767-a5b4-7e4df8389592" providerId="ADAL" clId="{48AEFC7B-7FF2-46A7-897C-2650FC0C3A51}" dt="2026-09-18T09:03:47.050" v="926" actId="1076"/>
          <ac:spMkLst>
            <pc:docMk/>
            <pc:sldMk cId="4037054565" sldId="256"/>
            <ac:spMk id="123" creationId="{68873FC4-8477-AB5E-4F55-285797D4195A}"/>
          </ac:spMkLst>
        </pc:spChg>
        <pc:spChg chg="add mod">
          <ac:chgData name="龍　海波" userId="0c70dd4b-4004-4767-a5b4-7e4df8389592" providerId="ADAL" clId="{48AEFC7B-7FF2-46A7-897C-2650FC0C3A51}" dt="2026-09-18T09:04:00.548" v="944" actId="14100"/>
          <ac:spMkLst>
            <pc:docMk/>
            <pc:sldMk cId="4037054565" sldId="256"/>
            <ac:spMk id="131" creationId="{C9F868FE-A218-16AD-BDEA-DC39FB0E7AD5}"/>
          </ac:spMkLst>
        </pc:spChg>
        <pc:picChg chg="mod">
          <ac:chgData name="龍　海波" userId="0c70dd4b-4004-4767-a5b4-7e4df8389592" providerId="ADAL" clId="{48AEFC7B-7FF2-46A7-897C-2650FC0C3A51}" dt="2026-09-18T08:37:23.636" v="35" actId="1076"/>
          <ac:picMkLst>
            <pc:docMk/>
            <pc:sldMk cId="4037054565" sldId="256"/>
            <ac:picMk id="20" creationId="{B32585FD-00CE-1CB6-6386-F11D3A713DEA}"/>
          </ac:picMkLst>
        </pc:picChg>
        <pc:picChg chg="mod">
          <ac:chgData name="龍　海波" userId="0c70dd4b-4004-4767-a5b4-7e4df8389592" providerId="ADAL" clId="{48AEFC7B-7FF2-46A7-897C-2650FC0C3A51}" dt="2026-09-18T08:35:23.843" v="5" actId="1076"/>
          <ac:picMkLst>
            <pc:docMk/>
            <pc:sldMk cId="4037054565" sldId="256"/>
            <ac:picMk id="21" creationId="{3B12CBFA-D03A-1F19-5778-827CCACB8BED}"/>
          </ac:picMkLst>
        </pc:picChg>
        <pc:picChg chg="mod">
          <ac:chgData name="龍　海波" userId="0c70dd4b-4004-4767-a5b4-7e4df8389592" providerId="ADAL" clId="{48AEFC7B-7FF2-46A7-897C-2650FC0C3A51}" dt="2026-09-18T08:35:12.016" v="4" actId="1076"/>
          <ac:picMkLst>
            <pc:docMk/>
            <pc:sldMk cId="4037054565" sldId="256"/>
            <ac:picMk id="27" creationId="{48F015E2-7332-5BF8-574D-FFE8D0069843}"/>
          </ac:picMkLst>
        </pc:picChg>
        <pc:picChg chg="add mod">
          <ac:chgData name="龍　海波" userId="0c70dd4b-4004-4767-a5b4-7e4df8389592" providerId="ADAL" clId="{48AEFC7B-7FF2-46A7-897C-2650FC0C3A51}" dt="2026-09-18T08:36:46.839" v="31" actId="1038"/>
          <ac:picMkLst>
            <pc:docMk/>
            <pc:sldMk cId="4037054565" sldId="256"/>
            <ac:picMk id="47" creationId="{574B38DA-0E00-7155-55FF-8BD5453F1CAC}"/>
          </ac:picMkLst>
        </pc:picChg>
        <pc:picChg chg="add mod">
          <ac:chgData name="龍　海波" userId="0c70dd4b-4004-4767-a5b4-7e4df8389592" providerId="ADAL" clId="{48AEFC7B-7FF2-46A7-897C-2650FC0C3A51}" dt="2026-09-18T08:40:18.174" v="148" actId="1035"/>
          <ac:picMkLst>
            <pc:docMk/>
            <pc:sldMk cId="4037054565" sldId="256"/>
            <ac:picMk id="52" creationId="{5ADBCD0E-31B2-0FCF-A76B-239BEF99C913}"/>
          </ac:picMkLst>
        </pc:picChg>
        <pc:picChg chg="add mod">
          <ac:chgData name="龍　海波" userId="0c70dd4b-4004-4767-a5b4-7e4df8389592" providerId="ADAL" clId="{48AEFC7B-7FF2-46A7-897C-2650FC0C3A51}" dt="2026-09-18T08:40:18.174" v="148" actId="1035"/>
          <ac:picMkLst>
            <pc:docMk/>
            <pc:sldMk cId="4037054565" sldId="256"/>
            <ac:picMk id="54" creationId="{ABB05D63-5FD9-5393-112C-4435EC27BFC8}"/>
          </ac:picMkLst>
        </pc:picChg>
        <pc:picChg chg="add mod">
          <ac:chgData name="龍　海波" userId="0c70dd4b-4004-4767-a5b4-7e4df8389592" providerId="ADAL" clId="{48AEFC7B-7FF2-46A7-897C-2650FC0C3A51}" dt="2026-09-18T08:40:18.174" v="148" actId="1035"/>
          <ac:picMkLst>
            <pc:docMk/>
            <pc:sldMk cId="4037054565" sldId="256"/>
            <ac:picMk id="55" creationId="{EAB6666C-BAC5-39D2-9EB2-38D048BCAA52}"/>
          </ac:picMkLst>
        </pc:picChg>
        <pc:picChg chg="add mod">
          <ac:chgData name="龍　海波" userId="0c70dd4b-4004-4767-a5b4-7e4df8389592" providerId="ADAL" clId="{48AEFC7B-7FF2-46A7-897C-2650FC0C3A51}" dt="2026-09-18T08:36:36.187" v="26" actId="571"/>
          <ac:picMkLst>
            <pc:docMk/>
            <pc:sldMk cId="4037054565" sldId="256"/>
            <ac:picMk id="57" creationId="{3BF7FB28-0403-4951-5FC6-0090810AA905}"/>
          </ac:picMkLst>
        </pc:picChg>
        <pc:picChg chg="add mod">
          <ac:chgData name="龍　海波" userId="0c70dd4b-4004-4767-a5b4-7e4df8389592" providerId="ADAL" clId="{48AEFC7B-7FF2-46A7-897C-2650FC0C3A51}" dt="2026-09-18T08:38:00.307" v="41" actId="1076"/>
          <ac:picMkLst>
            <pc:docMk/>
            <pc:sldMk cId="4037054565" sldId="256"/>
            <ac:picMk id="68" creationId="{9987E4FB-F07A-8018-B10B-EC07CA50889C}"/>
          </ac:picMkLst>
        </pc:picChg>
        <pc:picChg chg="add mod ord">
          <ac:chgData name="龍　海波" userId="0c70dd4b-4004-4767-a5b4-7e4df8389592" providerId="ADAL" clId="{48AEFC7B-7FF2-46A7-897C-2650FC0C3A51}" dt="2026-09-18T08:41:26.281" v="185" actId="166"/>
          <ac:picMkLst>
            <pc:docMk/>
            <pc:sldMk cId="4037054565" sldId="256"/>
            <ac:picMk id="72" creationId="{C664D6B0-B44D-6C32-1C01-858147E83732}"/>
          </ac:picMkLst>
        </pc:picChg>
        <pc:picChg chg="add mod">
          <ac:chgData name="龍　海波" userId="0c70dd4b-4004-4767-a5b4-7e4df8389592" providerId="ADAL" clId="{48AEFC7B-7FF2-46A7-897C-2650FC0C3A51}" dt="2026-09-18T08:40:52.128" v="178" actId="571"/>
          <ac:picMkLst>
            <pc:docMk/>
            <pc:sldMk cId="4037054565" sldId="256"/>
            <ac:picMk id="81" creationId="{6256D046-C703-848C-4DC6-771145B7812A}"/>
          </ac:picMkLst>
        </pc:picChg>
        <pc:picChg chg="add mod">
          <ac:chgData name="龍　海波" userId="0c70dd4b-4004-4767-a5b4-7e4df8389592" providerId="ADAL" clId="{48AEFC7B-7FF2-46A7-897C-2650FC0C3A51}" dt="2026-09-18T08:40:52.128" v="178" actId="571"/>
          <ac:picMkLst>
            <pc:docMk/>
            <pc:sldMk cId="4037054565" sldId="256"/>
            <ac:picMk id="83" creationId="{92361EBB-EFAB-75B4-009C-58A7D66E9635}"/>
          </ac:picMkLst>
        </pc:picChg>
        <pc:picChg chg="add mod">
          <ac:chgData name="龍　海波" userId="0c70dd4b-4004-4767-a5b4-7e4df8389592" providerId="ADAL" clId="{48AEFC7B-7FF2-46A7-897C-2650FC0C3A51}" dt="2026-09-18T08:40:52.128" v="178" actId="571"/>
          <ac:picMkLst>
            <pc:docMk/>
            <pc:sldMk cId="4037054565" sldId="256"/>
            <ac:picMk id="84" creationId="{C9B758DA-A8BF-5DAB-7367-69431B0E31BA}"/>
          </ac:picMkLst>
        </pc:picChg>
        <pc:picChg chg="add mod ord">
          <ac:chgData name="龍　海波" userId="0c70dd4b-4004-4767-a5b4-7e4df8389592" providerId="ADAL" clId="{48AEFC7B-7FF2-46A7-897C-2650FC0C3A51}" dt="2026-09-18T08:41:38.894" v="188" actId="166"/>
          <ac:picMkLst>
            <pc:docMk/>
            <pc:sldMk cId="4037054565" sldId="256"/>
            <ac:picMk id="85" creationId="{1E6118D4-F578-4C04-9C88-FE4C0F73D2D7}"/>
          </ac:picMkLst>
        </pc:picChg>
        <pc:picChg chg="add mod">
          <ac:chgData name="龍　海波" userId="0c70dd4b-4004-4767-a5b4-7e4df8389592" providerId="ADAL" clId="{48AEFC7B-7FF2-46A7-897C-2650FC0C3A51}" dt="2026-09-18T08:40:54.850" v="179" actId="571"/>
          <ac:picMkLst>
            <pc:docMk/>
            <pc:sldMk cId="4037054565" sldId="256"/>
            <ac:picMk id="88" creationId="{32C97EAD-B0E6-12E6-04A8-BD1D13A9368E}"/>
          </ac:picMkLst>
        </pc:picChg>
        <pc:picChg chg="add mod">
          <ac:chgData name="龍　海波" userId="0c70dd4b-4004-4767-a5b4-7e4df8389592" providerId="ADAL" clId="{48AEFC7B-7FF2-46A7-897C-2650FC0C3A51}" dt="2026-09-18T08:40:54.850" v="179" actId="571"/>
          <ac:picMkLst>
            <pc:docMk/>
            <pc:sldMk cId="4037054565" sldId="256"/>
            <ac:picMk id="90" creationId="{D57702EC-447B-78CD-69A6-329A5FA56AD4}"/>
          </ac:picMkLst>
        </pc:picChg>
        <pc:picChg chg="add mod">
          <ac:chgData name="龍　海波" userId="0c70dd4b-4004-4767-a5b4-7e4df8389592" providerId="ADAL" clId="{48AEFC7B-7FF2-46A7-897C-2650FC0C3A51}" dt="2026-09-18T08:40:54.850" v="179" actId="571"/>
          <ac:picMkLst>
            <pc:docMk/>
            <pc:sldMk cId="4037054565" sldId="256"/>
            <ac:picMk id="91" creationId="{96908D4D-BA47-D4B6-4EB3-373698E43C9D}"/>
          </ac:picMkLst>
        </pc:picChg>
        <pc:picChg chg="add mod ord">
          <ac:chgData name="龍　海波" userId="0c70dd4b-4004-4767-a5b4-7e4df8389592" providerId="ADAL" clId="{48AEFC7B-7FF2-46A7-897C-2650FC0C3A51}" dt="2026-09-18T08:41:38.894" v="188" actId="166"/>
          <ac:picMkLst>
            <pc:docMk/>
            <pc:sldMk cId="4037054565" sldId="256"/>
            <ac:picMk id="92" creationId="{16851762-2008-8AC9-DACC-A99AB4EDEA1A}"/>
          </ac:picMkLst>
        </pc:picChg>
        <pc:picChg chg="add mod">
          <ac:chgData name="龍　海波" userId="0c70dd4b-4004-4767-a5b4-7e4df8389592" providerId="ADAL" clId="{48AEFC7B-7FF2-46A7-897C-2650FC0C3A51}" dt="2026-09-18T09:06:14.840" v="954" actId="1036"/>
          <ac:picMkLst>
            <pc:docMk/>
            <pc:sldMk cId="4037054565" sldId="256"/>
            <ac:picMk id="125" creationId="{F33B7C89-EA77-8612-94DA-CDA3F893DF45}"/>
          </ac:picMkLst>
        </pc:picChg>
        <pc:picChg chg="add mod">
          <ac:chgData name="龍　海波" userId="0c70dd4b-4004-4767-a5b4-7e4df8389592" providerId="ADAL" clId="{48AEFC7B-7FF2-46A7-897C-2650FC0C3A51}" dt="2026-09-24T04:03:03.338" v="1051" actId="1036"/>
          <ac:picMkLst>
            <pc:docMk/>
            <pc:sldMk cId="4037054565" sldId="256"/>
            <ac:picMk id="127" creationId="{739A5E45-CE58-56C5-66E5-498D151502E0}"/>
          </ac:picMkLst>
        </pc:picChg>
        <pc:picChg chg="add mod">
          <ac:chgData name="龍　海波" userId="0c70dd4b-4004-4767-a5b4-7e4df8389592" providerId="ADAL" clId="{48AEFC7B-7FF2-46A7-897C-2650FC0C3A51}" dt="2026-09-24T04:03:02.559" v="1050" actId="1036"/>
          <ac:picMkLst>
            <pc:docMk/>
            <pc:sldMk cId="4037054565" sldId="256"/>
            <ac:picMk id="128" creationId="{F5A89044-7B45-A03B-A633-2B2F07C30BC4}"/>
          </ac:picMkLst>
        </pc:picChg>
        <pc:picChg chg="add mod">
          <ac:chgData name="龍　海波" userId="0c70dd4b-4004-4767-a5b4-7e4df8389592" providerId="ADAL" clId="{48AEFC7B-7FF2-46A7-897C-2650FC0C3A51}" dt="2026-09-18T09:03:01.971" v="917" actId="571"/>
          <ac:picMkLst>
            <pc:docMk/>
            <pc:sldMk cId="4037054565" sldId="256"/>
            <ac:picMk id="129" creationId="{DFF95F4B-4B56-D217-EA65-745820EA1BF3}"/>
          </ac:picMkLst>
        </pc:picChg>
        <pc:cxnChg chg="mod">
          <ac:chgData name="龍　海波" userId="0c70dd4b-4004-4767-a5b4-7e4df8389592" providerId="ADAL" clId="{48AEFC7B-7FF2-46A7-897C-2650FC0C3A51}" dt="2026-09-18T08:46:22.643" v="334" actId="14100"/>
          <ac:cxnSpMkLst>
            <pc:docMk/>
            <pc:sldMk cId="4037054565" sldId="256"/>
            <ac:cxnSpMk id="26" creationId="{BFA26743-B6AE-4C7B-8657-06112CC40FCE}"/>
          </ac:cxnSpMkLst>
        </pc:cxnChg>
        <pc:cxnChg chg="add mod ord">
          <ac:chgData name="龍　海波" userId="0c70dd4b-4004-4767-a5b4-7e4df8389592" providerId="ADAL" clId="{48AEFC7B-7FF2-46A7-897C-2650FC0C3A51}" dt="2026-09-18T08:35:23.843" v="5" actId="1076"/>
          <ac:cxnSpMkLst>
            <pc:docMk/>
            <pc:sldMk cId="4037054565" sldId="256"/>
            <ac:cxnSpMk id="31" creationId="{70F04DB8-0B72-1A3B-2BC5-720A77F1C391}"/>
          </ac:cxnSpMkLst>
        </pc:cxnChg>
        <pc:cxnChg chg="add mod">
          <ac:chgData name="龍　海波" userId="0c70dd4b-4004-4767-a5b4-7e4df8389592" providerId="ADAL" clId="{48AEFC7B-7FF2-46A7-897C-2650FC0C3A51}" dt="2026-09-18T08:37:51.626" v="38" actId="14100"/>
          <ac:cxnSpMkLst>
            <pc:docMk/>
            <pc:sldMk cId="4037054565" sldId="256"/>
            <ac:cxnSpMk id="32" creationId="{8949EC78-48A0-9F65-7DCC-DA9335A1090A}"/>
          </ac:cxnSpMkLst>
        </pc:cxnChg>
        <pc:cxnChg chg="add mod ord">
          <ac:chgData name="龍　海波" userId="0c70dd4b-4004-4767-a5b4-7e4df8389592" providerId="ADAL" clId="{48AEFC7B-7FF2-46A7-897C-2650FC0C3A51}" dt="2026-09-18T08:42:45.892" v="254" actId="1037"/>
          <ac:cxnSpMkLst>
            <pc:docMk/>
            <pc:sldMk cId="4037054565" sldId="256"/>
            <ac:cxnSpMk id="34" creationId="{B5BBE57E-D254-DF7A-F89F-78746FA60E1D}"/>
          </ac:cxnSpMkLst>
        </pc:cxnChg>
        <pc:cxnChg chg="add mod">
          <ac:chgData name="龍　海波" userId="0c70dd4b-4004-4767-a5b4-7e4df8389592" providerId="ADAL" clId="{48AEFC7B-7FF2-46A7-897C-2650FC0C3A51}" dt="2026-09-18T08:46:22.643" v="334" actId="14100"/>
          <ac:cxnSpMkLst>
            <pc:docMk/>
            <pc:sldMk cId="4037054565" sldId="256"/>
            <ac:cxnSpMk id="50" creationId="{E3D04D45-70A0-04D2-A8C4-362DA3960E0F}"/>
          </ac:cxnSpMkLst>
        </pc:cxnChg>
        <pc:cxnChg chg="add mod">
          <ac:chgData name="龍　海波" userId="0c70dd4b-4004-4767-a5b4-7e4df8389592" providerId="ADAL" clId="{48AEFC7B-7FF2-46A7-897C-2650FC0C3A51}" dt="2026-09-18T08:40:18.174" v="148" actId="1035"/>
          <ac:cxnSpMkLst>
            <pc:docMk/>
            <pc:sldMk cId="4037054565" sldId="256"/>
            <ac:cxnSpMk id="53" creationId="{E3AC51FB-D3D6-EF35-22E0-FA18C2EABBF2}"/>
          </ac:cxnSpMkLst>
        </pc:cxnChg>
        <pc:cxnChg chg="add mod">
          <ac:chgData name="龍　海波" userId="0c70dd4b-4004-4767-a5b4-7e4df8389592" providerId="ADAL" clId="{48AEFC7B-7FF2-46A7-897C-2650FC0C3A51}" dt="2026-09-18T08:46:22.643" v="334" actId="14100"/>
          <ac:cxnSpMkLst>
            <pc:docMk/>
            <pc:sldMk cId="4037054565" sldId="256"/>
            <ac:cxnSpMk id="60" creationId="{C1AF540E-37EF-377B-7BCF-A753BD961E9E}"/>
          </ac:cxnSpMkLst>
        </pc:cxnChg>
        <pc:cxnChg chg="add mod">
          <ac:chgData name="龍　海波" userId="0c70dd4b-4004-4767-a5b4-7e4df8389592" providerId="ADAL" clId="{48AEFC7B-7FF2-46A7-897C-2650FC0C3A51}" dt="2026-09-18T08:41:22.917" v="184" actId="14100"/>
          <ac:cxnSpMkLst>
            <pc:docMk/>
            <pc:sldMk cId="4037054565" sldId="256"/>
            <ac:cxnSpMk id="78" creationId="{5F48D35E-EF6C-B536-DE1D-19502E8E9283}"/>
          </ac:cxnSpMkLst>
        </pc:cxnChg>
        <pc:cxnChg chg="add mod">
          <ac:chgData name="龍　海波" userId="0c70dd4b-4004-4767-a5b4-7e4df8389592" providerId="ADAL" clId="{48AEFC7B-7FF2-46A7-897C-2650FC0C3A51}" dt="2026-09-18T08:40:52.128" v="178" actId="571"/>
          <ac:cxnSpMkLst>
            <pc:docMk/>
            <pc:sldMk cId="4037054565" sldId="256"/>
            <ac:cxnSpMk id="82" creationId="{E3782BEC-AFAC-9685-1D2B-78DD0EFBB5BC}"/>
          </ac:cxnSpMkLst>
        </pc:cxnChg>
        <pc:cxnChg chg="add mod">
          <ac:chgData name="龍　海波" userId="0c70dd4b-4004-4767-a5b4-7e4df8389592" providerId="ADAL" clId="{48AEFC7B-7FF2-46A7-897C-2650FC0C3A51}" dt="2026-09-18T08:41:29.978" v="186" actId="14100"/>
          <ac:cxnSpMkLst>
            <pc:docMk/>
            <pc:sldMk cId="4037054565" sldId="256"/>
            <ac:cxnSpMk id="87" creationId="{70178A1F-B367-6483-C541-B17C0CE976BA}"/>
          </ac:cxnSpMkLst>
        </pc:cxnChg>
        <pc:cxnChg chg="add mod">
          <ac:chgData name="龍　海波" userId="0c70dd4b-4004-4767-a5b4-7e4df8389592" providerId="ADAL" clId="{48AEFC7B-7FF2-46A7-897C-2650FC0C3A51}" dt="2026-09-18T08:40:54.850" v="179" actId="571"/>
          <ac:cxnSpMkLst>
            <pc:docMk/>
            <pc:sldMk cId="4037054565" sldId="256"/>
            <ac:cxnSpMk id="89" creationId="{A1A9891B-4787-B8DD-6A62-8F381E004824}"/>
          </ac:cxnSpMkLst>
        </pc:cxnChg>
        <pc:cxnChg chg="add mod">
          <ac:chgData name="龍　海波" userId="0c70dd4b-4004-4767-a5b4-7e4df8389592" providerId="ADAL" clId="{48AEFC7B-7FF2-46A7-897C-2650FC0C3A51}" dt="2026-09-18T08:41:35.702" v="187" actId="14100"/>
          <ac:cxnSpMkLst>
            <pc:docMk/>
            <pc:sldMk cId="4037054565" sldId="256"/>
            <ac:cxnSpMk id="94" creationId="{9AF9897E-9D3A-60E7-6099-4BF5335421BA}"/>
          </ac:cxnSpMkLst>
        </pc:cxnChg>
      </pc:sldChg>
      <pc:sldChg chg="addSp delSp modSp new mod">
        <pc:chgData name="龍　海波" userId="0c70dd4b-4004-4767-a5b4-7e4df8389592" providerId="ADAL" clId="{48AEFC7B-7FF2-46A7-897C-2650FC0C3A51}" dt="2026-09-28T07:12:41.381" v="1558" actId="1076"/>
        <pc:sldMkLst>
          <pc:docMk/>
          <pc:sldMk cId="2612822870" sldId="257"/>
        </pc:sldMkLst>
        <pc:spChg chg="del">
          <ac:chgData name="龍　海波" userId="0c70dd4b-4004-4767-a5b4-7e4df8389592" providerId="ADAL" clId="{48AEFC7B-7FF2-46A7-897C-2650FC0C3A51}" dt="2026-09-28T04:35:48.110" v="1146" actId="478"/>
          <ac:spMkLst>
            <pc:docMk/>
            <pc:sldMk cId="2612822870" sldId="257"/>
            <ac:spMk id="2" creationId="{086EA26D-EBFA-B63B-9D2A-14CEAE8DB06D}"/>
          </ac:spMkLst>
        </pc:spChg>
        <pc:spChg chg="del">
          <ac:chgData name="龍　海波" userId="0c70dd4b-4004-4767-a5b4-7e4df8389592" providerId="ADAL" clId="{48AEFC7B-7FF2-46A7-897C-2650FC0C3A51}" dt="2026-09-28T04:35:48.110" v="1146" actId="478"/>
          <ac:spMkLst>
            <pc:docMk/>
            <pc:sldMk cId="2612822870" sldId="257"/>
            <ac:spMk id="3" creationId="{D38A8623-B3FE-A948-73C1-7AA6397FD77D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8" creationId="{08092886-7908-7C99-A6B9-7F9D37E9A625}"/>
          </ac:spMkLst>
        </pc:spChg>
        <pc:spChg chg="mod">
          <ac:chgData name="龍　海波" userId="0c70dd4b-4004-4767-a5b4-7e4df8389592" providerId="ADAL" clId="{48AEFC7B-7FF2-46A7-897C-2650FC0C3A51}" dt="2026-09-28T07:11:07.164" v="1553" actId="1035"/>
          <ac:spMkLst>
            <pc:docMk/>
            <pc:sldMk cId="2612822870" sldId="257"/>
            <ac:spMk id="9" creationId="{6A0A6781-4B3B-0BBB-3C2C-0CE7E2D61673}"/>
          </ac:spMkLst>
        </pc:spChg>
        <pc:spChg chg="add mod">
          <ac:chgData name="龍　海波" userId="0c70dd4b-4004-4767-a5b4-7e4df8389592" providerId="ADAL" clId="{48AEFC7B-7FF2-46A7-897C-2650FC0C3A51}" dt="2026-09-28T07:11:07.164" v="1553" actId="1035"/>
          <ac:spMkLst>
            <pc:docMk/>
            <pc:sldMk cId="2612822870" sldId="257"/>
            <ac:spMk id="10" creationId="{96FD50BF-157D-88D9-39C1-8B4C32E443B2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11" creationId="{0E95FF1F-520C-D269-D779-80D58B62557C}"/>
          </ac:spMkLst>
        </pc:spChg>
        <pc:spChg chg="del">
          <ac:chgData name="龍　海波" userId="0c70dd4b-4004-4767-a5b4-7e4df8389592" providerId="ADAL" clId="{48AEFC7B-7FF2-46A7-897C-2650FC0C3A51}" dt="2026-09-28T04:36:38.586" v="1155" actId="478"/>
          <ac:spMkLst>
            <pc:docMk/>
            <pc:sldMk cId="2612822870" sldId="257"/>
            <ac:spMk id="17" creationId="{A8546A26-B684-2A2F-E577-6AEB6001FE40}"/>
          </ac:spMkLst>
        </pc:spChg>
        <pc:spChg chg="del">
          <ac:chgData name="龍　海波" userId="0c70dd4b-4004-4767-a5b4-7e4df8389592" providerId="ADAL" clId="{48AEFC7B-7FF2-46A7-897C-2650FC0C3A51}" dt="2026-09-28T04:36:36.856" v="1153" actId="478"/>
          <ac:spMkLst>
            <pc:docMk/>
            <pc:sldMk cId="2612822870" sldId="257"/>
            <ac:spMk id="18" creationId="{1993CADB-5CE1-2951-7E7F-40FFDDDBBA1F}"/>
          </ac:spMkLst>
        </pc:spChg>
        <pc:spChg chg="del">
          <ac:chgData name="龍　海波" userId="0c70dd4b-4004-4767-a5b4-7e4df8389592" providerId="ADAL" clId="{48AEFC7B-7FF2-46A7-897C-2650FC0C3A51}" dt="2026-09-28T04:36:36.856" v="1153" actId="478"/>
          <ac:spMkLst>
            <pc:docMk/>
            <pc:sldMk cId="2612822870" sldId="257"/>
            <ac:spMk id="20" creationId="{671D5E0B-941D-4177-2D44-6F2642556553}"/>
          </ac:spMkLst>
        </pc:spChg>
        <pc:spChg chg="mod or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26" creationId="{7D98D5CC-F786-BD2F-CAA3-5D279B33B4CA}"/>
          </ac:spMkLst>
        </pc:spChg>
        <pc:spChg chg="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27" creationId="{A6DB5658-FA6B-54F5-F77D-BBDABBDBE4CD}"/>
          </ac:spMkLst>
        </pc:spChg>
        <pc:spChg chg="mod">
          <ac:chgData name="龍　海波" userId="0c70dd4b-4004-4767-a5b4-7e4df8389592" providerId="ADAL" clId="{48AEFC7B-7FF2-46A7-897C-2650FC0C3A51}" dt="2026-09-28T07:12:41.381" v="1558" actId="1076"/>
          <ac:spMkLst>
            <pc:docMk/>
            <pc:sldMk cId="2612822870" sldId="257"/>
            <ac:spMk id="31" creationId="{32D2CD0B-88C5-554A-DCAD-D057B9ACC64D}"/>
          </ac:spMkLst>
        </pc:spChg>
        <pc:spChg chg="del">
          <ac:chgData name="龍　海波" userId="0c70dd4b-4004-4767-a5b4-7e4df8389592" providerId="ADAL" clId="{48AEFC7B-7FF2-46A7-897C-2650FC0C3A51}" dt="2026-09-28T04:36:36.856" v="1153" actId="478"/>
          <ac:spMkLst>
            <pc:docMk/>
            <pc:sldMk cId="2612822870" sldId="257"/>
            <ac:spMk id="32" creationId="{83B9B322-C95C-3B3B-C3C5-A51603C8063D}"/>
          </ac:spMkLst>
        </pc:spChg>
        <pc:spChg chg="mod">
          <ac:chgData name="龍　海波" userId="0c70dd4b-4004-4767-a5b4-7e4df8389592" providerId="ADAL" clId="{48AEFC7B-7FF2-46A7-897C-2650FC0C3A51}" dt="2026-09-28T04:43:05.990" v="1456" actId="20577"/>
          <ac:spMkLst>
            <pc:docMk/>
            <pc:sldMk cId="2612822870" sldId="257"/>
            <ac:spMk id="33" creationId="{9BDC5C70-529F-741B-EE76-84AA4AF47E1E}"/>
          </ac:spMkLst>
        </pc:spChg>
        <pc:spChg chg="del">
          <ac:chgData name="龍　海波" userId="0c70dd4b-4004-4767-a5b4-7e4df8389592" providerId="ADAL" clId="{48AEFC7B-7FF2-46A7-897C-2650FC0C3A51}" dt="2026-09-28T04:36:40.107" v="1156" actId="478"/>
          <ac:spMkLst>
            <pc:docMk/>
            <pc:sldMk cId="2612822870" sldId="257"/>
            <ac:spMk id="34" creationId="{6449211D-55EA-3525-26AB-2371C7A5ED55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35" creationId="{1D935381-BE72-80A4-B7BE-F84656CB85F3}"/>
          </ac:spMkLst>
        </pc:spChg>
        <pc:spChg chg="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41" creationId="{55E9842A-44D4-5133-2203-8CEB32D93F05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47" creationId="{DEB93B30-6A0D-4AF7-3D19-19CD0FE6A667}"/>
          </ac:spMkLst>
        </pc:spChg>
        <pc:spChg chg="add mod">
          <ac:chgData name="龍　海波" userId="0c70dd4b-4004-4767-a5b4-7e4df8389592" providerId="ADAL" clId="{48AEFC7B-7FF2-46A7-897C-2650FC0C3A51}" dt="2026-09-28T04:42:26.642" v="1401" actId="1038"/>
          <ac:spMkLst>
            <pc:docMk/>
            <pc:sldMk cId="2612822870" sldId="257"/>
            <ac:spMk id="49" creationId="{FE41ACE2-F5BC-DC90-D8E5-65DAAC728B55}"/>
          </ac:spMkLst>
        </pc:spChg>
        <pc:spChg chg="add del mod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50" creationId="{714D0E2E-D502-28FB-BDC9-6CA0CA828E33}"/>
          </ac:spMkLst>
        </pc:spChg>
        <pc:spChg chg="del">
          <ac:chgData name="龍　海波" userId="0c70dd4b-4004-4767-a5b4-7e4df8389592" providerId="ADAL" clId="{48AEFC7B-7FF2-46A7-897C-2650FC0C3A51}" dt="2026-09-28T04:36:36.856" v="1153" actId="478"/>
          <ac:spMkLst>
            <pc:docMk/>
            <pc:sldMk cId="2612822870" sldId="257"/>
            <ac:spMk id="54" creationId="{6F2DBDC1-A660-9343-B567-41C649B9556A}"/>
          </ac:spMkLst>
        </pc:spChg>
        <pc:spChg chg="add del mod">
          <ac:chgData name="龍　海波" userId="0c70dd4b-4004-4767-a5b4-7e4df8389592" providerId="ADAL" clId="{48AEFC7B-7FF2-46A7-897C-2650FC0C3A51}" dt="2026-09-28T04:36:36.856" v="1153" actId="478"/>
          <ac:spMkLst>
            <pc:docMk/>
            <pc:sldMk cId="2612822870" sldId="257"/>
            <ac:spMk id="55" creationId="{C68FA56A-E759-E7B3-FCE4-EB2D9E4F8D1C}"/>
          </ac:spMkLst>
        </pc:spChg>
        <pc:spChg chg="del">
          <ac:chgData name="龍　海波" userId="0c70dd4b-4004-4767-a5b4-7e4df8389592" providerId="ADAL" clId="{48AEFC7B-7FF2-46A7-897C-2650FC0C3A51}" dt="2026-09-28T04:36:56.881" v="1165" actId="478"/>
          <ac:spMkLst>
            <pc:docMk/>
            <pc:sldMk cId="2612822870" sldId="257"/>
            <ac:spMk id="56" creationId="{D7BA0983-1890-E90E-8970-6186D9B558E5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57" creationId="{40BA23C6-1CDD-61E5-F89A-2A8C0AD64564}"/>
          </ac:spMkLst>
        </pc:spChg>
        <pc:spChg chg="del mod">
          <ac:chgData name="龍　海波" userId="0c70dd4b-4004-4767-a5b4-7e4df8389592" providerId="ADAL" clId="{48AEFC7B-7FF2-46A7-897C-2650FC0C3A51}" dt="2026-09-28T04:41:08.073" v="1359" actId="478"/>
          <ac:spMkLst>
            <pc:docMk/>
            <pc:sldMk cId="2612822870" sldId="257"/>
            <ac:spMk id="58" creationId="{D7DB095F-3AC7-A79E-1F25-A33C7F9B52E9}"/>
          </ac:spMkLst>
        </pc:spChg>
        <pc:spChg chg="add del mod">
          <ac:chgData name="龍　海波" userId="0c70dd4b-4004-4767-a5b4-7e4df8389592" providerId="ADAL" clId="{48AEFC7B-7FF2-46A7-897C-2650FC0C3A51}" dt="2026-09-28T04:37:33.399" v="1213" actId="478"/>
          <ac:spMkLst>
            <pc:docMk/>
            <pc:sldMk cId="2612822870" sldId="257"/>
            <ac:spMk id="59" creationId="{9A2D3A7D-D2F6-096D-CB0C-23E6EEDE0CF1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60" creationId="{AAA6604E-7C6D-A68A-92AC-A29A2277DADB}"/>
          </ac:spMkLst>
        </pc:spChg>
        <pc:spChg chg="del">
          <ac:chgData name="龍　海波" userId="0c70dd4b-4004-4767-a5b4-7e4df8389592" providerId="ADAL" clId="{48AEFC7B-7FF2-46A7-897C-2650FC0C3A51}" dt="2026-09-28T04:36:54.258" v="1164" actId="478"/>
          <ac:spMkLst>
            <pc:docMk/>
            <pc:sldMk cId="2612822870" sldId="257"/>
            <ac:spMk id="61" creationId="{372E3C41-1819-2A90-DAD8-AF2BA83C3C95}"/>
          </ac:spMkLst>
        </pc:spChg>
        <pc:spChg chg="add del mod">
          <ac:chgData name="龍　海波" userId="0c70dd4b-4004-4767-a5b4-7e4df8389592" providerId="ADAL" clId="{48AEFC7B-7FF2-46A7-897C-2650FC0C3A51}" dt="2026-09-28T04:36:36.856" v="1153" actId="478"/>
          <ac:spMkLst>
            <pc:docMk/>
            <pc:sldMk cId="2612822870" sldId="257"/>
            <ac:spMk id="62" creationId="{CC44F48E-8DE2-1959-CA0E-144D11E3C188}"/>
          </ac:spMkLst>
        </pc:spChg>
        <pc:spChg chg="add del mod">
          <ac:chgData name="龍　海波" userId="0c70dd4b-4004-4767-a5b4-7e4df8389592" providerId="ADAL" clId="{48AEFC7B-7FF2-46A7-897C-2650FC0C3A51}" dt="2026-09-28T04:40:39.576" v="1357" actId="478"/>
          <ac:spMkLst>
            <pc:docMk/>
            <pc:sldMk cId="2612822870" sldId="257"/>
            <ac:spMk id="63" creationId="{65BED065-688D-22C4-D548-D54C8702C569}"/>
          </ac:spMkLst>
        </pc:spChg>
        <pc:spChg chg="del mod">
          <ac:chgData name="龍　海波" userId="0c70dd4b-4004-4767-a5b4-7e4df8389592" providerId="ADAL" clId="{48AEFC7B-7FF2-46A7-897C-2650FC0C3A51}" dt="2026-09-28T04:39:55.108" v="1283" actId="478"/>
          <ac:spMkLst>
            <pc:docMk/>
            <pc:sldMk cId="2612822870" sldId="257"/>
            <ac:spMk id="64" creationId="{A10EC550-4E66-F7F1-42ED-B9EA80A8854B}"/>
          </ac:spMkLst>
        </pc:spChg>
        <pc:spChg chg="del">
          <ac:chgData name="龍　海波" userId="0c70dd4b-4004-4767-a5b4-7e4df8389592" providerId="ADAL" clId="{48AEFC7B-7FF2-46A7-897C-2650FC0C3A51}" dt="2026-09-28T04:39:52.075" v="1281" actId="478"/>
          <ac:spMkLst>
            <pc:docMk/>
            <pc:sldMk cId="2612822870" sldId="257"/>
            <ac:spMk id="65" creationId="{C8FC77E3-06A4-046F-DC63-5049C3DD30E7}"/>
          </ac:spMkLst>
        </pc:spChg>
        <pc:spChg chg="del">
          <ac:chgData name="龍　海波" userId="0c70dd4b-4004-4767-a5b4-7e4df8389592" providerId="ADAL" clId="{48AEFC7B-7FF2-46A7-897C-2650FC0C3A51}" dt="2026-09-28T04:39:53.678" v="1282" actId="478"/>
          <ac:spMkLst>
            <pc:docMk/>
            <pc:sldMk cId="2612822870" sldId="257"/>
            <ac:spMk id="66" creationId="{76045C7C-8365-1A52-2308-C46AA15C84ED}"/>
          </ac:spMkLst>
        </pc:spChg>
        <pc:spChg chg="del">
          <ac:chgData name="龍　海波" userId="0c70dd4b-4004-4767-a5b4-7e4df8389592" providerId="ADAL" clId="{48AEFC7B-7FF2-46A7-897C-2650FC0C3A51}" dt="2026-09-28T04:40:22.391" v="1338" actId="478"/>
          <ac:spMkLst>
            <pc:docMk/>
            <pc:sldMk cId="2612822870" sldId="257"/>
            <ac:spMk id="67" creationId="{9A775B04-4484-6347-5CD2-25374012B9FB}"/>
          </ac:spMkLst>
        </pc:spChg>
        <pc:spChg chg="add del mod">
          <ac:chgData name="龍　海波" userId="0c70dd4b-4004-4767-a5b4-7e4df8389592" providerId="ADAL" clId="{48AEFC7B-7FF2-46A7-897C-2650FC0C3A51}" dt="2026-09-28T04:40:22.391" v="1338" actId="478"/>
          <ac:spMkLst>
            <pc:docMk/>
            <pc:sldMk cId="2612822870" sldId="257"/>
            <ac:spMk id="68" creationId="{80BCCAE9-2A9B-46B3-C8D8-79C6ACD96813}"/>
          </ac:spMkLst>
        </pc:spChg>
        <pc:spChg chg="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73" creationId="{6102C580-CEAD-1D32-D668-37CBBCFBFE0C}"/>
          </ac:spMkLst>
        </pc:spChg>
        <pc:spChg chg="add del mod">
          <ac:chgData name="龍　海波" userId="0c70dd4b-4004-4767-a5b4-7e4df8389592" providerId="ADAL" clId="{48AEFC7B-7FF2-46A7-897C-2650FC0C3A51}" dt="2026-09-28T04:36:54.258" v="1164" actId="478"/>
          <ac:spMkLst>
            <pc:docMk/>
            <pc:sldMk cId="2612822870" sldId="257"/>
            <ac:spMk id="74" creationId="{E1D88D4E-DE06-7694-8049-D0A8651D2A75}"/>
          </ac:spMkLst>
        </pc:spChg>
        <pc:spChg chg="del">
          <ac:chgData name="龍　海波" userId="0c70dd4b-4004-4767-a5b4-7e4df8389592" providerId="ADAL" clId="{48AEFC7B-7FF2-46A7-897C-2650FC0C3A51}" dt="2026-09-28T04:36:42.738" v="1157" actId="478"/>
          <ac:spMkLst>
            <pc:docMk/>
            <pc:sldMk cId="2612822870" sldId="257"/>
            <ac:spMk id="75" creationId="{E0003627-B073-ACB1-6CBB-6EF7EE817D79}"/>
          </ac:spMkLst>
        </pc:spChg>
        <pc:spChg chg="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76" creationId="{BBA5D468-AACB-D12D-267C-3027F76982D6}"/>
          </ac:spMkLst>
        </pc:spChg>
        <pc:spChg chg="add del mod">
          <ac:chgData name="龍　海波" userId="0c70dd4b-4004-4767-a5b4-7e4df8389592" providerId="ADAL" clId="{48AEFC7B-7FF2-46A7-897C-2650FC0C3A51}" dt="2026-09-28T04:40:42.302" v="1358" actId="478"/>
          <ac:spMkLst>
            <pc:docMk/>
            <pc:sldMk cId="2612822870" sldId="257"/>
            <ac:spMk id="77" creationId="{B6C02BE5-A535-BF6D-BC70-FBEFD010FA26}"/>
          </ac:spMkLst>
        </pc:spChg>
        <pc:spChg chg="del">
          <ac:chgData name="龍　海波" userId="0c70dd4b-4004-4767-a5b4-7e4df8389592" providerId="ADAL" clId="{48AEFC7B-7FF2-46A7-897C-2650FC0C3A51}" dt="2026-09-28T04:40:42.302" v="1358" actId="478"/>
          <ac:spMkLst>
            <pc:docMk/>
            <pc:sldMk cId="2612822870" sldId="257"/>
            <ac:spMk id="78" creationId="{B462439A-5DFC-838C-E05E-83779C2BEC21}"/>
          </ac:spMkLst>
        </pc:spChg>
        <pc:spChg chg="add 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79" creationId="{71A8E2C2-A68B-98F4-3CD2-853CBDBD847B}"/>
          </ac:spMkLst>
        </pc:spChg>
        <pc:spChg chg="add 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85" creationId="{07722D4F-4479-F02C-6F34-2EE23198F307}"/>
          </ac:spMkLst>
        </pc:spChg>
        <pc:spChg chg="add del mod">
          <ac:chgData name="龍　海波" userId="0c70dd4b-4004-4767-a5b4-7e4df8389592" providerId="ADAL" clId="{48AEFC7B-7FF2-46A7-897C-2650FC0C3A51}" dt="2026-09-28T04:45:49.142" v="1469" actId="478"/>
          <ac:spMkLst>
            <pc:docMk/>
            <pc:sldMk cId="2612822870" sldId="257"/>
            <ac:spMk id="89" creationId="{E893F175-99A4-3C28-272B-F6BC9D694ED1}"/>
          </ac:spMkLst>
        </pc:spChg>
        <pc:spChg chg="add mod">
          <ac:chgData name="龍　海波" userId="0c70dd4b-4004-4767-a5b4-7e4df8389592" providerId="ADAL" clId="{48AEFC7B-7FF2-46A7-897C-2650FC0C3A51}" dt="2026-09-28T07:10:43.961" v="1532" actId="1036"/>
          <ac:spMkLst>
            <pc:docMk/>
            <pc:sldMk cId="2612822870" sldId="257"/>
            <ac:spMk id="96" creationId="{B38CA460-F98D-B9D2-F311-3B67A6106F4D}"/>
          </ac:spMkLst>
        </pc:spChg>
        <pc:picChg chg="mod">
          <ac:chgData name="龍　海波" userId="0c70dd4b-4004-4767-a5b4-7e4df8389592" providerId="ADAL" clId="{48AEFC7B-7FF2-46A7-897C-2650FC0C3A51}" dt="2026-09-28T07:11:07.164" v="1553" actId="1035"/>
          <ac:picMkLst>
            <pc:docMk/>
            <pc:sldMk cId="2612822870" sldId="257"/>
            <ac:picMk id="7" creationId="{218B0000-E3E5-BF1F-70CB-A3F65001AC2C}"/>
          </ac:picMkLst>
        </pc:picChg>
        <pc:picChg chg="mod">
          <ac:chgData name="龍　海波" userId="0c70dd4b-4004-4767-a5b4-7e4df8389592" providerId="ADAL" clId="{48AEFC7B-7FF2-46A7-897C-2650FC0C3A51}" dt="2026-09-28T07:11:07.164" v="1553" actId="1035"/>
          <ac:picMkLst>
            <pc:docMk/>
            <pc:sldMk cId="2612822870" sldId="257"/>
            <ac:picMk id="13" creationId="{D5D26035-4350-6F41-0045-C504856937B1}"/>
          </ac:picMkLst>
        </pc:picChg>
        <pc:picChg chg="del">
          <ac:chgData name="龍　海波" userId="0c70dd4b-4004-4767-a5b4-7e4df8389592" providerId="ADAL" clId="{48AEFC7B-7FF2-46A7-897C-2650FC0C3A51}" dt="2026-09-28T04:36:36.856" v="1153" actId="478"/>
          <ac:picMkLst>
            <pc:docMk/>
            <pc:sldMk cId="2612822870" sldId="257"/>
            <ac:picMk id="16" creationId="{C9C9A011-ABCE-7E3B-375E-868A552B0760}"/>
          </ac:picMkLst>
        </pc:picChg>
        <pc:picChg chg="del">
          <ac:chgData name="龍　海波" userId="0c70dd4b-4004-4767-a5b4-7e4df8389592" providerId="ADAL" clId="{48AEFC7B-7FF2-46A7-897C-2650FC0C3A51}" dt="2026-09-28T04:36:37.726" v="1154" actId="478"/>
          <ac:picMkLst>
            <pc:docMk/>
            <pc:sldMk cId="2612822870" sldId="257"/>
            <ac:picMk id="21" creationId="{EDFF8126-6234-B513-8806-24FE94A2DDFA}"/>
          </ac:picMkLst>
        </pc:picChg>
        <pc:picChg chg="del">
          <ac:chgData name="龍　海波" userId="0c70dd4b-4004-4767-a5b4-7e4df8389592" providerId="ADAL" clId="{48AEFC7B-7FF2-46A7-897C-2650FC0C3A51}" dt="2026-09-28T04:36:36.856" v="1153" actId="478"/>
          <ac:picMkLst>
            <pc:docMk/>
            <pc:sldMk cId="2612822870" sldId="257"/>
            <ac:picMk id="23" creationId="{04E65706-79E5-0181-412E-B79916A71EF1}"/>
          </ac:picMkLst>
        </pc:picChg>
        <pc:picChg chg="del">
          <ac:chgData name="龍　海波" userId="0c70dd4b-4004-4767-a5b4-7e4df8389592" providerId="ADAL" clId="{48AEFC7B-7FF2-46A7-897C-2650FC0C3A51}" dt="2026-09-28T04:36:36.856" v="1153" actId="478"/>
          <ac:picMkLst>
            <pc:docMk/>
            <pc:sldMk cId="2612822870" sldId="257"/>
            <ac:picMk id="24" creationId="{4D76E490-39BD-977D-0071-9EAFFB9F59D0}"/>
          </ac:picMkLst>
        </pc:picChg>
        <pc:picChg chg="mod">
          <ac:chgData name="龍　海波" userId="0c70dd4b-4004-4767-a5b4-7e4df8389592" providerId="ADAL" clId="{48AEFC7B-7FF2-46A7-897C-2650FC0C3A51}" dt="2026-09-28T04:40:00.216" v="1295" actId="1038"/>
          <ac:picMkLst>
            <pc:docMk/>
            <pc:sldMk cId="2612822870" sldId="257"/>
            <ac:picMk id="30" creationId="{B289EA7F-481D-33EC-F84C-F06446F12754}"/>
          </ac:picMkLst>
        </pc:picChg>
        <pc:picChg chg="del">
          <ac:chgData name="龍　海波" userId="0c70dd4b-4004-4767-a5b4-7e4df8389592" providerId="ADAL" clId="{48AEFC7B-7FF2-46A7-897C-2650FC0C3A51}" dt="2026-09-28T04:36:42.738" v="1157" actId="478"/>
          <ac:picMkLst>
            <pc:docMk/>
            <pc:sldMk cId="2612822870" sldId="257"/>
            <ac:picMk id="43" creationId="{4D930ECB-AA7B-7BD6-0B76-DEA168E27B62}"/>
          </ac:picMkLst>
        </pc:picChg>
        <pc:picChg chg="del">
          <ac:chgData name="龍　海波" userId="0c70dd4b-4004-4767-a5b4-7e4df8389592" providerId="ADAL" clId="{48AEFC7B-7FF2-46A7-897C-2650FC0C3A51}" dt="2026-09-28T04:36:42.738" v="1157" actId="478"/>
          <ac:picMkLst>
            <pc:docMk/>
            <pc:sldMk cId="2612822870" sldId="257"/>
            <ac:picMk id="46" creationId="{358139A3-E69C-6B89-88DC-E736245C5E2A}"/>
          </ac:picMkLst>
        </pc:picChg>
        <pc:picChg chg="del">
          <ac:chgData name="龍　海波" userId="0c70dd4b-4004-4767-a5b4-7e4df8389592" providerId="ADAL" clId="{48AEFC7B-7FF2-46A7-897C-2650FC0C3A51}" dt="2026-09-28T04:36:36.856" v="1153" actId="478"/>
          <ac:picMkLst>
            <pc:docMk/>
            <pc:sldMk cId="2612822870" sldId="257"/>
            <ac:picMk id="51" creationId="{06C3AAE4-D721-F1A8-1D39-83B80AB0B86F}"/>
          </ac:picMkLst>
        </pc:picChg>
        <pc:picChg chg="mod">
          <ac:chgData name="龍　海波" userId="0c70dd4b-4004-4767-a5b4-7e4df8389592" providerId="ADAL" clId="{48AEFC7B-7FF2-46A7-897C-2650FC0C3A51}" dt="2026-09-28T04:45:54.165" v="1470"/>
          <ac:picMkLst>
            <pc:docMk/>
            <pc:sldMk cId="2612822870" sldId="257"/>
            <ac:picMk id="52" creationId="{E59DC48B-79F5-535D-CA00-689414FFA1B0}"/>
          </ac:picMkLst>
        </pc:picChg>
        <pc:picChg chg="mod">
          <ac:chgData name="龍　海波" userId="0c70dd4b-4004-4767-a5b4-7e4df8389592" providerId="ADAL" clId="{48AEFC7B-7FF2-46A7-897C-2650FC0C3A51}" dt="2026-09-28T04:42:04.075" v="1380" actId="1035"/>
          <ac:picMkLst>
            <pc:docMk/>
            <pc:sldMk cId="2612822870" sldId="257"/>
            <ac:picMk id="70" creationId="{A875062C-967D-55CE-2E6F-E67F08F26C55}"/>
          </ac:picMkLst>
        </pc:picChg>
        <pc:picChg chg="mod">
          <ac:chgData name="龍　海波" userId="0c70dd4b-4004-4767-a5b4-7e4df8389592" providerId="ADAL" clId="{48AEFC7B-7FF2-46A7-897C-2650FC0C3A51}" dt="2026-09-28T04:42:07.218" v="1387" actId="1036"/>
          <ac:picMkLst>
            <pc:docMk/>
            <pc:sldMk cId="2612822870" sldId="257"/>
            <ac:picMk id="72" creationId="{728ECB97-50AF-2C41-1CE5-CBBAB75F4A31}"/>
          </ac:picMkLst>
        </pc:picChg>
        <pc:picChg chg="add mod">
          <ac:chgData name="龍　海波" userId="0c70dd4b-4004-4767-a5b4-7e4df8389592" providerId="ADAL" clId="{48AEFC7B-7FF2-46A7-897C-2650FC0C3A51}" dt="2026-09-28T04:37:14.589" v="1195" actId="571"/>
          <ac:picMkLst>
            <pc:docMk/>
            <pc:sldMk cId="2612822870" sldId="257"/>
            <ac:picMk id="80" creationId="{A748D465-1DF4-BF07-776E-759507F58204}"/>
          </ac:picMkLst>
        </pc:picChg>
        <pc:picChg chg="add mod">
          <ac:chgData name="龍　海波" userId="0c70dd4b-4004-4767-a5b4-7e4df8389592" providerId="ADAL" clId="{48AEFC7B-7FF2-46A7-897C-2650FC0C3A51}" dt="2026-09-28T04:46:02.879" v="1486" actId="1036"/>
          <ac:picMkLst>
            <pc:docMk/>
            <pc:sldMk cId="2612822870" sldId="257"/>
            <ac:picMk id="83" creationId="{251B882B-39A9-94C3-5757-8203AE7F82DD}"/>
          </ac:picMkLst>
        </pc:picChg>
        <pc:picChg chg="add del mod">
          <ac:chgData name="龍　海波" userId="0c70dd4b-4004-4767-a5b4-7e4df8389592" providerId="ADAL" clId="{48AEFC7B-7FF2-46A7-897C-2650FC0C3A51}" dt="2026-09-28T04:45:49.142" v="1469" actId="478"/>
          <ac:picMkLst>
            <pc:docMk/>
            <pc:sldMk cId="2612822870" sldId="257"/>
            <ac:picMk id="88" creationId="{9EC8992B-8FE2-F275-CCD6-1EC2893D1E6B}"/>
          </ac:picMkLst>
        </pc:picChg>
        <pc:picChg chg="add mod">
          <ac:chgData name="龍　海波" userId="0c70dd4b-4004-4767-a5b4-7e4df8389592" providerId="ADAL" clId="{48AEFC7B-7FF2-46A7-897C-2650FC0C3A51}" dt="2026-09-28T04:56:51.299" v="1495" actId="571"/>
          <ac:picMkLst>
            <pc:docMk/>
            <pc:sldMk cId="2612822870" sldId="257"/>
            <ac:picMk id="95" creationId="{4BDA33EB-9D03-B958-93C8-7D83F89AAE0B}"/>
          </ac:picMkLst>
        </pc:picChg>
        <pc:cxnChg chg="mod">
          <ac:chgData name="龍　海波" userId="0c70dd4b-4004-4767-a5b4-7e4df8389592" providerId="ADAL" clId="{48AEFC7B-7FF2-46A7-897C-2650FC0C3A51}" dt="2026-09-28T07:11:07.164" v="1553" actId="1035"/>
          <ac:cxnSpMkLst>
            <pc:docMk/>
            <pc:sldMk cId="2612822870" sldId="257"/>
            <ac:cxnSpMk id="4" creationId="{1D3FD7F4-69FC-09AB-AA5A-FAC1DA3E6270}"/>
          </ac:cxnSpMkLst>
        </pc:cxnChg>
        <pc:cxnChg chg="mod">
          <ac:chgData name="龍　海波" userId="0c70dd4b-4004-4767-a5b4-7e4df8389592" providerId="ADAL" clId="{48AEFC7B-7FF2-46A7-897C-2650FC0C3A51}" dt="2026-09-28T07:11:07.164" v="1553" actId="1035"/>
          <ac:cxnSpMkLst>
            <pc:docMk/>
            <pc:sldMk cId="2612822870" sldId="257"/>
            <ac:cxnSpMk id="5" creationId="{CAAD1DCD-876C-1ABB-54B5-3840A14DAEA2}"/>
          </ac:cxnSpMkLst>
        </pc:cxnChg>
        <pc:cxnChg chg="mod">
          <ac:chgData name="龍　海波" userId="0c70dd4b-4004-4767-a5b4-7e4df8389592" providerId="ADAL" clId="{48AEFC7B-7FF2-46A7-897C-2650FC0C3A51}" dt="2026-09-28T04:38:51.474" v="1253" actId="14100"/>
          <ac:cxnSpMkLst>
            <pc:docMk/>
            <pc:sldMk cId="2612822870" sldId="257"/>
            <ac:cxnSpMk id="28" creationId="{225A5F62-78B0-485F-E9A1-2D026968A8EE}"/>
          </ac:cxnSpMkLst>
        </pc:cxnChg>
        <pc:cxnChg chg="mod">
          <ac:chgData name="龍　海波" userId="0c70dd4b-4004-4767-a5b4-7e4df8389592" providerId="ADAL" clId="{48AEFC7B-7FF2-46A7-897C-2650FC0C3A51}" dt="2026-09-28T04:41:14.148" v="1361" actId="1037"/>
          <ac:cxnSpMkLst>
            <pc:docMk/>
            <pc:sldMk cId="2612822870" sldId="257"/>
            <ac:cxnSpMk id="42" creationId="{57EB0C37-0A20-A006-8D0C-FC13C49084C0}"/>
          </ac:cxnSpMkLst>
        </pc:cxnChg>
        <pc:cxnChg chg="add mod">
          <ac:chgData name="龍　海波" userId="0c70dd4b-4004-4767-a5b4-7e4df8389592" providerId="ADAL" clId="{48AEFC7B-7FF2-46A7-897C-2650FC0C3A51}" dt="2026-09-28T04:46:02.879" v="1486" actId="1036"/>
          <ac:cxnSpMkLst>
            <pc:docMk/>
            <pc:sldMk cId="2612822870" sldId="257"/>
            <ac:cxnSpMk id="82" creationId="{A3E5944E-4043-4521-0B25-75C602C84DDD}"/>
          </ac:cxnSpMkLst>
        </pc:cxnChg>
        <pc:cxnChg chg="add del mod">
          <ac:chgData name="龍　海波" userId="0c70dd4b-4004-4767-a5b4-7e4df8389592" providerId="ADAL" clId="{48AEFC7B-7FF2-46A7-897C-2650FC0C3A51}" dt="2026-09-28T04:38:38.659" v="1250" actId="478"/>
          <ac:cxnSpMkLst>
            <pc:docMk/>
            <pc:sldMk cId="2612822870" sldId="257"/>
            <ac:cxnSpMk id="87" creationId="{BC929643-23E4-F557-CA27-27A34EE7163E}"/>
          </ac:cxnSpMkLst>
        </pc:cxnChg>
        <pc:cxnChg chg="add del mod ord">
          <ac:chgData name="龍　海波" userId="0c70dd4b-4004-4767-a5b4-7e4df8389592" providerId="ADAL" clId="{48AEFC7B-7FF2-46A7-897C-2650FC0C3A51}" dt="2026-09-28T04:45:49.142" v="1469" actId="478"/>
          <ac:cxnSpMkLst>
            <pc:docMk/>
            <pc:sldMk cId="2612822870" sldId="257"/>
            <ac:cxnSpMk id="91" creationId="{0FD37FD6-9B72-A724-1C7B-34899D1C18D8}"/>
          </ac:cxnSpMkLst>
        </pc:cxnChg>
        <pc:cxnChg chg="add mod">
          <ac:chgData name="龍　海波" userId="0c70dd4b-4004-4767-a5b4-7e4df8389592" providerId="ADAL" clId="{48AEFC7B-7FF2-46A7-897C-2650FC0C3A51}" dt="2026-09-28T04:56:57.086" v="1496" actId="14100"/>
          <ac:cxnSpMkLst>
            <pc:docMk/>
            <pc:sldMk cId="2612822870" sldId="257"/>
            <ac:cxnSpMk id="94" creationId="{E31FCA01-4662-D0F0-90E9-35D949574AFB}"/>
          </ac:cxnSpMkLst>
        </pc:cxnChg>
      </pc:sldChg>
      <pc:sldChg chg="addSp delSp new mod">
        <pc:chgData name="龍　海波" userId="0c70dd4b-4004-4767-a5b4-7e4df8389592" providerId="ADAL" clId="{48AEFC7B-7FF2-46A7-897C-2650FC0C3A51}" dt="2026-09-29T00:05:07.083" v="1561" actId="22"/>
        <pc:sldMkLst>
          <pc:docMk/>
          <pc:sldMk cId="2591690783" sldId="258"/>
        </pc:sldMkLst>
        <pc:spChg chg="del">
          <ac:chgData name="龍　海波" userId="0c70dd4b-4004-4767-a5b4-7e4df8389592" providerId="ADAL" clId="{48AEFC7B-7FF2-46A7-897C-2650FC0C3A51}" dt="2026-09-29T00:05:00.980" v="1560" actId="478"/>
          <ac:spMkLst>
            <pc:docMk/>
            <pc:sldMk cId="2591690783" sldId="258"/>
            <ac:spMk id="2" creationId="{87A8114B-28A8-4F30-548B-BD453FA5B817}"/>
          </ac:spMkLst>
        </pc:spChg>
        <pc:spChg chg="del">
          <ac:chgData name="龍　海波" userId="0c70dd4b-4004-4767-a5b4-7e4df8389592" providerId="ADAL" clId="{48AEFC7B-7FF2-46A7-897C-2650FC0C3A51}" dt="2026-09-29T00:05:00.980" v="1560" actId="478"/>
          <ac:spMkLst>
            <pc:docMk/>
            <pc:sldMk cId="2591690783" sldId="258"/>
            <ac:spMk id="3" creationId="{44F58B66-FAA6-824B-9D62-BAB15F3A7EBF}"/>
          </ac:spMkLst>
        </pc:spChg>
        <pc:spChg chg="add">
          <ac:chgData name="龍　海波" userId="0c70dd4b-4004-4767-a5b4-7e4df8389592" providerId="ADAL" clId="{48AEFC7B-7FF2-46A7-897C-2650FC0C3A51}" dt="2026-09-29T00:05:07.083" v="1561" actId="22"/>
          <ac:spMkLst>
            <pc:docMk/>
            <pc:sldMk cId="2591690783" sldId="258"/>
            <ac:spMk id="5" creationId="{42347D32-F2EF-FBBB-E3EF-CDF9B7BE681C}"/>
          </ac:spMkLst>
        </pc:spChg>
      </pc:sldChg>
      <pc:sldChg chg="addSp delSp modSp new mod">
        <pc:chgData name="龍　海波" userId="0c70dd4b-4004-4767-a5b4-7e4df8389592" providerId="ADAL" clId="{48AEFC7B-7FF2-46A7-897C-2650FC0C3A51}" dt="2026-09-29T00:05:52.663" v="1573" actId="20577"/>
        <pc:sldMkLst>
          <pc:docMk/>
          <pc:sldMk cId="4156210927" sldId="259"/>
        </pc:sldMkLst>
        <pc:spChg chg="del">
          <ac:chgData name="龍　海波" userId="0c70dd4b-4004-4767-a5b4-7e4df8389592" providerId="ADAL" clId="{48AEFC7B-7FF2-46A7-897C-2650FC0C3A51}" dt="2026-09-29T00:05:17.363" v="1563" actId="478"/>
          <ac:spMkLst>
            <pc:docMk/>
            <pc:sldMk cId="4156210927" sldId="259"/>
            <ac:spMk id="2" creationId="{91BA5125-5895-218D-A135-17531802AE3C}"/>
          </ac:spMkLst>
        </pc:spChg>
        <pc:spChg chg="del">
          <ac:chgData name="龍　海波" userId="0c70dd4b-4004-4767-a5b4-7e4df8389592" providerId="ADAL" clId="{48AEFC7B-7FF2-46A7-897C-2650FC0C3A51}" dt="2026-09-29T00:05:17.363" v="1563" actId="478"/>
          <ac:spMkLst>
            <pc:docMk/>
            <pc:sldMk cId="4156210927" sldId="259"/>
            <ac:spMk id="3" creationId="{F5F24086-B6ED-5F23-A07F-B5DF7526C831}"/>
          </ac:spMkLst>
        </pc:spChg>
        <pc:spChg chg="add mod">
          <ac:chgData name="龍　海波" userId="0c70dd4b-4004-4767-a5b4-7e4df8389592" providerId="ADAL" clId="{48AEFC7B-7FF2-46A7-897C-2650FC0C3A51}" dt="2026-09-29T00:05:52.663" v="1573" actId="20577"/>
          <ac:spMkLst>
            <pc:docMk/>
            <pc:sldMk cId="4156210927" sldId="259"/>
            <ac:spMk id="5" creationId="{2FC86FA1-A85A-8B43-28D8-174D9E36D9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020CFC-50B1-BD9E-E8AB-AC19641C6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2C1714-8018-6295-0E66-1410CA447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813A37-3B80-01D8-EE66-E3A0B5B1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A9160B-0507-00BE-2A54-1DC7E770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72FFBD-93E1-3AAF-71D3-962B85D4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73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24C9DA-73A2-9C48-936A-0999671F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57341A-B82D-CD5F-2DFA-A961740F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7AC0A8-AC94-434C-8066-37AB2609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8966C-C3ED-AAD4-39AF-55C1DCC7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B878EE-D823-4181-F031-AFE7E658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82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08F842-6A4B-8056-41E5-132933B89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4E4FC8-748E-223B-65CD-69EC62506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A526CA-1170-AF2F-663C-F5C1E8EC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E82B64-690C-0D05-9739-829BAEDC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E9B39-F2CF-2E27-2B96-53EB45F50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63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563E1-8F9A-2411-305A-2E908C90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348F28-F1C1-B8A8-9955-F25F9DBB9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B1913E-C8F2-9664-E32D-7478AE57D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62508E-E05D-52AC-550C-278A06AC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C5DA6-AEDC-3EA3-567E-3D959E151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A36301-FA72-45AB-F72A-82C1CE71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33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61FF7F-0A49-2422-F5D3-BCC069F0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DFFD58-3A4E-6181-BAB6-8F9CF116F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642ACE-5917-9DE2-05DD-C6127DC71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C10C5D1-6B18-846B-BB5F-261A7B067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39DF8B2-2E80-BE0C-3BD9-5A2FC28C8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F88B465-D6D5-731C-5A62-F0117609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C72CCBE-E703-7DE8-10D1-76115800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D171A84-A9FE-A32B-A36A-FCAF6467A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26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654042-67A8-3040-7469-0458E30CB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4A40795-A70A-1E49-477E-112A95FF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73D9955-817B-A548-C6D1-3D1AD8DE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BB3E542-A2FA-38C9-3DB4-DC56B959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7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92D9EA5-9A43-3E58-D7E2-C85B1A94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295787E-0526-8D7E-6749-85898EF24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7DB3EF-4790-8B99-1566-223B1A33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73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C8117-1B55-874F-65F9-DF015B449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1EBB22-5C53-BCC0-70A0-07ADA1034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001943B-359E-3160-5D15-C3DF6261B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1E1E90-D4F7-AB1E-0A25-0F8D6A7C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AD77E3-834B-FBD6-911B-D5B5A11AF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493C44-EF30-601E-D3C3-C9F186E0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36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52FBC-270D-5048-63A4-87E6284AD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FE43BE-554C-0EDB-7ACC-950711591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9B2252-3B95-6BEC-8BE8-4FFAA0CF3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558991-E4F2-D37C-66EE-C5E6603B9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5C7E94-D28C-E280-6C9B-8CA73F67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03D51-0405-AE98-8AC4-3650F569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AB9FAE-D8EB-D724-9249-491D6E48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923867-EA47-E42E-CBB2-AC6EE560B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669982-53A2-1B77-6DA1-37A93A44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AAD92D-2D7F-4DB2-FDFC-1F730066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D0DF1B-F081-C8AA-B33B-2E6A901F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87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498E526-0541-80AD-A48C-C55CB99A9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FFEFD3-0560-9830-FB62-DDE688738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6FF3AA-7DB4-A6AE-7D3E-728551AA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7A504F-4F75-6BC6-DF52-C82479B4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A9DD38-8257-355D-E702-DB0889B6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19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1F3A26-2824-773F-C2AF-AEDA8EB6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01E15B-EA38-0ABA-D7A9-94F6B1E5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67F0B3-C38D-BF64-EC0D-B7EC116FC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BA301-C28F-4026-BB78-A4BAD92B1902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3C498D-C7D9-1568-74A3-B80C45365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FC7BF5-5C75-59F2-E058-2CC9D306A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78C610-48F5-413C-A802-6ACEB0C4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386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5BBE57E-D254-DF7A-F89F-78746FA60E1D}"/>
              </a:ext>
            </a:extLst>
          </p:cNvPr>
          <p:cNvCxnSpPr>
            <a:cxnSpLocks/>
          </p:cNvCxnSpPr>
          <p:nvPr/>
        </p:nvCxnSpPr>
        <p:spPr>
          <a:xfrm>
            <a:off x="7527047" y="2330698"/>
            <a:ext cx="8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70F04DB8-0B72-1A3B-2BC5-720A77F1C391}"/>
              </a:ext>
            </a:extLst>
          </p:cNvPr>
          <p:cNvCxnSpPr/>
          <p:nvPr/>
        </p:nvCxnSpPr>
        <p:spPr>
          <a:xfrm>
            <a:off x="7517798" y="3656869"/>
            <a:ext cx="448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図 19">
            <a:extLst>
              <a:ext uri="{FF2B5EF4-FFF2-40B4-BE49-F238E27FC236}">
                <a16:creationId xmlns:a16="http://schemas.microsoft.com/office/drawing/2014/main" id="{B32585FD-00CE-1CB6-6386-F11D3A713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45" t="18241" r="82892" b="72269"/>
          <a:stretch>
            <a:fillRect/>
          </a:stretch>
        </p:blipFill>
        <p:spPr>
          <a:xfrm>
            <a:off x="632009" y="4930092"/>
            <a:ext cx="676289" cy="589954"/>
          </a:xfrm>
          <a:custGeom>
            <a:avLst/>
            <a:gdLst>
              <a:gd name="csX0" fmla="*/ 549275 w 746125"/>
              <a:gd name="csY0" fmla="*/ 0 h 650875"/>
              <a:gd name="csX1" fmla="*/ 746125 w 746125"/>
              <a:gd name="csY1" fmla="*/ 317500 h 650875"/>
              <a:gd name="csX2" fmla="*/ 555625 w 746125"/>
              <a:gd name="csY2" fmla="*/ 647700 h 650875"/>
              <a:gd name="csX3" fmla="*/ 187325 w 746125"/>
              <a:gd name="csY3" fmla="*/ 650875 h 650875"/>
              <a:gd name="csX4" fmla="*/ 0 w 746125"/>
              <a:gd name="csY4" fmla="*/ 323850 h 650875"/>
              <a:gd name="csX5" fmla="*/ 180975 w 746125"/>
              <a:gd name="csY5" fmla="*/ 6350 h 650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46125" h="650875">
                <a:moveTo>
                  <a:pt x="549275" y="0"/>
                </a:moveTo>
                <a:lnTo>
                  <a:pt x="746125" y="317500"/>
                </a:lnTo>
                <a:lnTo>
                  <a:pt x="555625" y="647700"/>
                </a:lnTo>
                <a:lnTo>
                  <a:pt x="187325" y="650875"/>
                </a:lnTo>
                <a:lnTo>
                  <a:pt x="0" y="323850"/>
                </a:lnTo>
                <a:lnTo>
                  <a:pt x="180975" y="6350"/>
                </a:lnTo>
                <a:close/>
              </a:path>
            </a:pathLst>
          </a:cu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3B12CBFA-D03A-1F19-5778-827CCACB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91" t="27083" r="60904" b="61852"/>
          <a:stretch>
            <a:fillRect/>
          </a:stretch>
        </p:blipFill>
        <p:spPr>
          <a:xfrm>
            <a:off x="7874571" y="3249786"/>
            <a:ext cx="892175" cy="758825"/>
          </a:xfrm>
          <a:custGeom>
            <a:avLst/>
            <a:gdLst>
              <a:gd name="csX0" fmla="*/ 488950 w 892175"/>
              <a:gd name="csY0" fmla="*/ 0 h 758825"/>
              <a:gd name="csX1" fmla="*/ 892175 w 892175"/>
              <a:gd name="csY1" fmla="*/ 228600 h 758825"/>
              <a:gd name="csX2" fmla="*/ 885825 w 892175"/>
              <a:gd name="csY2" fmla="*/ 492125 h 758825"/>
              <a:gd name="csX3" fmla="*/ 546100 w 892175"/>
              <a:gd name="csY3" fmla="*/ 669925 h 758825"/>
              <a:gd name="csX4" fmla="*/ 552450 w 892175"/>
              <a:gd name="csY4" fmla="*/ 758825 h 758825"/>
              <a:gd name="csX5" fmla="*/ 454025 w 892175"/>
              <a:gd name="csY5" fmla="*/ 698500 h 758825"/>
              <a:gd name="csX6" fmla="*/ 415925 w 892175"/>
              <a:gd name="csY6" fmla="*/ 714375 h 758825"/>
              <a:gd name="csX7" fmla="*/ 374650 w 892175"/>
              <a:gd name="csY7" fmla="*/ 701675 h 758825"/>
              <a:gd name="csX8" fmla="*/ 387350 w 892175"/>
              <a:gd name="csY8" fmla="*/ 641350 h 758825"/>
              <a:gd name="csX9" fmla="*/ 85725 w 892175"/>
              <a:gd name="csY9" fmla="*/ 473075 h 758825"/>
              <a:gd name="csX10" fmla="*/ 53975 w 892175"/>
              <a:gd name="csY10" fmla="*/ 504825 h 758825"/>
              <a:gd name="csX11" fmla="*/ 22225 w 892175"/>
              <a:gd name="csY11" fmla="*/ 495300 h 758825"/>
              <a:gd name="csX12" fmla="*/ 22225 w 892175"/>
              <a:gd name="csY12" fmla="*/ 441325 h 758825"/>
              <a:gd name="csX13" fmla="*/ 0 w 892175"/>
              <a:gd name="csY13" fmla="*/ 434975 h 758825"/>
              <a:gd name="csX14" fmla="*/ 3175 w 892175"/>
              <a:gd name="csY14" fmla="*/ 187325 h 758825"/>
              <a:gd name="csX15" fmla="*/ 85725 w 892175"/>
              <a:gd name="csY15" fmla="*/ 225425 h 758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892175" h="758825">
                <a:moveTo>
                  <a:pt x="488950" y="0"/>
                </a:moveTo>
                <a:lnTo>
                  <a:pt x="892175" y="228600"/>
                </a:lnTo>
                <a:lnTo>
                  <a:pt x="885825" y="492125"/>
                </a:lnTo>
                <a:lnTo>
                  <a:pt x="546100" y="669925"/>
                </a:lnTo>
                <a:lnTo>
                  <a:pt x="552450" y="758825"/>
                </a:lnTo>
                <a:lnTo>
                  <a:pt x="454025" y="698500"/>
                </a:lnTo>
                <a:lnTo>
                  <a:pt x="415925" y="714375"/>
                </a:lnTo>
                <a:lnTo>
                  <a:pt x="374650" y="701675"/>
                </a:lnTo>
                <a:lnTo>
                  <a:pt x="387350" y="641350"/>
                </a:lnTo>
                <a:lnTo>
                  <a:pt x="85725" y="473075"/>
                </a:lnTo>
                <a:lnTo>
                  <a:pt x="53975" y="504825"/>
                </a:lnTo>
                <a:lnTo>
                  <a:pt x="22225" y="495300"/>
                </a:lnTo>
                <a:lnTo>
                  <a:pt x="22225" y="441325"/>
                </a:lnTo>
                <a:lnTo>
                  <a:pt x="0" y="434975"/>
                </a:lnTo>
                <a:cubicBezTo>
                  <a:pt x="1058" y="352425"/>
                  <a:pt x="2117" y="269875"/>
                  <a:pt x="3175" y="187325"/>
                </a:cubicBezTo>
                <a:lnTo>
                  <a:pt x="85725" y="225425"/>
                </a:lnTo>
                <a:close/>
              </a:path>
            </a:pathLst>
          </a:custGeom>
        </p:spPr>
      </p:pic>
      <p:sp>
        <p:nvSpPr>
          <p:cNvPr id="22" name="円柱 21">
            <a:extLst>
              <a:ext uri="{FF2B5EF4-FFF2-40B4-BE49-F238E27FC236}">
                <a16:creationId xmlns:a16="http://schemas.microsoft.com/office/drawing/2014/main" id="{831C735B-2633-A5FF-523C-38A99ADC9CD7}"/>
              </a:ext>
            </a:extLst>
          </p:cNvPr>
          <p:cNvSpPr/>
          <p:nvPr/>
        </p:nvSpPr>
        <p:spPr>
          <a:xfrm>
            <a:off x="1976668" y="4134965"/>
            <a:ext cx="140701" cy="1440000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kumimoji="0" lang="ja-JP" altLang="en-US" sz="10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69A27CE-F98E-2781-8924-F0BE24683E2D}"/>
              </a:ext>
            </a:extLst>
          </p:cNvPr>
          <p:cNvSpPr txBox="1"/>
          <p:nvPr/>
        </p:nvSpPr>
        <p:spPr>
          <a:xfrm>
            <a:off x="8026612" y="2620070"/>
            <a:ext cx="9509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DA Server</a:t>
            </a: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4A2F585-F454-4937-9FC3-5AE54AF76D96}"/>
              </a:ext>
            </a:extLst>
          </p:cNvPr>
          <p:cNvSpPr txBox="1"/>
          <p:nvPr/>
        </p:nvSpPr>
        <p:spPr>
          <a:xfrm>
            <a:off x="7742164" y="3902233"/>
            <a:ext cx="1870218" cy="757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拠点 </a:t>
            </a: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Interface</a:t>
            </a:r>
            <a:r>
              <a:rPr kumimoji="0" lang="ja-JP" altLang="en-US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kumimoji="0" lang="ja-JP" altLang="en-US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UFL</a:t>
            </a:r>
          </a:p>
          <a:p>
            <a:pPr>
              <a:lnSpc>
                <a:spcPct val="150000"/>
              </a:lnSpc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拠点 </a:t>
            </a: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Interface</a:t>
            </a:r>
            <a:r>
              <a:rPr kumimoji="0" lang="ja-JP" altLang="en-US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kumimoji="0" lang="ja-JP" altLang="en-US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UFL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拠点 </a:t>
            </a: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Interface</a:t>
            </a:r>
            <a:r>
              <a:rPr kumimoji="0" lang="ja-JP" altLang="en-US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</a:t>
            </a:r>
            <a:r>
              <a:rPr kumimoji="0" lang="ja-JP" altLang="en-US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UFL</a:t>
            </a:r>
            <a:endParaRPr kumimoji="0" lang="en-US" altLang="ja-JP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7B4911B-276A-454B-E133-6395225B227F}"/>
              </a:ext>
            </a:extLst>
          </p:cNvPr>
          <p:cNvSpPr txBox="1"/>
          <p:nvPr/>
        </p:nvSpPr>
        <p:spPr>
          <a:xfrm>
            <a:off x="240125" y="5499309"/>
            <a:ext cx="139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Process Controls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DCS/SCADA/PLC</a:t>
            </a:r>
          </a:p>
        </p:txBody>
      </p: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BFA26743-B6AE-4C7B-8657-06112CC40FCE}"/>
              </a:ext>
            </a:extLst>
          </p:cNvPr>
          <p:cNvCxnSpPr>
            <a:cxnSpLocks/>
            <a:stCxn id="20" idx="1"/>
            <a:endCxn id="22" idx="2"/>
          </p:cNvCxnSpPr>
          <p:nvPr/>
        </p:nvCxnSpPr>
        <p:spPr>
          <a:xfrm flipV="1">
            <a:off x="1308298" y="4854965"/>
            <a:ext cx="668370" cy="36290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pic>
        <p:nvPicPr>
          <p:cNvPr id="27" name="図 26">
            <a:extLst>
              <a:ext uri="{FF2B5EF4-FFF2-40B4-BE49-F238E27FC236}">
                <a16:creationId xmlns:a16="http://schemas.microsoft.com/office/drawing/2014/main" id="{48F015E2-7332-5BF8-574D-FFE8D006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92" t="19769" r="34553" b="68889"/>
          <a:stretch>
            <a:fillRect/>
          </a:stretch>
        </p:blipFill>
        <p:spPr>
          <a:xfrm>
            <a:off x="8057261" y="1932374"/>
            <a:ext cx="833937" cy="706971"/>
          </a:xfrm>
          <a:custGeom>
            <a:avLst/>
            <a:gdLst>
              <a:gd name="csX0" fmla="*/ 504825 w 917575"/>
              <a:gd name="csY0" fmla="*/ 0 h 777875"/>
              <a:gd name="csX1" fmla="*/ 914400 w 917575"/>
              <a:gd name="csY1" fmla="*/ 228600 h 777875"/>
              <a:gd name="csX2" fmla="*/ 917575 w 917575"/>
              <a:gd name="csY2" fmla="*/ 492125 h 777875"/>
              <a:gd name="csX3" fmla="*/ 838200 w 917575"/>
              <a:gd name="csY3" fmla="*/ 546100 h 777875"/>
              <a:gd name="csX4" fmla="*/ 838200 w 917575"/>
              <a:gd name="csY4" fmla="*/ 673100 h 777875"/>
              <a:gd name="csX5" fmla="*/ 806450 w 917575"/>
              <a:gd name="csY5" fmla="*/ 695325 h 777875"/>
              <a:gd name="csX6" fmla="*/ 768350 w 917575"/>
              <a:gd name="csY6" fmla="*/ 708025 h 777875"/>
              <a:gd name="csX7" fmla="*/ 704850 w 917575"/>
              <a:gd name="csY7" fmla="*/ 701675 h 777875"/>
              <a:gd name="csX8" fmla="*/ 682625 w 917575"/>
              <a:gd name="csY8" fmla="*/ 692150 h 777875"/>
              <a:gd name="csX9" fmla="*/ 654050 w 917575"/>
              <a:gd name="csY9" fmla="*/ 654050 h 777875"/>
              <a:gd name="csX10" fmla="*/ 574675 w 917575"/>
              <a:gd name="csY10" fmla="*/ 701675 h 777875"/>
              <a:gd name="csX11" fmla="*/ 577850 w 917575"/>
              <a:gd name="csY11" fmla="*/ 777875 h 777875"/>
              <a:gd name="csX12" fmla="*/ 482600 w 917575"/>
              <a:gd name="csY12" fmla="*/ 714375 h 777875"/>
              <a:gd name="csX13" fmla="*/ 428625 w 917575"/>
              <a:gd name="csY13" fmla="*/ 739775 h 777875"/>
              <a:gd name="csX14" fmla="*/ 400050 w 917575"/>
              <a:gd name="csY14" fmla="*/ 739775 h 777875"/>
              <a:gd name="csX15" fmla="*/ 396875 w 917575"/>
              <a:gd name="csY15" fmla="*/ 673100 h 777875"/>
              <a:gd name="csX16" fmla="*/ 98425 w 917575"/>
              <a:gd name="csY16" fmla="*/ 495300 h 777875"/>
              <a:gd name="csX17" fmla="*/ 63500 w 917575"/>
              <a:gd name="csY17" fmla="*/ 530225 h 777875"/>
              <a:gd name="csX18" fmla="*/ 25400 w 917575"/>
              <a:gd name="csY18" fmla="*/ 514350 h 777875"/>
              <a:gd name="csX19" fmla="*/ 25400 w 917575"/>
              <a:gd name="csY19" fmla="*/ 466725 h 777875"/>
              <a:gd name="csX20" fmla="*/ 12700 w 917575"/>
              <a:gd name="csY20" fmla="*/ 463550 h 777875"/>
              <a:gd name="csX21" fmla="*/ 0 w 917575"/>
              <a:gd name="csY21" fmla="*/ 200025 h 777875"/>
              <a:gd name="csX22" fmla="*/ 101600 w 917575"/>
              <a:gd name="csY22" fmla="*/ 238125 h 77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917575" h="777875">
                <a:moveTo>
                  <a:pt x="504825" y="0"/>
                </a:moveTo>
                <a:lnTo>
                  <a:pt x="914400" y="228600"/>
                </a:lnTo>
                <a:cubicBezTo>
                  <a:pt x="915458" y="316442"/>
                  <a:pt x="916517" y="404283"/>
                  <a:pt x="917575" y="492125"/>
                </a:cubicBezTo>
                <a:lnTo>
                  <a:pt x="838200" y="546100"/>
                </a:lnTo>
                <a:lnTo>
                  <a:pt x="838200" y="673100"/>
                </a:lnTo>
                <a:lnTo>
                  <a:pt x="806450" y="695325"/>
                </a:lnTo>
                <a:lnTo>
                  <a:pt x="768350" y="708025"/>
                </a:lnTo>
                <a:lnTo>
                  <a:pt x="704850" y="701675"/>
                </a:lnTo>
                <a:lnTo>
                  <a:pt x="682625" y="692150"/>
                </a:lnTo>
                <a:lnTo>
                  <a:pt x="654050" y="654050"/>
                </a:lnTo>
                <a:lnTo>
                  <a:pt x="574675" y="701675"/>
                </a:lnTo>
                <a:lnTo>
                  <a:pt x="577850" y="777875"/>
                </a:lnTo>
                <a:lnTo>
                  <a:pt x="482600" y="714375"/>
                </a:lnTo>
                <a:lnTo>
                  <a:pt x="428625" y="739775"/>
                </a:lnTo>
                <a:lnTo>
                  <a:pt x="400050" y="739775"/>
                </a:lnTo>
                <a:lnTo>
                  <a:pt x="396875" y="673100"/>
                </a:lnTo>
                <a:lnTo>
                  <a:pt x="98425" y="495300"/>
                </a:lnTo>
                <a:lnTo>
                  <a:pt x="63500" y="530225"/>
                </a:lnTo>
                <a:lnTo>
                  <a:pt x="25400" y="514350"/>
                </a:lnTo>
                <a:lnTo>
                  <a:pt x="25400" y="466725"/>
                </a:lnTo>
                <a:lnTo>
                  <a:pt x="12700" y="463550"/>
                </a:lnTo>
                <a:lnTo>
                  <a:pt x="0" y="200025"/>
                </a:lnTo>
                <a:lnTo>
                  <a:pt x="101600" y="238125"/>
                </a:lnTo>
                <a:close/>
              </a:path>
            </a:pathLst>
          </a:custGeom>
        </p:spPr>
      </p:pic>
      <p:sp>
        <p:nvSpPr>
          <p:cNvPr id="28" name="円柱 27">
            <a:extLst>
              <a:ext uri="{FF2B5EF4-FFF2-40B4-BE49-F238E27FC236}">
                <a16:creationId xmlns:a16="http://schemas.microsoft.com/office/drawing/2014/main" id="{6042F402-67C2-4FA3-A990-F6F4C88E1F85}"/>
              </a:ext>
            </a:extLst>
          </p:cNvPr>
          <p:cNvSpPr/>
          <p:nvPr/>
        </p:nvSpPr>
        <p:spPr>
          <a:xfrm>
            <a:off x="7410343" y="10551"/>
            <a:ext cx="107455" cy="6376467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kumimoji="0" lang="ja-JP" altLang="en-US" sz="10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8949EC78-48A0-9F65-7DCC-DA9335A1090A}"/>
              </a:ext>
            </a:extLst>
          </p:cNvPr>
          <p:cNvCxnSpPr>
            <a:cxnSpLocks/>
          </p:cNvCxnSpPr>
          <p:nvPr/>
        </p:nvCxnSpPr>
        <p:spPr>
          <a:xfrm>
            <a:off x="5605033" y="2717619"/>
            <a:ext cx="1825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図 46">
            <a:extLst>
              <a:ext uri="{FF2B5EF4-FFF2-40B4-BE49-F238E27FC236}">
                <a16:creationId xmlns:a16="http://schemas.microsoft.com/office/drawing/2014/main" id="{574B38DA-0E00-7155-55FF-8BD5453F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45" t="18241" r="82892" b="72269"/>
          <a:stretch>
            <a:fillRect/>
          </a:stretch>
        </p:blipFill>
        <p:spPr>
          <a:xfrm>
            <a:off x="634296" y="869728"/>
            <a:ext cx="676289" cy="589954"/>
          </a:xfrm>
          <a:custGeom>
            <a:avLst/>
            <a:gdLst>
              <a:gd name="csX0" fmla="*/ 549275 w 746125"/>
              <a:gd name="csY0" fmla="*/ 0 h 650875"/>
              <a:gd name="csX1" fmla="*/ 746125 w 746125"/>
              <a:gd name="csY1" fmla="*/ 317500 h 650875"/>
              <a:gd name="csX2" fmla="*/ 555625 w 746125"/>
              <a:gd name="csY2" fmla="*/ 647700 h 650875"/>
              <a:gd name="csX3" fmla="*/ 187325 w 746125"/>
              <a:gd name="csY3" fmla="*/ 650875 h 650875"/>
              <a:gd name="csX4" fmla="*/ 0 w 746125"/>
              <a:gd name="csY4" fmla="*/ 323850 h 650875"/>
              <a:gd name="csX5" fmla="*/ 180975 w 746125"/>
              <a:gd name="csY5" fmla="*/ 6350 h 650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46125" h="650875">
                <a:moveTo>
                  <a:pt x="549275" y="0"/>
                </a:moveTo>
                <a:lnTo>
                  <a:pt x="746125" y="317500"/>
                </a:lnTo>
                <a:lnTo>
                  <a:pt x="555625" y="647700"/>
                </a:lnTo>
                <a:lnTo>
                  <a:pt x="187325" y="650875"/>
                </a:lnTo>
                <a:lnTo>
                  <a:pt x="0" y="323850"/>
                </a:lnTo>
                <a:lnTo>
                  <a:pt x="180975" y="6350"/>
                </a:lnTo>
                <a:close/>
              </a:path>
            </a:pathLst>
          </a:custGeom>
        </p:spPr>
      </p:pic>
      <p:sp>
        <p:nvSpPr>
          <p:cNvPr id="48" name="円柱 47">
            <a:extLst>
              <a:ext uri="{FF2B5EF4-FFF2-40B4-BE49-F238E27FC236}">
                <a16:creationId xmlns:a16="http://schemas.microsoft.com/office/drawing/2014/main" id="{E4638070-0FC2-B569-DD05-50E874BD730A}"/>
              </a:ext>
            </a:extLst>
          </p:cNvPr>
          <p:cNvSpPr/>
          <p:nvPr/>
        </p:nvSpPr>
        <p:spPr>
          <a:xfrm>
            <a:off x="1978955" y="74601"/>
            <a:ext cx="140701" cy="1440000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kumimoji="0" lang="ja-JP" altLang="en-US" sz="10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B319E73-08E7-1BD8-A87F-A0CF415DDE05}"/>
              </a:ext>
            </a:extLst>
          </p:cNvPr>
          <p:cNvSpPr txBox="1"/>
          <p:nvPr/>
        </p:nvSpPr>
        <p:spPr>
          <a:xfrm>
            <a:off x="242412" y="1438945"/>
            <a:ext cx="139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Process Controls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DCS/SCADA/PLC</a:t>
            </a:r>
          </a:p>
        </p:txBody>
      </p: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E3D04D45-70A0-04D2-A8C4-362DA3960E0F}"/>
              </a:ext>
            </a:extLst>
          </p:cNvPr>
          <p:cNvCxnSpPr>
            <a:cxnSpLocks/>
            <a:stCxn id="47" idx="1"/>
            <a:endCxn id="48" idx="2"/>
          </p:cNvCxnSpPr>
          <p:nvPr/>
        </p:nvCxnSpPr>
        <p:spPr>
          <a:xfrm flipV="1">
            <a:off x="1310585" y="794601"/>
            <a:ext cx="668370" cy="36290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CE65C94-A4E4-46B5-A8F7-6A056FB3F488}"/>
              </a:ext>
            </a:extLst>
          </p:cNvPr>
          <p:cNvSpPr txBox="1"/>
          <p:nvPr/>
        </p:nvSpPr>
        <p:spPr>
          <a:xfrm>
            <a:off x="2367198" y="705480"/>
            <a:ext cx="187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Edge Data Store</a:t>
            </a:r>
          </a:p>
        </p:txBody>
      </p:sp>
      <p:pic>
        <p:nvPicPr>
          <p:cNvPr id="52" name="図 51">
            <a:extLst>
              <a:ext uri="{FF2B5EF4-FFF2-40B4-BE49-F238E27FC236}">
                <a16:creationId xmlns:a16="http://schemas.microsoft.com/office/drawing/2014/main" id="{5ADBCD0E-31B2-0FCF-A76B-239BEF99C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9" t="33463" r="82298" b="56537"/>
          <a:stretch>
            <a:fillRect/>
          </a:stretch>
        </p:blipFill>
        <p:spPr>
          <a:xfrm>
            <a:off x="2540351" y="107254"/>
            <a:ext cx="739602" cy="621611"/>
          </a:xfrm>
          <a:custGeom>
            <a:avLst/>
            <a:gdLst>
              <a:gd name="csX0" fmla="*/ 447675 w 815975"/>
              <a:gd name="csY0" fmla="*/ 0 h 685800"/>
              <a:gd name="csX1" fmla="*/ 815975 w 815975"/>
              <a:gd name="csY1" fmla="*/ 206375 h 685800"/>
              <a:gd name="csX2" fmla="*/ 815975 w 815975"/>
              <a:gd name="csY2" fmla="*/ 434975 h 685800"/>
              <a:gd name="csX3" fmla="*/ 733425 w 815975"/>
              <a:gd name="csY3" fmla="*/ 476250 h 685800"/>
              <a:gd name="csX4" fmla="*/ 742950 w 815975"/>
              <a:gd name="csY4" fmla="*/ 593725 h 685800"/>
              <a:gd name="csX5" fmla="*/ 708025 w 815975"/>
              <a:gd name="csY5" fmla="*/ 615950 h 685800"/>
              <a:gd name="csX6" fmla="*/ 628650 w 815975"/>
              <a:gd name="csY6" fmla="*/ 622300 h 685800"/>
              <a:gd name="csX7" fmla="*/ 603250 w 815975"/>
              <a:gd name="csY7" fmla="*/ 596900 h 685800"/>
              <a:gd name="csX8" fmla="*/ 577850 w 815975"/>
              <a:gd name="csY8" fmla="*/ 587375 h 685800"/>
              <a:gd name="csX9" fmla="*/ 577850 w 815975"/>
              <a:gd name="csY9" fmla="*/ 561975 h 685800"/>
              <a:gd name="csX10" fmla="*/ 501650 w 815975"/>
              <a:gd name="csY10" fmla="*/ 606425 h 685800"/>
              <a:gd name="csX11" fmla="*/ 511175 w 815975"/>
              <a:gd name="csY11" fmla="*/ 685800 h 685800"/>
              <a:gd name="csX12" fmla="*/ 419100 w 815975"/>
              <a:gd name="csY12" fmla="*/ 622300 h 685800"/>
              <a:gd name="csX13" fmla="*/ 403225 w 815975"/>
              <a:gd name="csY13" fmla="*/ 647700 h 685800"/>
              <a:gd name="csX14" fmla="*/ 374650 w 815975"/>
              <a:gd name="csY14" fmla="*/ 647700 h 685800"/>
              <a:gd name="csX15" fmla="*/ 349250 w 815975"/>
              <a:gd name="csY15" fmla="*/ 631825 h 685800"/>
              <a:gd name="csX16" fmla="*/ 349250 w 815975"/>
              <a:gd name="csY16" fmla="*/ 581025 h 685800"/>
              <a:gd name="csX17" fmla="*/ 85725 w 815975"/>
              <a:gd name="csY17" fmla="*/ 444500 h 685800"/>
              <a:gd name="csX18" fmla="*/ 38100 w 815975"/>
              <a:gd name="csY18" fmla="*/ 457200 h 685800"/>
              <a:gd name="csX19" fmla="*/ 19050 w 815975"/>
              <a:gd name="csY19" fmla="*/ 447675 h 685800"/>
              <a:gd name="csX20" fmla="*/ 12700 w 815975"/>
              <a:gd name="csY20" fmla="*/ 400050 h 685800"/>
              <a:gd name="csX21" fmla="*/ 0 w 815975"/>
              <a:gd name="csY21" fmla="*/ 384175 h 685800"/>
              <a:gd name="csX22" fmla="*/ 9525 w 815975"/>
              <a:gd name="csY22" fmla="*/ 146050 h 685800"/>
              <a:gd name="csX23" fmla="*/ 82550 w 815975"/>
              <a:gd name="csY23" fmla="*/ 200025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815975" h="685800">
                <a:moveTo>
                  <a:pt x="447675" y="0"/>
                </a:moveTo>
                <a:lnTo>
                  <a:pt x="815975" y="206375"/>
                </a:lnTo>
                <a:lnTo>
                  <a:pt x="815975" y="434975"/>
                </a:lnTo>
                <a:lnTo>
                  <a:pt x="733425" y="476250"/>
                </a:lnTo>
                <a:lnTo>
                  <a:pt x="742950" y="593725"/>
                </a:lnTo>
                <a:lnTo>
                  <a:pt x="708025" y="615950"/>
                </a:lnTo>
                <a:lnTo>
                  <a:pt x="628650" y="622300"/>
                </a:lnTo>
                <a:lnTo>
                  <a:pt x="603250" y="596900"/>
                </a:lnTo>
                <a:lnTo>
                  <a:pt x="577850" y="587375"/>
                </a:lnTo>
                <a:lnTo>
                  <a:pt x="577850" y="561975"/>
                </a:lnTo>
                <a:lnTo>
                  <a:pt x="501650" y="606425"/>
                </a:lnTo>
                <a:lnTo>
                  <a:pt x="511175" y="685800"/>
                </a:lnTo>
                <a:lnTo>
                  <a:pt x="419100" y="622300"/>
                </a:lnTo>
                <a:lnTo>
                  <a:pt x="403225" y="647700"/>
                </a:lnTo>
                <a:lnTo>
                  <a:pt x="374650" y="647700"/>
                </a:lnTo>
                <a:lnTo>
                  <a:pt x="349250" y="631825"/>
                </a:lnTo>
                <a:lnTo>
                  <a:pt x="349250" y="581025"/>
                </a:lnTo>
                <a:lnTo>
                  <a:pt x="85725" y="444500"/>
                </a:lnTo>
                <a:lnTo>
                  <a:pt x="38100" y="457200"/>
                </a:lnTo>
                <a:lnTo>
                  <a:pt x="19050" y="447675"/>
                </a:lnTo>
                <a:lnTo>
                  <a:pt x="12700" y="400050"/>
                </a:lnTo>
                <a:lnTo>
                  <a:pt x="0" y="384175"/>
                </a:lnTo>
                <a:lnTo>
                  <a:pt x="9525" y="146050"/>
                </a:lnTo>
                <a:lnTo>
                  <a:pt x="82550" y="200025"/>
                </a:lnTo>
                <a:close/>
              </a:path>
            </a:pathLst>
          </a:custGeom>
        </p:spPr>
      </p:pic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E3AC51FB-D3D6-EF35-22E0-FA18C2EABBF2}"/>
              </a:ext>
            </a:extLst>
          </p:cNvPr>
          <p:cNvCxnSpPr>
            <a:cxnSpLocks/>
          </p:cNvCxnSpPr>
          <p:nvPr/>
        </p:nvCxnSpPr>
        <p:spPr>
          <a:xfrm>
            <a:off x="2122955" y="437019"/>
            <a:ext cx="448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グラフィックス 53" descr="ディスク 単色塗りつぶし">
            <a:extLst>
              <a:ext uri="{FF2B5EF4-FFF2-40B4-BE49-F238E27FC236}">
                <a16:creationId xmlns:a16="http://schemas.microsoft.com/office/drawing/2014/main" id="{ABB05D63-5FD9-5393-112C-4435EC27B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3494" y="160936"/>
            <a:ext cx="258917" cy="258917"/>
          </a:xfrm>
          <a:prstGeom prst="rect">
            <a:avLst/>
          </a:prstGeom>
        </p:spPr>
      </p:pic>
      <p:pic>
        <p:nvPicPr>
          <p:cNvPr id="55" name="グラフィックス 54" descr="円グラフ 単色塗りつぶし">
            <a:extLst>
              <a:ext uri="{FF2B5EF4-FFF2-40B4-BE49-F238E27FC236}">
                <a16:creationId xmlns:a16="http://schemas.microsoft.com/office/drawing/2014/main" id="{EAB6666C-BAC5-39D2-9EB2-38D048BCA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1413" y="237712"/>
            <a:ext cx="274045" cy="274045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3BF7FB28-0403-4951-5FC6-0090810A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45" t="18241" r="82892" b="72269"/>
          <a:stretch>
            <a:fillRect/>
          </a:stretch>
        </p:blipFill>
        <p:spPr>
          <a:xfrm>
            <a:off x="632009" y="2875297"/>
            <a:ext cx="676289" cy="589954"/>
          </a:xfrm>
          <a:custGeom>
            <a:avLst/>
            <a:gdLst>
              <a:gd name="csX0" fmla="*/ 549275 w 746125"/>
              <a:gd name="csY0" fmla="*/ 0 h 650875"/>
              <a:gd name="csX1" fmla="*/ 746125 w 746125"/>
              <a:gd name="csY1" fmla="*/ 317500 h 650875"/>
              <a:gd name="csX2" fmla="*/ 555625 w 746125"/>
              <a:gd name="csY2" fmla="*/ 647700 h 650875"/>
              <a:gd name="csX3" fmla="*/ 187325 w 746125"/>
              <a:gd name="csY3" fmla="*/ 650875 h 650875"/>
              <a:gd name="csX4" fmla="*/ 0 w 746125"/>
              <a:gd name="csY4" fmla="*/ 323850 h 650875"/>
              <a:gd name="csX5" fmla="*/ 180975 w 746125"/>
              <a:gd name="csY5" fmla="*/ 6350 h 650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46125" h="650875">
                <a:moveTo>
                  <a:pt x="549275" y="0"/>
                </a:moveTo>
                <a:lnTo>
                  <a:pt x="746125" y="317500"/>
                </a:lnTo>
                <a:lnTo>
                  <a:pt x="555625" y="647700"/>
                </a:lnTo>
                <a:lnTo>
                  <a:pt x="187325" y="650875"/>
                </a:lnTo>
                <a:lnTo>
                  <a:pt x="0" y="323850"/>
                </a:lnTo>
                <a:lnTo>
                  <a:pt x="180975" y="6350"/>
                </a:lnTo>
                <a:close/>
              </a:path>
            </a:pathLst>
          </a:custGeom>
        </p:spPr>
      </p:pic>
      <p:sp>
        <p:nvSpPr>
          <p:cNvPr id="58" name="円柱 57">
            <a:extLst>
              <a:ext uri="{FF2B5EF4-FFF2-40B4-BE49-F238E27FC236}">
                <a16:creationId xmlns:a16="http://schemas.microsoft.com/office/drawing/2014/main" id="{8F6D7A28-A6DC-7269-3E33-B487387813B4}"/>
              </a:ext>
            </a:extLst>
          </p:cNvPr>
          <p:cNvSpPr/>
          <p:nvPr/>
        </p:nvSpPr>
        <p:spPr>
          <a:xfrm>
            <a:off x="1976668" y="2080170"/>
            <a:ext cx="140701" cy="1440000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9AE63E0-B24B-660C-45EF-749D5A5B7A2E}"/>
              </a:ext>
            </a:extLst>
          </p:cNvPr>
          <p:cNvSpPr txBox="1"/>
          <p:nvPr/>
        </p:nvSpPr>
        <p:spPr>
          <a:xfrm>
            <a:off x="240125" y="3444514"/>
            <a:ext cx="139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Process Controls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DCS/SCADA/PLC</a:t>
            </a:r>
          </a:p>
        </p:txBody>
      </p: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C1AF540E-37EF-377B-7BCF-A753BD961E9E}"/>
              </a:ext>
            </a:extLst>
          </p:cNvPr>
          <p:cNvCxnSpPr>
            <a:cxnSpLocks/>
            <a:stCxn id="57" idx="1"/>
            <a:endCxn id="58" idx="2"/>
          </p:cNvCxnSpPr>
          <p:nvPr/>
        </p:nvCxnSpPr>
        <p:spPr>
          <a:xfrm flipV="1">
            <a:off x="1308298" y="2800170"/>
            <a:ext cx="668370" cy="362909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66" name="円柱 65">
            <a:extLst>
              <a:ext uri="{FF2B5EF4-FFF2-40B4-BE49-F238E27FC236}">
                <a16:creationId xmlns:a16="http://schemas.microsoft.com/office/drawing/2014/main" id="{B660CA40-A3D0-DE57-D4E2-D0F3CB8116AE}"/>
              </a:ext>
            </a:extLst>
          </p:cNvPr>
          <p:cNvSpPr/>
          <p:nvPr/>
        </p:nvSpPr>
        <p:spPr>
          <a:xfrm>
            <a:off x="5497578" y="10551"/>
            <a:ext cx="107455" cy="6376467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kumimoji="0" lang="ja-JP" altLang="en-US" sz="10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8" name="图片 24">
            <a:extLst>
              <a:ext uri="{FF2B5EF4-FFF2-40B4-BE49-F238E27FC236}">
                <a16:creationId xmlns:a16="http://schemas.microsoft.com/office/drawing/2014/main" id="{9987E4FB-F07A-8018-B10B-EC07CA50889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47625" y="2400701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70" name="矩形 17">
            <a:extLst>
              <a:ext uri="{FF2B5EF4-FFF2-40B4-BE49-F238E27FC236}">
                <a16:creationId xmlns:a16="http://schemas.microsoft.com/office/drawing/2014/main" id="{BF4798C7-ECFE-FFC8-14B4-14E9D03DA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437" y="198563"/>
            <a:ext cx="10736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高速連携基盤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矩形 17">
            <a:extLst>
              <a:ext uri="{FF2B5EF4-FFF2-40B4-BE49-F238E27FC236}">
                <a16:creationId xmlns:a16="http://schemas.microsoft.com/office/drawing/2014/main" id="{2F217290-C5E2-59D6-7CBE-8CF679FC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5005" y="1634610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CSV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ツール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矩形 17">
            <a:extLst>
              <a:ext uri="{FF2B5EF4-FFF2-40B4-BE49-F238E27FC236}">
                <a16:creationId xmlns:a16="http://schemas.microsoft.com/office/drawing/2014/main" id="{5A1F63B6-0ABC-6471-BB4C-1E71DC99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514" y="2194828"/>
            <a:ext cx="10736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B</a:t>
            </a: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拠点</a:t>
            </a:r>
            <a:endParaRPr lang="en-US" altLang="ja-JP" sz="1000" b="1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algn="ctr">
              <a:defRPr/>
            </a:pP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（</a:t>
            </a: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5000Tags)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矩形 17">
            <a:extLst>
              <a:ext uri="{FF2B5EF4-FFF2-40B4-BE49-F238E27FC236}">
                <a16:creationId xmlns:a16="http://schemas.microsoft.com/office/drawing/2014/main" id="{E936FBEB-E643-6A47-1B52-0EA0047CD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54" y="80773"/>
            <a:ext cx="10736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A</a:t>
            </a: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拠点</a:t>
            </a:r>
            <a:endParaRPr lang="en-US" altLang="ja-JP" sz="1000" b="1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algn="ctr">
              <a:defRPr/>
            </a:pP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（</a:t>
            </a: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5000Tags)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矩形 17">
            <a:extLst>
              <a:ext uri="{FF2B5EF4-FFF2-40B4-BE49-F238E27FC236}">
                <a16:creationId xmlns:a16="http://schemas.microsoft.com/office/drawing/2014/main" id="{42F75B50-0F00-34FB-D8AC-4914752C3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5" y="4251577"/>
            <a:ext cx="10736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C</a:t>
            </a: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拠点</a:t>
            </a:r>
            <a:endParaRPr lang="en-US" altLang="ja-JP" sz="1000" b="1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algn="ctr">
              <a:defRPr/>
            </a:pP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（</a:t>
            </a: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5000Tags)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5F48D35E-EF6C-B536-DE1D-19502E8E9283}"/>
              </a:ext>
            </a:extLst>
          </p:cNvPr>
          <p:cNvCxnSpPr>
            <a:cxnSpLocks/>
          </p:cNvCxnSpPr>
          <p:nvPr/>
        </p:nvCxnSpPr>
        <p:spPr>
          <a:xfrm>
            <a:off x="2120667" y="1344596"/>
            <a:ext cx="33769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図 80">
            <a:extLst>
              <a:ext uri="{FF2B5EF4-FFF2-40B4-BE49-F238E27FC236}">
                <a16:creationId xmlns:a16="http://schemas.microsoft.com/office/drawing/2014/main" id="{6256D046-C703-848C-4DC6-771145B78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9" t="33463" r="82298" b="56537"/>
          <a:stretch>
            <a:fillRect/>
          </a:stretch>
        </p:blipFill>
        <p:spPr>
          <a:xfrm>
            <a:off x="2531612" y="2140786"/>
            <a:ext cx="739602" cy="621611"/>
          </a:xfrm>
          <a:custGeom>
            <a:avLst/>
            <a:gdLst>
              <a:gd name="csX0" fmla="*/ 447675 w 815975"/>
              <a:gd name="csY0" fmla="*/ 0 h 685800"/>
              <a:gd name="csX1" fmla="*/ 815975 w 815975"/>
              <a:gd name="csY1" fmla="*/ 206375 h 685800"/>
              <a:gd name="csX2" fmla="*/ 815975 w 815975"/>
              <a:gd name="csY2" fmla="*/ 434975 h 685800"/>
              <a:gd name="csX3" fmla="*/ 733425 w 815975"/>
              <a:gd name="csY3" fmla="*/ 476250 h 685800"/>
              <a:gd name="csX4" fmla="*/ 742950 w 815975"/>
              <a:gd name="csY4" fmla="*/ 593725 h 685800"/>
              <a:gd name="csX5" fmla="*/ 708025 w 815975"/>
              <a:gd name="csY5" fmla="*/ 615950 h 685800"/>
              <a:gd name="csX6" fmla="*/ 628650 w 815975"/>
              <a:gd name="csY6" fmla="*/ 622300 h 685800"/>
              <a:gd name="csX7" fmla="*/ 603250 w 815975"/>
              <a:gd name="csY7" fmla="*/ 596900 h 685800"/>
              <a:gd name="csX8" fmla="*/ 577850 w 815975"/>
              <a:gd name="csY8" fmla="*/ 587375 h 685800"/>
              <a:gd name="csX9" fmla="*/ 577850 w 815975"/>
              <a:gd name="csY9" fmla="*/ 561975 h 685800"/>
              <a:gd name="csX10" fmla="*/ 501650 w 815975"/>
              <a:gd name="csY10" fmla="*/ 606425 h 685800"/>
              <a:gd name="csX11" fmla="*/ 511175 w 815975"/>
              <a:gd name="csY11" fmla="*/ 685800 h 685800"/>
              <a:gd name="csX12" fmla="*/ 419100 w 815975"/>
              <a:gd name="csY12" fmla="*/ 622300 h 685800"/>
              <a:gd name="csX13" fmla="*/ 403225 w 815975"/>
              <a:gd name="csY13" fmla="*/ 647700 h 685800"/>
              <a:gd name="csX14" fmla="*/ 374650 w 815975"/>
              <a:gd name="csY14" fmla="*/ 647700 h 685800"/>
              <a:gd name="csX15" fmla="*/ 349250 w 815975"/>
              <a:gd name="csY15" fmla="*/ 631825 h 685800"/>
              <a:gd name="csX16" fmla="*/ 349250 w 815975"/>
              <a:gd name="csY16" fmla="*/ 581025 h 685800"/>
              <a:gd name="csX17" fmla="*/ 85725 w 815975"/>
              <a:gd name="csY17" fmla="*/ 444500 h 685800"/>
              <a:gd name="csX18" fmla="*/ 38100 w 815975"/>
              <a:gd name="csY18" fmla="*/ 457200 h 685800"/>
              <a:gd name="csX19" fmla="*/ 19050 w 815975"/>
              <a:gd name="csY19" fmla="*/ 447675 h 685800"/>
              <a:gd name="csX20" fmla="*/ 12700 w 815975"/>
              <a:gd name="csY20" fmla="*/ 400050 h 685800"/>
              <a:gd name="csX21" fmla="*/ 0 w 815975"/>
              <a:gd name="csY21" fmla="*/ 384175 h 685800"/>
              <a:gd name="csX22" fmla="*/ 9525 w 815975"/>
              <a:gd name="csY22" fmla="*/ 146050 h 685800"/>
              <a:gd name="csX23" fmla="*/ 82550 w 815975"/>
              <a:gd name="csY23" fmla="*/ 200025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815975" h="685800">
                <a:moveTo>
                  <a:pt x="447675" y="0"/>
                </a:moveTo>
                <a:lnTo>
                  <a:pt x="815975" y="206375"/>
                </a:lnTo>
                <a:lnTo>
                  <a:pt x="815975" y="434975"/>
                </a:lnTo>
                <a:lnTo>
                  <a:pt x="733425" y="476250"/>
                </a:lnTo>
                <a:lnTo>
                  <a:pt x="742950" y="593725"/>
                </a:lnTo>
                <a:lnTo>
                  <a:pt x="708025" y="615950"/>
                </a:lnTo>
                <a:lnTo>
                  <a:pt x="628650" y="622300"/>
                </a:lnTo>
                <a:lnTo>
                  <a:pt x="603250" y="596900"/>
                </a:lnTo>
                <a:lnTo>
                  <a:pt x="577850" y="587375"/>
                </a:lnTo>
                <a:lnTo>
                  <a:pt x="577850" y="561975"/>
                </a:lnTo>
                <a:lnTo>
                  <a:pt x="501650" y="606425"/>
                </a:lnTo>
                <a:lnTo>
                  <a:pt x="511175" y="685800"/>
                </a:lnTo>
                <a:lnTo>
                  <a:pt x="419100" y="622300"/>
                </a:lnTo>
                <a:lnTo>
                  <a:pt x="403225" y="647700"/>
                </a:lnTo>
                <a:lnTo>
                  <a:pt x="374650" y="647700"/>
                </a:lnTo>
                <a:lnTo>
                  <a:pt x="349250" y="631825"/>
                </a:lnTo>
                <a:lnTo>
                  <a:pt x="349250" y="581025"/>
                </a:lnTo>
                <a:lnTo>
                  <a:pt x="85725" y="444500"/>
                </a:lnTo>
                <a:lnTo>
                  <a:pt x="38100" y="457200"/>
                </a:lnTo>
                <a:lnTo>
                  <a:pt x="19050" y="447675"/>
                </a:lnTo>
                <a:lnTo>
                  <a:pt x="12700" y="400050"/>
                </a:lnTo>
                <a:lnTo>
                  <a:pt x="0" y="384175"/>
                </a:lnTo>
                <a:lnTo>
                  <a:pt x="9525" y="146050"/>
                </a:lnTo>
                <a:lnTo>
                  <a:pt x="82550" y="200025"/>
                </a:lnTo>
                <a:close/>
              </a:path>
            </a:pathLst>
          </a:custGeom>
        </p:spPr>
      </p:pic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E3782BEC-AFAC-9685-1D2B-78DD0EFBB5BC}"/>
              </a:ext>
            </a:extLst>
          </p:cNvPr>
          <p:cNvCxnSpPr>
            <a:cxnSpLocks/>
          </p:cNvCxnSpPr>
          <p:nvPr/>
        </p:nvCxnSpPr>
        <p:spPr>
          <a:xfrm>
            <a:off x="2114216" y="2470551"/>
            <a:ext cx="448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グラフィックス 82" descr="ディスク 単色塗りつぶし">
            <a:extLst>
              <a:ext uri="{FF2B5EF4-FFF2-40B4-BE49-F238E27FC236}">
                <a16:creationId xmlns:a16="http://schemas.microsoft.com/office/drawing/2014/main" id="{92361EBB-EFAB-75B4-009C-58A7D66E9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4755" y="2194468"/>
            <a:ext cx="258917" cy="258917"/>
          </a:xfrm>
          <a:prstGeom prst="rect">
            <a:avLst/>
          </a:prstGeom>
        </p:spPr>
      </p:pic>
      <p:pic>
        <p:nvPicPr>
          <p:cNvPr id="84" name="グラフィックス 83" descr="円グラフ 単色塗りつぶし">
            <a:extLst>
              <a:ext uri="{FF2B5EF4-FFF2-40B4-BE49-F238E27FC236}">
                <a16:creationId xmlns:a16="http://schemas.microsoft.com/office/drawing/2014/main" id="{C9B758DA-A8BF-5DAB-7367-69431B0E3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2674" y="2271244"/>
            <a:ext cx="274045" cy="274045"/>
          </a:xfrm>
          <a:prstGeom prst="rect">
            <a:avLst/>
          </a:prstGeom>
        </p:spPr>
      </p:pic>
      <p:sp>
        <p:nvSpPr>
          <p:cNvPr id="86" name="矩形 17">
            <a:extLst>
              <a:ext uri="{FF2B5EF4-FFF2-40B4-BE49-F238E27FC236}">
                <a16:creationId xmlns:a16="http://schemas.microsoft.com/office/drawing/2014/main" id="{920308EC-B8A0-89CE-2DD5-18B74EB09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266" y="3668142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CSV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ツール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70178A1F-B367-6483-C541-B17C0CE976BA}"/>
              </a:ext>
            </a:extLst>
          </p:cNvPr>
          <p:cNvCxnSpPr>
            <a:cxnSpLocks/>
          </p:cNvCxnSpPr>
          <p:nvPr/>
        </p:nvCxnSpPr>
        <p:spPr>
          <a:xfrm>
            <a:off x="2111928" y="3378128"/>
            <a:ext cx="3385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図 87">
            <a:extLst>
              <a:ext uri="{FF2B5EF4-FFF2-40B4-BE49-F238E27FC236}">
                <a16:creationId xmlns:a16="http://schemas.microsoft.com/office/drawing/2014/main" id="{32C97EAD-B0E6-12E6-04A8-BD1D13A93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9" t="33463" r="82298" b="56537"/>
          <a:stretch>
            <a:fillRect/>
          </a:stretch>
        </p:blipFill>
        <p:spPr>
          <a:xfrm>
            <a:off x="2539458" y="4097915"/>
            <a:ext cx="739602" cy="621611"/>
          </a:xfrm>
          <a:custGeom>
            <a:avLst/>
            <a:gdLst>
              <a:gd name="csX0" fmla="*/ 447675 w 815975"/>
              <a:gd name="csY0" fmla="*/ 0 h 685800"/>
              <a:gd name="csX1" fmla="*/ 815975 w 815975"/>
              <a:gd name="csY1" fmla="*/ 206375 h 685800"/>
              <a:gd name="csX2" fmla="*/ 815975 w 815975"/>
              <a:gd name="csY2" fmla="*/ 434975 h 685800"/>
              <a:gd name="csX3" fmla="*/ 733425 w 815975"/>
              <a:gd name="csY3" fmla="*/ 476250 h 685800"/>
              <a:gd name="csX4" fmla="*/ 742950 w 815975"/>
              <a:gd name="csY4" fmla="*/ 593725 h 685800"/>
              <a:gd name="csX5" fmla="*/ 708025 w 815975"/>
              <a:gd name="csY5" fmla="*/ 615950 h 685800"/>
              <a:gd name="csX6" fmla="*/ 628650 w 815975"/>
              <a:gd name="csY6" fmla="*/ 622300 h 685800"/>
              <a:gd name="csX7" fmla="*/ 603250 w 815975"/>
              <a:gd name="csY7" fmla="*/ 596900 h 685800"/>
              <a:gd name="csX8" fmla="*/ 577850 w 815975"/>
              <a:gd name="csY8" fmla="*/ 587375 h 685800"/>
              <a:gd name="csX9" fmla="*/ 577850 w 815975"/>
              <a:gd name="csY9" fmla="*/ 561975 h 685800"/>
              <a:gd name="csX10" fmla="*/ 501650 w 815975"/>
              <a:gd name="csY10" fmla="*/ 606425 h 685800"/>
              <a:gd name="csX11" fmla="*/ 511175 w 815975"/>
              <a:gd name="csY11" fmla="*/ 685800 h 685800"/>
              <a:gd name="csX12" fmla="*/ 419100 w 815975"/>
              <a:gd name="csY12" fmla="*/ 622300 h 685800"/>
              <a:gd name="csX13" fmla="*/ 403225 w 815975"/>
              <a:gd name="csY13" fmla="*/ 647700 h 685800"/>
              <a:gd name="csX14" fmla="*/ 374650 w 815975"/>
              <a:gd name="csY14" fmla="*/ 647700 h 685800"/>
              <a:gd name="csX15" fmla="*/ 349250 w 815975"/>
              <a:gd name="csY15" fmla="*/ 631825 h 685800"/>
              <a:gd name="csX16" fmla="*/ 349250 w 815975"/>
              <a:gd name="csY16" fmla="*/ 581025 h 685800"/>
              <a:gd name="csX17" fmla="*/ 85725 w 815975"/>
              <a:gd name="csY17" fmla="*/ 444500 h 685800"/>
              <a:gd name="csX18" fmla="*/ 38100 w 815975"/>
              <a:gd name="csY18" fmla="*/ 457200 h 685800"/>
              <a:gd name="csX19" fmla="*/ 19050 w 815975"/>
              <a:gd name="csY19" fmla="*/ 447675 h 685800"/>
              <a:gd name="csX20" fmla="*/ 12700 w 815975"/>
              <a:gd name="csY20" fmla="*/ 400050 h 685800"/>
              <a:gd name="csX21" fmla="*/ 0 w 815975"/>
              <a:gd name="csY21" fmla="*/ 384175 h 685800"/>
              <a:gd name="csX22" fmla="*/ 9525 w 815975"/>
              <a:gd name="csY22" fmla="*/ 146050 h 685800"/>
              <a:gd name="csX23" fmla="*/ 82550 w 815975"/>
              <a:gd name="csY23" fmla="*/ 200025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815975" h="685800">
                <a:moveTo>
                  <a:pt x="447675" y="0"/>
                </a:moveTo>
                <a:lnTo>
                  <a:pt x="815975" y="206375"/>
                </a:lnTo>
                <a:lnTo>
                  <a:pt x="815975" y="434975"/>
                </a:lnTo>
                <a:lnTo>
                  <a:pt x="733425" y="476250"/>
                </a:lnTo>
                <a:lnTo>
                  <a:pt x="742950" y="593725"/>
                </a:lnTo>
                <a:lnTo>
                  <a:pt x="708025" y="615950"/>
                </a:lnTo>
                <a:lnTo>
                  <a:pt x="628650" y="622300"/>
                </a:lnTo>
                <a:lnTo>
                  <a:pt x="603250" y="596900"/>
                </a:lnTo>
                <a:lnTo>
                  <a:pt x="577850" y="587375"/>
                </a:lnTo>
                <a:lnTo>
                  <a:pt x="577850" y="561975"/>
                </a:lnTo>
                <a:lnTo>
                  <a:pt x="501650" y="606425"/>
                </a:lnTo>
                <a:lnTo>
                  <a:pt x="511175" y="685800"/>
                </a:lnTo>
                <a:lnTo>
                  <a:pt x="419100" y="622300"/>
                </a:lnTo>
                <a:lnTo>
                  <a:pt x="403225" y="647700"/>
                </a:lnTo>
                <a:lnTo>
                  <a:pt x="374650" y="647700"/>
                </a:lnTo>
                <a:lnTo>
                  <a:pt x="349250" y="631825"/>
                </a:lnTo>
                <a:lnTo>
                  <a:pt x="349250" y="581025"/>
                </a:lnTo>
                <a:lnTo>
                  <a:pt x="85725" y="444500"/>
                </a:lnTo>
                <a:lnTo>
                  <a:pt x="38100" y="457200"/>
                </a:lnTo>
                <a:lnTo>
                  <a:pt x="19050" y="447675"/>
                </a:lnTo>
                <a:lnTo>
                  <a:pt x="12700" y="400050"/>
                </a:lnTo>
                <a:lnTo>
                  <a:pt x="0" y="384175"/>
                </a:lnTo>
                <a:lnTo>
                  <a:pt x="9525" y="146050"/>
                </a:lnTo>
                <a:lnTo>
                  <a:pt x="82550" y="200025"/>
                </a:lnTo>
                <a:close/>
              </a:path>
            </a:pathLst>
          </a:custGeom>
        </p:spPr>
      </p:pic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A1A9891B-4787-B8DD-6A62-8F381E004824}"/>
              </a:ext>
            </a:extLst>
          </p:cNvPr>
          <p:cNvCxnSpPr>
            <a:cxnSpLocks/>
          </p:cNvCxnSpPr>
          <p:nvPr/>
        </p:nvCxnSpPr>
        <p:spPr>
          <a:xfrm>
            <a:off x="2122062" y="4427680"/>
            <a:ext cx="448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グラフィックス 89" descr="ディスク 単色塗りつぶし">
            <a:extLst>
              <a:ext uri="{FF2B5EF4-FFF2-40B4-BE49-F238E27FC236}">
                <a16:creationId xmlns:a16="http://schemas.microsoft.com/office/drawing/2014/main" id="{D57702EC-447B-78CD-69A6-329A5FA56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2601" y="4151597"/>
            <a:ext cx="258917" cy="258917"/>
          </a:xfrm>
          <a:prstGeom prst="rect">
            <a:avLst/>
          </a:prstGeom>
        </p:spPr>
      </p:pic>
      <p:pic>
        <p:nvPicPr>
          <p:cNvPr id="91" name="グラフィックス 90" descr="円グラフ 単色塗りつぶし">
            <a:extLst>
              <a:ext uri="{FF2B5EF4-FFF2-40B4-BE49-F238E27FC236}">
                <a16:creationId xmlns:a16="http://schemas.microsoft.com/office/drawing/2014/main" id="{96908D4D-BA47-D4B6-4EB3-373698E43C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0520" y="4228373"/>
            <a:ext cx="274045" cy="274045"/>
          </a:xfrm>
          <a:prstGeom prst="rect">
            <a:avLst/>
          </a:prstGeom>
        </p:spPr>
      </p:pic>
      <p:sp>
        <p:nvSpPr>
          <p:cNvPr id="93" name="矩形 17">
            <a:extLst>
              <a:ext uri="{FF2B5EF4-FFF2-40B4-BE49-F238E27FC236}">
                <a16:creationId xmlns:a16="http://schemas.microsoft.com/office/drawing/2014/main" id="{3DD83674-1F46-1C61-C679-F5FABC167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112" y="5625271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CSV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ツール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9AF9897E-9D3A-60E7-6099-4BF5335421BA}"/>
              </a:ext>
            </a:extLst>
          </p:cNvPr>
          <p:cNvCxnSpPr>
            <a:cxnSpLocks/>
          </p:cNvCxnSpPr>
          <p:nvPr/>
        </p:nvCxnSpPr>
        <p:spPr>
          <a:xfrm>
            <a:off x="2119774" y="5335257"/>
            <a:ext cx="3393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35458FA8-3539-B6A6-0498-C84E62D37EEC}"/>
              </a:ext>
            </a:extLst>
          </p:cNvPr>
          <p:cNvSpPr txBox="1"/>
          <p:nvPr/>
        </p:nvSpPr>
        <p:spPr>
          <a:xfrm>
            <a:off x="2324968" y="2706709"/>
            <a:ext cx="187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Edge Data Store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9547E809-CE4F-918D-2FF7-453B4197CA62}"/>
              </a:ext>
            </a:extLst>
          </p:cNvPr>
          <p:cNvSpPr txBox="1"/>
          <p:nvPr/>
        </p:nvSpPr>
        <p:spPr>
          <a:xfrm>
            <a:off x="2324968" y="4670757"/>
            <a:ext cx="18702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Edge Data Store</a:t>
            </a:r>
          </a:p>
        </p:txBody>
      </p:sp>
      <p:pic>
        <p:nvPicPr>
          <p:cNvPr id="72" name="图片 24">
            <a:extLst>
              <a:ext uri="{FF2B5EF4-FFF2-40B4-BE49-F238E27FC236}">
                <a16:creationId xmlns:a16="http://schemas.microsoft.com/office/drawing/2014/main" id="{C664D6B0-B44D-6C32-1C01-858147E8373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1250" y="1080092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85" name="图片 24">
            <a:extLst>
              <a:ext uri="{FF2B5EF4-FFF2-40B4-BE49-F238E27FC236}">
                <a16:creationId xmlns:a16="http://schemas.microsoft.com/office/drawing/2014/main" id="{1E6118D4-F578-4C04-9C88-FE4C0F73D2D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12511" y="3113624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92" name="图片 24">
            <a:extLst>
              <a:ext uri="{FF2B5EF4-FFF2-40B4-BE49-F238E27FC236}">
                <a16:creationId xmlns:a16="http://schemas.microsoft.com/office/drawing/2014/main" id="{16851762-2008-8AC9-DACC-A99AB4EDEA1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0357" y="5070753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103" name="矩形 17">
            <a:extLst>
              <a:ext uri="{FF2B5EF4-FFF2-40B4-BE49-F238E27FC236}">
                <a16:creationId xmlns:a16="http://schemas.microsoft.com/office/drawing/2014/main" id="{7CB5169E-6E79-A420-51B0-A9E5F5E56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849" y="217259"/>
            <a:ext cx="177049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5000tags</a:t>
            </a: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300000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行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ファイル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/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分間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60000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行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/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１ファイル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1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ファイル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(3~10MB)</a:t>
            </a:r>
          </a:p>
        </p:txBody>
      </p:sp>
      <p:sp>
        <p:nvSpPr>
          <p:cNvPr id="105" name="フローチャート: 複数書類 104">
            <a:extLst>
              <a:ext uri="{FF2B5EF4-FFF2-40B4-BE49-F238E27FC236}">
                <a16:creationId xmlns:a16="http://schemas.microsoft.com/office/drawing/2014/main" id="{413B41BE-3D5F-DD0C-9F8F-79BECB7F55B7}"/>
              </a:ext>
            </a:extLst>
          </p:cNvPr>
          <p:cNvSpPr/>
          <p:nvPr/>
        </p:nvSpPr>
        <p:spPr>
          <a:xfrm>
            <a:off x="3823422" y="1145424"/>
            <a:ext cx="390648" cy="340864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フローチャート: 複数書類 106">
            <a:extLst>
              <a:ext uri="{FF2B5EF4-FFF2-40B4-BE49-F238E27FC236}">
                <a16:creationId xmlns:a16="http://schemas.microsoft.com/office/drawing/2014/main" id="{463E7BB3-A431-F4E8-2E5C-DD9BF0B3993A}"/>
              </a:ext>
            </a:extLst>
          </p:cNvPr>
          <p:cNvSpPr/>
          <p:nvPr/>
        </p:nvSpPr>
        <p:spPr>
          <a:xfrm>
            <a:off x="3808083" y="3237162"/>
            <a:ext cx="390648" cy="340864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フローチャート: 複数書類 108">
            <a:extLst>
              <a:ext uri="{FF2B5EF4-FFF2-40B4-BE49-F238E27FC236}">
                <a16:creationId xmlns:a16="http://schemas.microsoft.com/office/drawing/2014/main" id="{12B21117-30AE-5B8D-41AA-408347734F6F}"/>
              </a:ext>
            </a:extLst>
          </p:cNvPr>
          <p:cNvSpPr/>
          <p:nvPr/>
        </p:nvSpPr>
        <p:spPr>
          <a:xfrm>
            <a:off x="3792998" y="5146951"/>
            <a:ext cx="390648" cy="340864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吹き出し: 角を丸めた四角形 109">
            <a:extLst>
              <a:ext uri="{FF2B5EF4-FFF2-40B4-BE49-F238E27FC236}">
                <a16:creationId xmlns:a16="http://schemas.microsoft.com/office/drawing/2014/main" id="{C477A9D1-678B-4145-EDB8-5D105656EBA9}"/>
              </a:ext>
            </a:extLst>
          </p:cNvPr>
          <p:cNvSpPr/>
          <p:nvPr/>
        </p:nvSpPr>
        <p:spPr>
          <a:xfrm>
            <a:off x="1078557" y="6276407"/>
            <a:ext cx="1878079" cy="413953"/>
          </a:xfrm>
          <a:prstGeom prst="wedgeRoundRectCallout">
            <a:avLst>
              <a:gd name="adj1" fmla="val 40478"/>
              <a:gd name="adj2" fmla="val -158220"/>
              <a:gd name="adj3" fmla="val 16667"/>
            </a:avLst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抽出・</a:t>
            </a:r>
            <a:r>
              <a:rPr lang="en-US" altLang="ja-JP" sz="1000" dirty="0">
                <a:solidFill>
                  <a:schemeClr val="tx1"/>
                </a:solidFill>
              </a:rPr>
              <a:t>CSV</a:t>
            </a:r>
            <a:r>
              <a:rPr lang="ja-JP" altLang="en-US" sz="1000" dirty="0">
                <a:solidFill>
                  <a:schemeClr val="tx1"/>
                </a:solidFill>
              </a:rPr>
              <a:t>生成（並列）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</a:rPr>
              <a:t>3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秒以内</a:t>
            </a:r>
          </a:p>
        </p:txBody>
      </p:sp>
      <p:sp>
        <p:nvSpPr>
          <p:cNvPr id="112" name="吹き出し: 角を丸めた四角形 111">
            <a:extLst>
              <a:ext uri="{FF2B5EF4-FFF2-40B4-BE49-F238E27FC236}">
                <a16:creationId xmlns:a16="http://schemas.microsoft.com/office/drawing/2014/main" id="{0A7BB644-ECEF-4682-745B-B9557477F7FD}"/>
              </a:ext>
            </a:extLst>
          </p:cNvPr>
          <p:cNvSpPr/>
          <p:nvPr/>
        </p:nvSpPr>
        <p:spPr>
          <a:xfrm>
            <a:off x="3031517" y="6285213"/>
            <a:ext cx="2151483" cy="391441"/>
          </a:xfrm>
          <a:prstGeom prst="wedgeRoundRectCallout">
            <a:avLst>
              <a:gd name="adj1" fmla="val -7365"/>
              <a:gd name="adj2" fmla="val -238065"/>
              <a:gd name="adj3" fmla="val 16667"/>
            </a:avLst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SFTP</a:t>
            </a:r>
            <a:r>
              <a:rPr lang="ja-JP" altLang="en-US" sz="1000" dirty="0">
                <a:solidFill>
                  <a:schemeClr val="tx1"/>
                </a:solidFill>
              </a:rPr>
              <a:t>転送（並列）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</a:rPr>
              <a:t>5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秒以内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※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回線速度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200Mbps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以上</a:t>
            </a:r>
          </a:p>
        </p:txBody>
      </p:sp>
      <p:sp>
        <p:nvSpPr>
          <p:cNvPr id="113" name="矩形 17">
            <a:extLst>
              <a:ext uri="{FF2B5EF4-FFF2-40B4-BE49-F238E27FC236}">
                <a16:creationId xmlns:a16="http://schemas.microsoft.com/office/drawing/2014/main" id="{02E77DAA-C595-D1E9-C57B-6309E34FD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381" y="5225069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転送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4" name="矩形 17">
            <a:extLst>
              <a:ext uri="{FF2B5EF4-FFF2-40B4-BE49-F238E27FC236}">
                <a16:creationId xmlns:a16="http://schemas.microsoft.com/office/drawing/2014/main" id="{BF947AE6-B097-69DD-F15B-C74616505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731" y="3293051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転送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5" name="矩形 17">
            <a:extLst>
              <a:ext uri="{FF2B5EF4-FFF2-40B4-BE49-F238E27FC236}">
                <a16:creationId xmlns:a16="http://schemas.microsoft.com/office/drawing/2014/main" id="{5E4F5440-6F44-D2D5-32EC-DBCE97C8F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210" y="1206230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転送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6" name="吹き出し: 角を丸めた四角形 115">
            <a:extLst>
              <a:ext uri="{FF2B5EF4-FFF2-40B4-BE49-F238E27FC236}">
                <a16:creationId xmlns:a16="http://schemas.microsoft.com/office/drawing/2014/main" id="{AA038890-425A-AA84-B69B-0AEFC1E38381}"/>
              </a:ext>
            </a:extLst>
          </p:cNvPr>
          <p:cNvSpPr/>
          <p:nvPr/>
        </p:nvSpPr>
        <p:spPr>
          <a:xfrm>
            <a:off x="7876698" y="4867546"/>
            <a:ext cx="2043561" cy="413953"/>
          </a:xfrm>
          <a:prstGeom prst="wedgeRoundRectCallout">
            <a:avLst>
              <a:gd name="adj1" fmla="val -33653"/>
              <a:gd name="adj2" fmla="val -103820"/>
              <a:gd name="adj3" fmla="val 16667"/>
            </a:avLst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書き込み（マルチ</a:t>
            </a:r>
            <a:r>
              <a:rPr lang="en-US" altLang="ja-JP" sz="1000" dirty="0">
                <a:solidFill>
                  <a:schemeClr val="tx1"/>
                </a:solidFill>
              </a:rPr>
              <a:t>Interface</a:t>
            </a:r>
            <a:r>
              <a:rPr lang="ja-JP" altLang="en-US" sz="1000" dirty="0">
                <a:solidFill>
                  <a:schemeClr val="tx1"/>
                </a:solidFill>
              </a:rPr>
              <a:t>）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</a:rPr>
              <a:t>10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秒以内</a:t>
            </a:r>
            <a:r>
              <a:rPr kumimoji="1" lang="en-US" altLang="ja-JP" sz="1000" b="1" dirty="0">
                <a:solidFill>
                  <a:schemeClr val="tx1"/>
                </a:solidFill>
              </a:rPr>
              <a:t>※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スペックによる</a:t>
            </a:r>
          </a:p>
        </p:txBody>
      </p:sp>
      <p:sp>
        <p:nvSpPr>
          <p:cNvPr id="117" name="吹き出し: 角を丸めた四角形 116">
            <a:extLst>
              <a:ext uri="{FF2B5EF4-FFF2-40B4-BE49-F238E27FC236}">
                <a16:creationId xmlns:a16="http://schemas.microsoft.com/office/drawing/2014/main" id="{5647FC7C-876D-34F4-9E2D-728D63C225C4}"/>
              </a:ext>
            </a:extLst>
          </p:cNvPr>
          <p:cNvSpPr/>
          <p:nvPr/>
        </p:nvSpPr>
        <p:spPr>
          <a:xfrm>
            <a:off x="5664438" y="3587509"/>
            <a:ext cx="1521540" cy="510406"/>
          </a:xfrm>
          <a:prstGeom prst="wedgeRoundRectCallout">
            <a:avLst>
              <a:gd name="adj1" fmla="val 8178"/>
              <a:gd name="adj2" fmla="val -197854"/>
              <a:gd name="adj3" fmla="val 16667"/>
            </a:avLst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SFTP</a:t>
            </a:r>
            <a:r>
              <a:rPr lang="ja-JP" altLang="en-US" sz="1000" dirty="0">
                <a:solidFill>
                  <a:schemeClr val="tx1"/>
                </a:solidFill>
              </a:rPr>
              <a:t>転送（並列）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000" b="1" dirty="0">
                <a:solidFill>
                  <a:schemeClr val="tx1"/>
                </a:solidFill>
              </a:rPr>
              <a:t>5</a:t>
            </a:r>
            <a:r>
              <a:rPr kumimoji="1" lang="ja-JP" altLang="en-US" sz="1000" b="1" dirty="0">
                <a:solidFill>
                  <a:schemeClr val="tx1"/>
                </a:solidFill>
              </a:rPr>
              <a:t>秒以内</a:t>
            </a:r>
            <a:r>
              <a:rPr lang="en-US" altLang="ja-JP" sz="1000" b="1" dirty="0">
                <a:solidFill>
                  <a:schemeClr val="tx1"/>
                </a:solidFill>
              </a:rPr>
              <a:t>※</a:t>
            </a:r>
            <a:r>
              <a:rPr lang="ja-JP" altLang="en-US" sz="1000" b="1" dirty="0">
                <a:solidFill>
                  <a:schemeClr val="tx1"/>
                </a:solidFill>
              </a:rPr>
              <a:t>回線速度</a:t>
            </a:r>
            <a:r>
              <a:rPr lang="en-US" altLang="ja-JP" sz="1000" b="1" dirty="0">
                <a:solidFill>
                  <a:schemeClr val="tx1"/>
                </a:solidFill>
              </a:rPr>
              <a:t>1000Mbps</a:t>
            </a:r>
            <a:r>
              <a:rPr lang="ja-JP" altLang="en-US" sz="1000" b="1" dirty="0">
                <a:solidFill>
                  <a:schemeClr val="tx1"/>
                </a:solidFill>
              </a:rPr>
              <a:t>以上</a:t>
            </a:r>
            <a:endParaRPr kumimoji="1" lang="ja-JP" altLang="en-US" sz="1000" b="1" dirty="0">
              <a:solidFill>
                <a:schemeClr val="tx1"/>
              </a:solidFill>
            </a:endParaRPr>
          </a:p>
        </p:txBody>
      </p:sp>
      <p:sp>
        <p:nvSpPr>
          <p:cNvPr id="118" name="フローチャート: 複数書類 117">
            <a:extLst>
              <a:ext uri="{FF2B5EF4-FFF2-40B4-BE49-F238E27FC236}">
                <a16:creationId xmlns:a16="http://schemas.microsoft.com/office/drawing/2014/main" id="{373C1791-1408-124B-29E2-D1238036B284}"/>
              </a:ext>
            </a:extLst>
          </p:cNvPr>
          <p:cNvSpPr/>
          <p:nvPr/>
        </p:nvSpPr>
        <p:spPr>
          <a:xfrm>
            <a:off x="6335126" y="2493840"/>
            <a:ext cx="390648" cy="340864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矩形 17">
            <a:extLst>
              <a:ext uri="{FF2B5EF4-FFF2-40B4-BE49-F238E27FC236}">
                <a16:creationId xmlns:a16="http://schemas.microsoft.com/office/drawing/2014/main" id="{13F5EE70-B656-55FE-9C78-239462536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4435" y="2567970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転送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1" name="フローチャート: 複数書類 120">
            <a:extLst>
              <a:ext uri="{FF2B5EF4-FFF2-40B4-BE49-F238E27FC236}">
                <a16:creationId xmlns:a16="http://schemas.microsoft.com/office/drawing/2014/main" id="{182588FD-D208-7689-E363-2F4C62071E66}"/>
              </a:ext>
            </a:extLst>
          </p:cNvPr>
          <p:cNvSpPr/>
          <p:nvPr/>
        </p:nvSpPr>
        <p:spPr>
          <a:xfrm>
            <a:off x="7950651" y="5935543"/>
            <a:ext cx="390648" cy="340864"/>
          </a:xfrm>
          <a:prstGeom prst="flowChartMultidocumen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3" name="矩形 17">
            <a:extLst>
              <a:ext uri="{FF2B5EF4-FFF2-40B4-BE49-F238E27FC236}">
                <a16:creationId xmlns:a16="http://schemas.microsoft.com/office/drawing/2014/main" id="{68873FC4-8477-AB5E-4F55-285797D41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7140" y="5897695"/>
            <a:ext cx="254609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CSV</a:t>
            </a: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フォマード</a:t>
            </a: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Long</a:t>
            </a: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式ー圧縮なし</a:t>
            </a:r>
            <a:endParaRPr lang="en-US" altLang="ja-JP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Tag Name, Timestamp, Value 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5" name="図 124">
            <a:extLst>
              <a:ext uri="{FF2B5EF4-FFF2-40B4-BE49-F238E27FC236}">
                <a16:creationId xmlns:a16="http://schemas.microsoft.com/office/drawing/2014/main" id="{F33B7C89-EA77-8612-94DA-CDA3F893DF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1603" t="22593" r="53791" b="66528"/>
          <a:stretch>
            <a:fillRect/>
          </a:stretch>
        </p:blipFill>
        <p:spPr>
          <a:xfrm>
            <a:off x="4842827" y="1073290"/>
            <a:ext cx="388838" cy="621612"/>
          </a:xfrm>
          <a:custGeom>
            <a:avLst/>
            <a:gdLst>
              <a:gd name="csX0" fmla="*/ 107950 w 466725"/>
              <a:gd name="csY0" fmla="*/ 0 h 746125"/>
              <a:gd name="csX1" fmla="*/ 460375 w 466725"/>
              <a:gd name="csY1" fmla="*/ 193675 h 746125"/>
              <a:gd name="csX2" fmla="*/ 466725 w 466725"/>
              <a:gd name="csY2" fmla="*/ 654050 h 746125"/>
              <a:gd name="csX3" fmla="*/ 336550 w 466725"/>
              <a:gd name="csY3" fmla="*/ 746125 h 746125"/>
              <a:gd name="csX4" fmla="*/ 3175 w 466725"/>
              <a:gd name="csY4" fmla="*/ 546100 h 746125"/>
              <a:gd name="csX5" fmla="*/ 0 w 466725"/>
              <a:gd name="csY5" fmla="*/ 69850 h 746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725" h="746125">
                <a:moveTo>
                  <a:pt x="107950" y="0"/>
                </a:moveTo>
                <a:lnTo>
                  <a:pt x="460375" y="193675"/>
                </a:lnTo>
                <a:cubicBezTo>
                  <a:pt x="462492" y="347133"/>
                  <a:pt x="464608" y="500592"/>
                  <a:pt x="466725" y="654050"/>
                </a:cubicBezTo>
                <a:lnTo>
                  <a:pt x="336550" y="746125"/>
                </a:lnTo>
                <a:lnTo>
                  <a:pt x="3175" y="546100"/>
                </a:lnTo>
                <a:cubicBezTo>
                  <a:pt x="2117" y="387350"/>
                  <a:pt x="1058" y="228600"/>
                  <a:pt x="0" y="69850"/>
                </a:cubicBezTo>
                <a:close/>
              </a:path>
            </a:pathLst>
          </a:custGeom>
        </p:spPr>
      </p:pic>
      <p:pic>
        <p:nvPicPr>
          <p:cNvPr id="127" name="図 126">
            <a:extLst>
              <a:ext uri="{FF2B5EF4-FFF2-40B4-BE49-F238E27FC236}">
                <a16:creationId xmlns:a16="http://schemas.microsoft.com/office/drawing/2014/main" id="{739A5E45-CE58-56C5-66E5-498D151502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1603" t="22593" r="53791" b="66528"/>
          <a:stretch>
            <a:fillRect/>
          </a:stretch>
        </p:blipFill>
        <p:spPr>
          <a:xfrm>
            <a:off x="4940096" y="3179694"/>
            <a:ext cx="388838" cy="621612"/>
          </a:xfrm>
          <a:custGeom>
            <a:avLst/>
            <a:gdLst>
              <a:gd name="csX0" fmla="*/ 107950 w 466725"/>
              <a:gd name="csY0" fmla="*/ 0 h 746125"/>
              <a:gd name="csX1" fmla="*/ 460375 w 466725"/>
              <a:gd name="csY1" fmla="*/ 193675 h 746125"/>
              <a:gd name="csX2" fmla="*/ 466725 w 466725"/>
              <a:gd name="csY2" fmla="*/ 654050 h 746125"/>
              <a:gd name="csX3" fmla="*/ 336550 w 466725"/>
              <a:gd name="csY3" fmla="*/ 746125 h 746125"/>
              <a:gd name="csX4" fmla="*/ 3175 w 466725"/>
              <a:gd name="csY4" fmla="*/ 546100 h 746125"/>
              <a:gd name="csX5" fmla="*/ 0 w 466725"/>
              <a:gd name="csY5" fmla="*/ 69850 h 746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725" h="746125">
                <a:moveTo>
                  <a:pt x="107950" y="0"/>
                </a:moveTo>
                <a:lnTo>
                  <a:pt x="460375" y="193675"/>
                </a:lnTo>
                <a:cubicBezTo>
                  <a:pt x="462492" y="347133"/>
                  <a:pt x="464608" y="500592"/>
                  <a:pt x="466725" y="654050"/>
                </a:cubicBezTo>
                <a:lnTo>
                  <a:pt x="336550" y="746125"/>
                </a:lnTo>
                <a:lnTo>
                  <a:pt x="3175" y="546100"/>
                </a:lnTo>
                <a:cubicBezTo>
                  <a:pt x="2117" y="387350"/>
                  <a:pt x="1058" y="228600"/>
                  <a:pt x="0" y="69850"/>
                </a:cubicBezTo>
                <a:close/>
              </a:path>
            </a:pathLst>
          </a:custGeom>
        </p:spPr>
      </p:pic>
      <p:pic>
        <p:nvPicPr>
          <p:cNvPr id="128" name="図 127">
            <a:extLst>
              <a:ext uri="{FF2B5EF4-FFF2-40B4-BE49-F238E27FC236}">
                <a16:creationId xmlns:a16="http://schemas.microsoft.com/office/drawing/2014/main" id="{F5A89044-7B45-A03B-A633-2B2F07C30B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1603" t="22593" r="53791" b="66528"/>
          <a:stretch>
            <a:fillRect/>
          </a:stretch>
        </p:blipFill>
        <p:spPr>
          <a:xfrm>
            <a:off x="4959745" y="5092237"/>
            <a:ext cx="388838" cy="621612"/>
          </a:xfrm>
          <a:custGeom>
            <a:avLst/>
            <a:gdLst>
              <a:gd name="csX0" fmla="*/ 107950 w 466725"/>
              <a:gd name="csY0" fmla="*/ 0 h 746125"/>
              <a:gd name="csX1" fmla="*/ 460375 w 466725"/>
              <a:gd name="csY1" fmla="*/ 193675 h 746125"/>
              <a:gd name="csX2" fmla="*/ 466725 w 466725"/>
              <a:gd name="csY2" fmla="*/ 654050 h 746125"/>
              <a:gd name="csX3" fmla="*/ 336550 w 466725"/>
              <a:gd name="csY3" fmla="*/ 746125 h 746125"/>
              <a:gd name="csX4" fmla="*/ 3175 w 466725"/>
              <a:gd name="csY4" fmla="*/ 546100 h 746125"/>
              <a:gd name="csX5" fmla="*/ 0 w 466725"/>
              <a:gd name="csY5" fmla="*/ 69850 h 746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725" h="746125">
                <a:moveTo>
                  <a:pt x="107950" y="0"/>
                </a:moveTo>
                <a:lnTo>
                  <a:pt x="460375" y="193675"/>
                </a:lnTo>
                <a:cubicBezTo>
                  <a:pt x="462492" y="347133"/>
                  <a:pt x="464608" y="500592"/>
                  <a:pt x="466725" y="654050"/>
                </a:cubicBezTo>
                <a:lnTo>
                  <a:pt x="336550" y="746125"/>
                </a:lnTo>
                <a:lnTo>
                  <a:pt x="3175" y="546100"/>
                </a:lnTo>
                <a:cubicBezTo>
                  <a:pt x="2117" y="387350"/>
                  <a:pt x="1058" y="228600"/>
                  <a:pt x="0" y="69850"/>
                </a:cubicBezTo>
                <a:close/>
              </a:path>
            </a:pathLst>
          </a:custGeom>
        </p:spPr>
      </p:pic>
      <p:pic>
        <p:nvPicPr>
          <p:cNvPr id="129" name="図 128">
            <a:extLst>
              <a:ext uri="{FF2B5EF4-FFF2-40B4-BE49-F238E27FC236}">
                <a16:creationId xmlns:a16="http://schemas.microsoft.com/office/drawing/2014/main" id="{DFF95F4B-4B56-D217-EA65-745820EA1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1603" t="22593" r="53791" b="66528"/>
          <a:stretch>
            <a:fillRect/>
          </a:stretch>
        </p:blipFill>
        <p:spPr>
          <a:xfrm>
            <a:off x="6905871" y="2353466"/>
            <a:ext cx="388838" cy="621612"/>
          </a:xfrm>
          <a:custGeom>
            <a:avLst/>
            <a:gdLst>
              <a:gd name="csX0" fmla="*/ 107950 w 466725"/>
              <a:gd name="csY0" fmla="*/ 0 h 746125"/>
              <a:gd name="csX1" fmla="*/ 460375 w 466725"/>
              <a:gd name="csY1" fmla="*/ 193675 h 746125"/>
              <a:gd name="csX2" fmla="*/ 466725 w 466725"/>
              <a:gd name="csY2" fmla="*/ 654050 h 746125"/>
              <a:gd name="csX3" fmla="*/ 336550 w 466725"/>
              <a:gd name="csY3" fmla="*/ 746125 h 746125"/>
              <a:gd name="csX4" fmla="*/ 3175 w 466725"/>
              <a:gd name="csY4" fmla="*/ 546100 h 746125"/>
              <a:gd name="csX5" fmla="*/ 0 w 466725"/>
              <a:gd name="csY5" fmla="*/ 69850 h 746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725" h="746125">
                <a:moveTo>
                  <a:pt x="107950" y="0"/>
                </a:moveTo>
                <a:lnTo>
                  <a:pt x="460375" y="193675"/>
                </a:lnTo>
                <a:cubicBezTo>
                  <a:pt x="462492" y="347133"/>
                  <a:pt x="464608" y="500592"/>
                  <a:pt x="466725" y="654050"/>
                </a:cubicBezTo>
                <a:lnTo>
                  <a:pt x="336550" y="746125"/>
                </a:lnTo>
                <a:lnTo>
                  <a:pt x="3175" y="546100"/>
                </a:lnTo>
                <a:cubicBezTo>
                  <a:pt x="2117" y="387350"/>
                  <a:pt x="1058" y="228600"/>
                  <a:pt x="0" y="69850"/>
                </a:cubicBezTo>
                <a:close/>
              </a:path>
            </a:pathLst>
          </a:custGeom>
        </p:spPr>
      </p:pic>
      <p:sp>
        <p:nvSpPr>
          <p:cNvPr id="131" name="矩形 17">
            <a:extLst>
              <a:ext uri="{FF2B5EF4-FFF2-40B4-BE49-F238E27FC236}">
                <a16:creationId xmlns:a16="http://schemas.microsoft.com/office/drawing/2014/main" id="{C9F868FE-A218-16AD-BDEA-DC39FB0E7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455" y="209591"/>
            <a:ext cx="140665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Azure PI System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17">
            <a:extLst>
              <a:ext uri="{FF2B5EF4-FFF2-40B4-BE49-F238E27FC236}">
                <a16:creationId xmlns:a16="http://schemas.microsoft.com/office/drawing/2014/main" id="{89E1F7CD-C1E6-31C4-60F7-00BC00E7D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849" y="2373128"/>
            <a:ext cx="177049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5000tags</a:t>
            </a: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300000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行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ファイル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/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分間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60000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行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/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１ファイル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1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ファイル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(3~10MB)</a:t>
            </a:r>
          </a:p>
        </p:txBody>
      </p:sp>
      <p:sp>
        <p:nvSpPr>
          <p:cNvPr id="5" name="矩形 17">
            <a:extLst>
              <a:ext uri="{FF2B5EF4-FFF2-40B4-BE49-F238E27FC236}">
                <a16:creationId xmlns:a16="http://schemas.microsoft.com/office/drawing/2014/main" id="{244DECB0-7774-4120-9894-D32AA302F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849" y="4246645"/>
            <a:ext cx="177049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5000tags</a:t>
            </a: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300000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行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5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ファイル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/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分間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60000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行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/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１ファイル</a:t>
            </a:r>
            <a:endParaRPr lang="en-US" altLang="ja-JP" sz="1000" dirty="0"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l"/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1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ファイル</a:t>
            </a: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(3~10MB)</a:t>
            </a:r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9A76E89D-6B80-827C-FE3B-5203483B7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3804" y="3004978"/>
            <a:ext cx="101876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連携サーバー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 17">
            <a:extLst>
              <a:ext uri="{FF2B5EF4-FFF2-40B4-BE49-F238E27FC236}">
                <a16:creationId xmlns:a16="http://schemas.microsoft.com/office/drawing/2014/main" id="{9DB44271-8DC8-5146-ABC5-173EE6DE6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4515" y="6395991"/>
            <a:ext cx="10187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回線速度</a:t>
            </a:r>
            <a:r>
              <a:rPr lang="en-US" altLang="ja-JP" sz="1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100MB</a:t>
            </a:r>
            <a:r>
              <a:rPr lang="ja-JP" altLang="en-US" sz="1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以上</a:t>
            </a:r>
            <a:endParaRPr lang="zh-CN" altLang="en-US" sz="10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17">
            <a:extLst>
              <a:ext uri="{FF2B5EF4-FFF2-40B4-BE49-F238E27FC236}">
                <a16:creationId xmlns:a16="http://schemas.microsoft.com/office/drawing/2014/main" id="{CEC61D93-A52B-840F-267A-26DD593F9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764" y="6395991"/>
            <a:ext cx="10187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回線速度</a:t>
            </a:r>
            <a:endParaRPr lang="en-US" altLang="ja-JP" sz="10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Arial Unicode MS" panose="020B0604020202020204" pitchFamily="34" charset="-122"/>
            </a:endParaRPr>
          </a:p>
          <a:p>
            <a:pPr algn="ctr">
              <a:defRPr/>
            </a:pPr>
            <a:r>
              <a:rPr lang="en-US" altLang="ja-JP" sz="1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1GB</a:t>
            </a:r>
            <a:r>
              <a:rPr lang="ja-JP" altLang="en-US" sz="1000" b="1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以上</a:t>
            </a:r>
            <a:endParaRPr lang="zh-CN" altLang="en-US" sz="1000" b="1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7054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D3FD7F4-69FC-09AB-AA5A-FAC1DA3E6270}"/>
              </a:ext>
            </a:extLst>
          </p:cNvPr>
          <p:cNvCxnSpPr>
            <a:cxnSpLocks/>
          </p:cNvCxnSpPr>
          <p:nvPr/>
        </p:nvCxnSpPr>
        <p:spPr>
          <a:xfrm>
            <a:off x="7527047" y="2010658"/>
            <a:ext cx="8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CAAD1DCD-876C-1ABB-54B5-3840A14DAEA2}"/>
              </a:ext>
            </a:extLst>
          </p:cNvPr>
          <p:cNvCxnSpPr/>
          <p:nvPr/>
        </p:nvCxnSpPr>
        <p:spPr>
          <a:xfrm>
            <a:off x="7517798" y="3336829"/>
            <a:ext cx="448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>
            <a:extLst>
              <a:ext uri="{FF2B5EF4-FFF2-40B4-BE49-F238E27FC236}">
                <a16:creationId xmlns:a16="http://schemas.microsoft.com/office/drawing/2014/main" id="{218B0000-E3E5-BF1F-70CB-A3F65001A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91" t="27083" r="60904" b="61852"/>
          <a:stretch>
            <a:fillRect/>
          </a:stretch>
        </p:blipFill>
        <p:spPr>
          <a:xfrm>
            <a:off x="7874571" y="2929746"/>
            <a:ext cx="892175" cy="758825"/>
          </a:xfrm>
          <a:custGeom>
            <a:avLst/>
            <a:gdLst>
              <a:gd name="csX0" fmla="*/ 488950 w 892175"/>
              <a:gd name="csY0" fmla="*/ 0 h 758825"/>
              <a:gd name="csX1" fmla="*/ 892175 w 892175"/>
              <a:gd name="csY1" fmla="*/ 228600 h 758825"/>
              <a:gd name="csX2" fmla="*/ 885825 w 892175"/>
              <a:gd name="csY2" fmla="*/ 492125 h 758825"/>
              <a:gd name="csX3" fmla="*/ 546100 w 892175"/>
              <a:gd name="csY3" fmla="*/ 669925 h 758825"/>
              <a:gd name="csX4" fmla="*/ 552450 w 892175"/>
              <a:gd name="csY4" fmla="*/ 758825 h 758825"/>
              <a:gd name="csX5" fmla="*/ 454025 w 892175"/>
              <a:gd name="csY5" fmla="*/ 698500 h 758825"/>
              <a:gd name="csX6" fmla="*/ 415925 w 892175"/>
              <a:gd name="csY6" fmla="*/ 714375 h 758825"/>
              <a:gd name="csX7" fmla="*/ 374650 w 892175"/>
              <a:gd name="csY7" fmla="*/ 701675 h 758825"/>
              <a:gd name="csX8" fmla="*/ 387350 w 892175"/>
              <a:gd name="csY8" fmla="*/ 641350 h 758825"/>
              <a:gd name="csX9" fmla="*/ 85725 w 892175"/>
              <a:gd name="csY9" fmla="*/ 473075 h 758825"/>
              <a:gd name="csX10" fmla="*/ 53975 w 892175"/>
              <a:gd name="csY10" fmla="*/ 504825 h 758825"/>
              <a:gd name="csX11" fmla="*/ 22225 w 892175"/>
              <a:gd name="csY11" fmla="*/ 495300 h 758825"/>
              <a:gd name="csX12" fmla="*/ 22225 w 892175"/>
              <a:gd name="csY12" fmla="*/ 441325 h 758825"/>
              <a:gd name="csX13" fmla="*/ 0 w 892175"/>
              <a:gd name="csY13" fmla="*/ 434975 h 758825"/>
              <a:gd name="csX14" fmla="*/ 3175 w 892175"/>
              <a:gd name="csY14" fmla="*/ 187325 h 758825"/>
              <a:gd name="csX15" fmla="*/ 85725 w 892175"/>
              <a:gd name="csY15" fmla="*/ 225425 h 758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892175" h="758825">
                <a:moveTo>
                  <a:pt x="488950" y="0"/>
                </a:moveTo>
                <a:lnTo>
                  <a:pt x="892175" y="228600"/>
                </a:lnTo>
                <a:lnTo>
                  <a:pt x="885825" y="492125"/>
                </a:lnTo>
                <a:lnTo>
                  <a:pt x="546100" y="669925"/>
                </a:lnTo>
                <a:lnTo>
                  <a:pt x="552450" y="758825"/>
                </a:lnTo>
                <a:lnTo>
                  <a:pt x="454025" y="698500"/>
                </a:lnTo>
                <a:lnTo>
                  <a:pt x="415925" y="714375"/>
                </a:lnTo>
                <a:lnTo>
                  <a:pt x="374650" y="701675"/>
                </a:lnTo>
                <a:lnTo>
                  <a:pt x="387350" y="641350"/>
                </a:lnTo>
                <a:lnTo>
                  <a:pt x="85725" y="473075"/>
                </a:lnTo>
                <a:lnTo>
                  <a:pt x="53975" y="504825"/>
                </a:lnTo>
                <a:lnTo>
                  <a:pt x="22225" y="495300"/>
                </a:lnTo>
                <a:lnTo>
                  <a:pt x="22225" y="441325"/>
                </a:lnTo>
                <a:lnTo>
                  <a:pt x="0" y="434975"/>
                </a:lnTo>
                <a:cubicBezTo>
                  <a:pt x="1058" y="352425"/>
                  <a:pt x="2117" y="269875"/>
                  <a:pt x="3175" y="187325"/>
                </a:cubicBezTo>
                <a:lnTo>
                  <a:pt x="85725" y="225425"/>
                </a:lnTo>
                <a:close/>
              </a:path>
            </a:pathLst>
          </a:cu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0A6781-4B3B-0BBB-3C2C-0CE7E2D61673}"/>
              </a:ext>
            </a:extLst>
          </p:cNvPr>
          <p:cNvSpPr txBox="1"/>
          <p:nvPr/>
        </p:nvSpPr>
        <p:spPr>
          <a:xfrm>
            <a:off x="8145484" y="2300030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</a:t>
            </a:r>
            <a:r>
              <a:rPr kumimoji="0" lang="en-US" altLang="ja-JP" sz="1000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Server</a:t>
            </a:r>
            <a:endParaRPr kumimoji="0" lang="ja-JP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6FD50BF-157D-88D9-39C1-8B4C32E443B2}"/>
              </a:ext>
            </a:extLst>
          </p:cNvPr>
          <p:cNvSpPr txBox="1"/>
          <p:nvPr/>
        </p:nvSpPr>
        <p:spPr>
          <a:xfrm>
            <a:off x="7924813" y="3594323"/>
            <a:ext cx="1591255" cy="29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AVEVA</a:t>
            </a:r>
            <a:r>
              <a:rPr kumimoji="0" lang="ja-JP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　</a:t>
            </a: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CONNECT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5D26035-4350-6F41-0045-C50485693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92" t="19769" r="34553" b="68889"/>
          <a:stretch>
            <a:fillRect/>
          </a:stretch>
        </p:blipFill>
        <p:spPr>
          <a:xfrm>
            <a:off x="8057261" y="1612334"/>
            <a:ext cx="833937" cy="706971"/>
          </a:xfrm>
          <a:custGeom>
            <a:avLst/>
            <a:gdLst>
              <a:gd name="csX0" fmla="*/ 504825 w 917575"/>
              <a:gd name="csY0" fmla="*/ 0 h 777875"/>
              <a:gd name="csX1" fmla="*/ 914400 w 917575"/>
              <a:gd name="csY1" fmla="*/ 228600 h 777875"/>
              <a:gd name="csX2" fmla="*/ 917575 w 917575"/>
              <a:gd name="csY2" fmla="*/ 492125 h 777875"/>
              <a:gd name="csX3" fmla="*/ 838200 w 917575"/>
              <a:gd name="csY3" fmla="*/ 546100 h 777875"/>
              <a:gd name="csX4" fmla="*/ 838200 w 917575"/>
              <a:gd name="csY4" fmla="*/ 673100 h 777875"/>
              <a:gd name="csX5" fmla="*/ 806450 w 917575"/>
              <a:gd name="csY5" fmla="*/ 695325 h 777875"/>
              <a:gd name="csX6" fmla="*/ 768350 w 917575"/>
              <a:gd name="csY6" fmla="*/ 708025 h 777875"/>
              <a:gd name="csX7" fmla="*/ 704850 w 917575"/>
              <a:gd name="csY7" fmla="*/ 701675 h 777875"/>
              <a:gd name="csX8" fmla="*/ 682625 w 917575"/>
              <a:gd name="csY8" fmla="*/ 692150 h 777875"/>
              <a:gd name="csX9" fmla="*/ 654050 w 917575"/>
              <a:gd name="csY9" fmla="*/ 654050 h 777875"/>
              <a:gd name="csX10" fmla="*/ 574675 w 917575"/>
              <a:gd name="csY10" fmla="*/ 701675 h 777875"/>
              <a:gd name="csX11" fmla="*/ 577850 w 917575"/>
              <a:gd name="csY11" fmla="*/ 777875 h 777875"/>
              <a:gd name="csX12" fmla="*/ 482600 w 917575"/>
              <a:gd name="csY12" fmla="*/ 714375 h 777875"/>
              <a:gd name="csX13" fmla="*/ 428625 w 917575"/>
              <a:gd name="csY13" fmla="*/ 739775 h 777875"/>
              <a:gd name="csX14" fmla="*/ 400050 w 917575"/>
              <a:gd name="csY14" fmla="*/ 739775 h 777875"/>
              <a:gd name="csX15" fmla="*/ 396875 w 917575"/>
              <a:gd name="csY15" fmla="*/ 673100 h 777875"/>
              <a:gd name="csX16" fmla="*/ 98425 w 917575"/>
              <a:gd name="csY16" fmla="*/ 495300 h 777875"/>
              <a:gd name="csX17" fmla="*/ 63500 w 917575"/>
              <a:gd name="csY17" fmla="*/ 530225 h 777875"/>
              <a:gd name="csX18" fmla="*/ 25400 w 917575"/>
              <a:gd name="csY18" fmla="*/ 514350 h 777875"/>
              <a:gd name="csX19" fmla="*/ 25400 w 917575"/>
              <a:gd name="csY19" fmla="*/ 466725 h 777875"/>
              <a:gd name="csX20" fmla="*/ 12700 w 917575"/>
              <a:gd name="csY20" fmla="*/ 463550 h 777875"/>
              <a:gd name="csX21" fmla="*/ 0 w 917575"/>
              <a:gd name="csY21" fmla="*/ 200025 h 777875"/>
              <a:gd name="csX22" fmla="*/ 101600 w 917575"/>
              <a:gd name="csY22" fmla="*/ 238125 h 77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917575" h="777875">
                <a:moveTo>
                  <a:pt x="504825" y="0"/>
                </a:moveTo>
                <a:lnTo>
                  <a:pt x="914400" y="228600"/>
                </a:lnTo>
                <a:cubicBezTo>
                  <a:pt x="915458" y="316442"/>
                  <a:pt x="916517" y="404283"/>
                  <a:pt x="917575" y="492125"/>
                </a:cubicBezTo>
                <a:lnTo>
                  <a:pt x="838200" y="546100"/>
                </a:lnTo>
                <a:lnTo>
                  <a:pt x="838200" y="673100"/>
                </a:lnTo>
                <a:lnTo>
                  <a:pt x="806450" y="695325"/>
                </a:lnTo>
                <a:lnTo>
                  <a:pt x="768350" y="708025"/>
                </a:lnTo>
                <a:lnTo>
                  <a:pt x="704850" y="701675"/>
                </a:lnTo>
                <a:lnTo>
                  <a:pt x="682625" y="692150"/>
                </a:lnTo>
                <a:lnTo>
                  <a:pt x="654050" y="654050"/>
                </a:lnTo>
                <a:lnTo>
                  <a:pt x="574675" y="701675"/>
                </a:lnTo>
                <a:lnTo>
                  <a:pt x="577850" y="777875"/>
                </a:lnTo>
                <a:lnTo>
                  <a:pt x="482600" y="714375"/>
                </a:lnTo>
                <a:lnTo>
                  <a:pt x="428625" y="739775"/>
                </a:lnTo>
                <a:lnTo>
                  <a:pt x="400050" y="739775"/>
                </a:lnTo>
                <a:lnTo>
                  <a:pt x="396875" y="673100"/>
                </a:lnTo>
                <a:lnTo>
                  <a:pt x="98425" y="495300"/>
                </a:lnTo>
                <a:lnTo>
                  <a:pt x="63500" y="530225"/>
                </a:lnTo>
                <a:lnTo>
                  <a:pt x="25400" y="514350"/>
                </a:lnTo>
                <a:lnTo>
                  <a:pt x="25400" y="466725"/>
                </a:lnTo>
                <a:lnTo>
                  <a:pt x="12700" y="463550"/>
                </a:lnTo>
                <a:lnTo>
                  <a:pt x="0" y="200025"/>
                </a:lnTo>
                <a:lnTo>
                  <a:pt x="101600" y="238125"/>
                </a:lnTo>
                <a:close/>
              </a:path>
            </a:pathLst>
          </a:custGeom>
        </p:spPr>
      </p:pic>
      <p:sp>
        <p:nvSpPr>
          <p:cNvPr id="14" name="円柱 13">
            <a:extLst>
              <a:ext uri="{FF2B5EF4-FFF2-40B4-BE49-F238E27FC236}">
                <a16:creationId xmlns:a16="http://schemas.microsoft.com/office/drawing/2014/main" id="{C8F114B8-7FB9-C8A5-16A4-8E4DEF6D84A2}"/>
              </a:ext>
            </a:extLst>
          </p:cNvPr>
          <p:cNvSpPr/>
          <p:nvPr/>
        </p:nvSpPr>
        <p:spPr>
          <a:xfrm>
            <a:off x="7410343" y="202575"/>
            <a:ext cx="107455" cy="6376467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kumimoji="0" lang="ja-JP" altLang="en-US" sz="10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7EA5674-660C-C0A7-B973-E01025E027CE}"/>
              </a:ext>
            </a:extLst>
          </p:cNvPr>
          <p:cNvCxnSpPr>
            <a:cxnSpLocks/>
          </p:cNvCxnSpPr>
          <p:nvPr/>
        </p:nvCxnSpPr>
        <p:spPr>
          <a:xfrm>
            <a:off x="5605033" y="2909643"/>
            <a:ext cx="1825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図 24">
            <a:extLst>
              <a:ext uri="{FF2B5EF4-FFF2-40B4-BE49-F238E27FC236}">
                <a16:creationId xmlns:a16="http://schemas.microsoft.com/office/drawing/2014/main" id="{226207BC-F071-911F-60BF-4DA8FDF321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45" t="18241" r="82892" b="72269"/>
          <a:stretch>
            <a:fillRect/>
          </a:stretch>
        </p:blipFill>
        <p:spPr>
          <a:xfrm>
            <a:off x="632009" y="3067321"/>
            <a:ext cx="676289" cy="589954"/>
          </a:xfrm>
          <a:custGeom>
            <a:avLst/>
            <a:gdLst>
              <a:gd name="csX0" fmla="*/ 549275 w 746125"/>
              <a:gd name="csY0" fmla="*/ 0 h 650875"/>
              <a:gd name="csX1" fmla="*/ 746125 w 746125"/>
              <a:gd name="csY1" fmla="*/ 317500 h 650875"/>
              <a:gd name="csX2" fmla="*/ 555625 w 746125"/>
              <a:gd name="csY2" fmla="*/ 647700 h 650875"/>
              <a:gd name="csX3" fmla="*/ 187325 w 746125"/>
              <a:gd name="csY3" fmla="*/ 650875 h 650875"/>
              <a:gd name="csX4" fmla="*/ 0 w 746125"/>
              <a:gd name="csY4" fmla="*/ 323850 h 650875"/>
              <a:gd name="csX5" fmla="*/ 180975 w 746125"/>
              <a:gd name="csY5" fmla="*/ 6350 h 650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46125" h="650875">
                <a:moveTo>
                  <a:pt x="549275" y="0"/>
                </a:moveTo>
                <a:lnTo>
                  <a:pt x="746125" y="317500"/>
                </a:lnTo>
                <a:lnTo>
                  <a:pt x="555625" y="647700"/>
                </a:lnTo>
                <a:lnTo>
                  <a:pt x="187325" y="650875"/>
                </a:lnTo>
                <a:lnTo>
                  <a:pt x="0" y="323850"/>
                </a:lnTo>
                <a:lnTo>
                  <a:pt x="180975" y="6350"/>
                </a:lnTo>
                <a:close/>
              </a:path>
            </a:pathLst>
          </a:cu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6DB5658-FA6B-54F5-F77D-BBDABBDBE4CD}"/>
              </a:ext>
            </a:extLst>
          </p:cNvPr>
          <p:cNvSpPr txBox="1"/>
          <p:nvPr/>
        </p:nvSpPr>
        <p:spPr>
          <a:xfrm>
            <a:off x="240125" y="3636538"/>
            <a:ext cx="139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Process Controls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PLC</a:t>
            </a: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225A5F62-78B0-485F-E9A1-2D026968A8EE}"/>
              </a:ext>
            </a:extLst>
          </p:cNvPr>
          <p:cNvCxnSpPr>
            <a:cxnSpLocks/>
            <a:stCxn id="25" idx="1"/>
            <a:endCxn id="26" idx="2"/>
          </p:cNvCxnSpPr>
          <p:nvPr/>
        </p:nvCxnSpPr>
        <p:spPr>
          <a:xfrm>
            <a:off x="1308298" y="3355103"/>
            <a:ext cx="668371" cy="78895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9" name="円柱 28">
            <a:extLst>
              <a:ext uri="{FF2B5EF4-FFF2-40B4-BE49-F238E27FC236}">
                <a16:creationId xmlns:a16="http://schemas.microsoft.com/office/drawing/2014/main" id="{ADE40D9D-92BC-8FC0-7067-7FE3F5EF45D1}"/>
              </a:ext>
            </a:extLst>
          </p:cNvPr>
          <p:cNvSpPr/>
          <p:nvPr/>
        </p:nvSpPr>
        <p:spPr>
          <a:xfrm>
            <a:off x="5497578" y="202575"/>
            <a:ext cx="107455" cy="6376467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kumimoji="0" lang="ja-JP" altLang="en-US" sz="10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0" name="图片 24">
            <a:extLst>
              <a:ext uri="{FF2B5EF4-FFF2-40B4-BE49-F238E27FC236}">
                <a16:creationId xmlns:a16="http://schemas.microsoft.com/office/drawing/2014/main" id="{B289EA7F-481D-33EC-F84C-F06446F1275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03073" y="2592725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31" name="矩形 17">
            <a:extLst>
              <a:ext uri="{FF2B5EF4-FFF2-40B4-BE49-F238E27FC236}">
                <a16:creationId xmlns:a16="http://schemas.microsoft.com/office/drawing/2014/main" id="{32D2CD0B-88C5-554A-DCAD-D057B9ACC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204" y="330231"/>
            <a:ext cx="15072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OT</a:t>
            </a: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内部ネットワーク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矩形 17">
            <a:extLst>
              <a:ext uri="{FF2B5EF4-FFF2-40B4-BE49-F238E27FC236}">
                <a16:creationId xmlns:a16="http://schemas.microsoft.com/office/drawing/2014/main" id="{9BDC5C70-529F-741B-EE76-84AA4AF47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134" y="2612912"/>
            <a:ext cx="10736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風車サイト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7" name="図 36">
            <a:extLst>
              <a:ext uri="{FF2B5EF4-FFF2-40B4-BE49-F238E27FC236}">
                <a16:creationId xmlns:a16="http://schemas.microsoft.com/office/drawing/2014/main" id="{41701725-E67B-57E8-B7DF-5F9022064C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9" t="33463" r="82298" b="56537"/>
          <a:stretch>
            <a:fillRect/>
          </a:stretch>
        </p:blipFill>
        <p:spPr>
          <a:xfrm>
            <a:off x="2531612" y="2332810"/>
            <a:ext cx="739602" cy="621611"/>
          </a:xfrm>
          <a:custGeom>
            <a:avLst/>
            <a:gdLst>
              <a:gd name="csX0" fmla="*/ 447675 w 815975"/>
              <a:gd name="csY0" fmla="*/ 0 h 685800"/>
              <a:gd name="csX1" fmla="*/ 815975 w 815975"/>
              <a:gd name="csY1" fmla="*/ 206375 h 685800"/>
              <a:gd name="csX2" fmla="*/ 815975 w 815975"/>
              <a:gd name="csY2" fmla="*/ 434975 h 685800"/>
              <a:gd name="csX3" fmla="*/ 733425 w 815975"/>
              <a:gd name="csY3" fmla="*/ 476250 h 685800"/>
              <a:gd name="csX4" fmla="*/ 742950 w 815975"/>
              <a:gd name="csY4" fmla="*/ 593725 h 685800"/>
              <a:gd name="csX5" fmla="*/ 708025 w 815975"/>
              <a:gd name="csY5" fmla="*/ 615950 h 685800"/>
              <a:gd name="csX6" fmla="*/ 628650 w 815975"/>
              <a:gd name="csY6" fmla="*/ 622300 h 685800"/>
              <a:gd name="csX7" fmla="*/ 603250 w 815975"/>
              <a:gd name="csY7" fmla="*/ 596900 h 685800"/>
              <a:gd name="csX8" fmla="*/ 577850 w 815975"/>
              <a:gd name="csY8" fmla="*/ 587375 h 685800"/>
              <a:gd name="csX9" fmla="*/ 577850 w 815975"/>
              <a:gd name="csY9" fmla="*/ 561975 h 685800"/>
              <a:gd name="csX10" fmla="*/ 501650 w 815975"/>
              <a:gd name="csY10" fmla="*/ 606425 h 685800"/>
              <a:gd name="csX11" fmla="*/ 511175 w 815975"/>
              <a:gd name="csY11" fmla="*/ 685800 h 685800"/>
              <a:gd name="csX12" fmla="*/ 419100 w 815975"/>
              <a:gd name="csY12" fmla="*/ 622300 h 685800"/>
              <a:gd name="csX13" fmla="*/ 403225 w 815975"/>
              <a:gd name="csY13" fmla="*/ 647700 h 685800"/>
              <a:gd name="csX14" fmla="*/ 374650 w 815975"/>
              <a:gd name="csY14" fmla="*/ 647700 h 685800"/>
              <a:gd name="csX15" fmla="*/ 349250 w 815975"/>
              <a:gd name="csY15" fmla="*/ 631825 h 685800"/>
              <a:gd name="csX16" fmla="*/ 349250 w 815975"/>
              <a:gd name="csY16" fmla="*/ 581025 h 685800"/>
              <a:gd name="csX17" fmla="*/ 85725 w 815975"/>
              <a:gd name="csY17" fmla="*/ 444500 h 685800"/>
              <a:gd name="csX18" fmla="*/ 38100 w 815975"/>
              <a:gd name="csY18" fmla="*/ 457200 h 685800"/>
              <a:gd name="csX19" fmla="*/ 19050 w 815975"/>
              <a:gd name="csY19" fmla="*/ 447675 h 685800"/>
              <a:gd name="csX20" fmla="*/ 12700 w 815975"/>
              <a:gd name="csY20" fmla="*/ 400050 h 685800"/>
              <a:gd name="csX21" fmla="*/ 0 w 815975"/>
              <a:gd name="csY21" fmla="*/ 384175 h 685800"/>
              <a:gd name="csX22" fmla="*/ 9525 w 815975"/>
              <a:gd name="csY22" fmla="*/ 146050 h 685800"/>
              <a:gd name="csX23" fmla="*/ 82550 w 815975"/>
              <a:gd name="csY23" fmla="*/ 200025 h 68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815975" h="685800">
                <a:moveTo>
                  <a:pt x="447675" y="0"/>
                </a:moveTo>
                <a:lnTo>
                  <a:pt x="815975" y="206375"/>
                </a:lnTo>
                <a:lnTo>
                  <a:pt x="815975" y="434975"/>
                </a:lnTo>
                <a:lnTo>
                  <a:pt x="733425" y="476250"/>
                </a:lnTo>
                <a:lnTo>
                  <a:pt x="742950" y="593725"/>
                </a:lnTo>
                <a:lnTo>
                  <a:pt x="708025" y="615950"/>
                </a:lnTo>
                <a:lnTo>
                  <a:pt x="628650" y="622300"/>
                </a:lnTo>
                <a:lnTo>
                  <a:pt x="603250" y="596900"/>
                </a:lnTo>
                <a:lnTo>
                  <a:pt x="577850" y="587375"/>
                </a:lnTo>
                <a:lnTo>
                  <a:pt x="577850" y="561975"/>
                </a:lnTo>
                <a:lnTo>
                  <a:pt x="501650" y="606425"/>
                </a:lnTo>
                <a:lnTo>
                  <a:pt x="511175" y="685800"/>
                </a:lnTo>
                <a:lnTo>
                  <a:pt x="419100" y="622300"/>
                </a:lnTo>
                <a:lnTo>
                  <a:pt x="403225" y="647700"/>
                </a:lnTo>
                <a:lnTo>
                  <a:pt x="374650" y="647700"/>
                </a:lnTo>
                <a:lnTo>
                  <a:pt x="349250" y="631825"/>
                </a:lnTo>
                <a:lnTo>
                  <a:pt x="349250" y="581025"/>
                </a:lnTo>
                <a:lnTo>
                  <a:pt x="85725" y="444500"/>
                </a:lnTo>
                <a:lnTo>
                  <a:pt x="38100" y="457200"/>
                </a:lnTo>
                <a:lnTo>
                  <a:pt x="19050" y="447675"/>
                </a:lnTo>
                <a:lnTo>
                  <a:pt x="12700" y="400050"/>
                </a:lnTo>
                <a:lnTo>
                  <a:pt x="0" y="384175"/>
                </a:lnTo>
                <a:lnTo>
                  <a:pt x="9525" y="146050"/>
                </a:lnTo>
                <a:lnTo>
                  <a:pt x="82550" y="200025"/>
                </a:lnTo>
                <a:close/>
              </a:path>
            </a:pathLst>
          </a:custGeom>
        </p:spPr>
      </p:pic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ACE696E-0315-3519-15A2-FE2753926716}"/>
              </a:ext>
            </a:extLst>
          </p:cNvPr>
          <p:cNvCxnSpPr>
            <a:cxnSpLocks/>
          </p:cNvCxnSpPr>
          <p:nvPr/>
        </p:nvCxnSpPr>
        <p:spPr>
          <a:xfrm>
            <a:off x="2114216" y="2662575"/>
            <a:ext cx="448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グラフィックス 38" descr="ディスク 単色塗りつぶし">
            <a:extLst>
              <a:ext uri="{FF2B5EF4-FFF2-40B4-BE49-F238E27FC236}">
                <a16:creationId xmlns:a16="http://schemas.microsoft.com/office/drawing/2014/main" id="{E6797A38-DA17-1336-1D0F-601C576F2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4755" y="2386492"/>
            <a:ext cx="258917" cy="258917"/>
          </a:xfrm>
          <a:prstGeom prst="rect">
            <a:avLst/>
          </a:prstGeom>
        </p:spPr>
      </p:pic>
      <p:pic>
        <p:nvPicPr>
          <p:cNvPr id="40" name="グラフィックス 39" descr="円グラフ 単色塗りつぶし">
            <a:extLst>
              <a:ext uri="{FF2B5EF4-FFF2-40B4-BE49-F238E27FC236}">
                <a16:creationId xmlns:a16="http://schemas.microsoft.com/office/drawing/2014/main" id="{BB0A39AC-CD02-89E1-6FF9-77722AA278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92674" y="2463268"/>
            <a:ext cx="274045" cy="274045"/>
          </a:xfrm>
          <a:prstGeom prst="rect">
            <a:avLst/>
          </a:prstGeom>
        </p:spPr>
      </p:pic>
      <p:sp>
        <p:nvSpPr>
          <p:cNvPr id="41" name="矩形 17">
            <a:extLst>
              <a:ext uri="{FF2B5EF4-FFF2-40B4-BE49-F238E27FC236}">
                <a16:creationId xmlns:a16="http://schemas.microsoft.com/office/drawing/2014/main" id="{55E9842A-44D4-5133-2203-8CEB32D93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959" y="3860166"/>
            <a:ext cx="14480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風車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Scada</a:t>
            </a:r>
          </a:p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DA -&gt; UA</a:t>
            </a: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変換ツール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57EB0C37-0A20-A006-8D0C-FC13C49084C0}"/>
              </a:ext>
            </a:extLst>
          </p:cNvPr>
          <p:cNvCxnSpPr>
            <a:cxnSpLocks/>
          </p:cNvCxnSpPr>
          <p:nvPr/>
        </p:nvCxnSpPr>
        <p:spPr>
          <a:xfrm>
            <a:off x="2093640" y="3570152"/>
            <a:ext cx="3385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FE41ACE2-F5BC-DC90-D8E5-65DAAC728B55}"/>
              </a:ext>
            </a:extLst>
          </p:cNvPr>
          <p:cNvSpPr txBox="1"/>
          <p:nvPr/>
        </p:nvSpPr>
        <p:spPr>
          <a:xfrm>
            <a:off x="2571856" y="2898733"/>
            <a:ext cx="841751" cy="249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PI Server</a:t>
            </a:r>
          </a:p>
        </p:txBody>
      </p:sp>
      <p:pic>
        <p:nvPicPr>
          <p:cNvPr id="52" name="图片 24">
            <a:extLst>
              <a:ext uri="{FF2B5EF4-FFF2-40B4-BE49-F238E27FC236}">
                <a16:creationId xmlns:a16="http://schemas.microsoft.com/office/drawing/2014/main" id="{E59DC48B-79F5-535D-CA00-689414FFA1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12511" y="3305648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70" name="図 69">
            <a:extLst>
              <a:ext uri="{FF2B5EF4-FFF2-40B4-BE49-F238E27FC236}">
                <a16:creationId xmlns:a16="http://schemas.microsoft.com/office/drawing/2014/main" id="{A875062C-967D-55CE-2E6F-E67F08F26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1603" t="22593" r="53791" b="66528"/>
          <a:stretch>
            <a:fillRect/>
          </a:stretch>
        </p:blipFill>
        <p:spPr>
          <a:xfrm>
            <a:off x="4940096" y="3325998"/>
            <a:ext cx="388838" cy="621612"/>
          </a:xfrm>
          <a:custGeom>
            <a:avLst/>
            <a:gdLst>
              <a:gd name="csX0" fmla="*/ 107950 w 466725"/>
              <a:gd name="csY0" fmla="*/ 0 h 746125"/>
              <a:gd name="csX1" fmla="*/ 460375 w 466725"/>
              <a:gd name="csY1" fmla="*/ 193675 h 746125"/>
              <a:gd name="csX2" fmla="*/ 466725 w 466725"/>
              <a:gd name="csY2" fmla="*/ 654050 h 746125"/>
              <a:gd name="csX3" fmla="*/ 336550 w 466725"/>
              <a:gd name="csY3" fmla="*/ 746125 h 746125"/>
              <a:gd name="csX4" fmla="*/ 3175 w 466725"/>
              <a:gd name="csY4" fmla="*/ 546100 h 746125"/>
              <a:gd name="csX5" fmla="*/ 0 w 466725"/>
              <a:gd name="csY5" fmla="*/ 69850 h 746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725" h="746125">
                <a:moveTo>
                  <a:pt x="107950" y="0"/>
                </a:moveTo>
                <a:lnTo>
                  <a:pt x="460375" y="193675"/>
                </a:lnTo>
                <a:cubicBezTo>
                  <a:pt x="462492" y="347133"/>
                  <a:pt x="464608" y="500592"/>
                  <a:pt x="466725" y="654050"/>
                </a:cubicBezTo>
                <a:lnTo>
                  <a:pt x="336550" y="746125"/>
                </a:lnTo>
                <a:lnTo>
                  <a:pt x="3175" y="546100"/>
                </a:lnTo>
                <a:cubicBezTo>
                  <a:pt x="2117" y="387350"/>
                  <a:pt x="1058" y="228600"/>
                  <a:pt x="0" y="69850"/>
                </a:cubicBezTo>
                <a:close/>
              </a:path>
            </a:pathLst>
          </a:custGeom>
        </p:spPr>
      </p:pic>
      <p:pic>
        <p:nvPicPr>
          <p:cNvPr id="72" name="図 71">
            <a:extLst>
              <a:ext uri="{FF2B5EF4-FFF2-40B4-BE49-F238E27FC236}">
                <a16:creationId xmlns:a16="http://schemas.microsoft.com/office/drawing/2014/main" id="{728ECB97-50AF-2C41-1CE5-CBBAB75F4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41603" t="22593" r="53791" b="66528"/>
          <a:stretch>
            <a:fillRect/>
          </a:stretch>
        </p:blipFill>
        <p:spPr>
          <a:xfrm>
            <a:off x="6905871" y="2609498"/>
            <a:ext cx="388838" cy="621612"/>
          </a:xfrm>
          <a:custGeom>
            <a:avLst/>
            <a:gdLst>
              <a:gd name="csX0" fmla="*/ 107950 w 466725"/>
              <a:gd name="csY0" fmla="*/ 0 h 746125"/>
              <a:gd name="csX1" fmla="*/ 460375 w 466725"/>
              <a:gd name="csY1" fmla="*/ 193675 h 746125"/>
              <a:gd name="csX2" fmla="*/ 466725 w 466725"/>
              <a:gd name="csY2" fmla="*/ 654050 h 746125"/>
              <a:gd name="csX3" fmla="*/ 336550 w 466725"/>
              <a:gd name="csY3" fmla="*/ 746125 h 746125"/>
              <a:gd name="csX4" fmla="*/ 3175 w 466725"/>
              <a:gd name="csY4" fmla="*/ 546100 h 746125"/>
              <a:gd name="csX5" fmla="*/ 0 w 466725"/>
              <a:gd name="csY5" fmla="*/ 69850 h 746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725" h="746125">
                <a:moveTo>
                  <a:pt x="107950" y="0"/>
                </a:moveTo>
                <a:lnTo>
                  <a:pt x="460375" y="193675"/>
                </a:lnTo>
                <a:cubicBezTo>
                  <a:pt x="462492" y="347133"/>
                  <a:pt x="464608" y="500592"/>
                  <a:pt x="466725" y="654050"/>
                </a:cubicBezTo>
                <a:lnTo>
                  <a:pt x="336550" y="746125"/>
                </a:lnTo>
                <a:lnTo>
                  <a:pt x="3175" y="546100"/>
                </a:lnTo>
                <a:cubicBezTo>
                  <a:pt x="2117" y="387350"/>
                  <a:pt x="1058" y="228600"/>
                  <a:pt x="0" y="69850"/>
                </a:cubicBezTo>
                <a:close/>
              </a:path>
            </a:pathLst>
          </a:custGeom>
        </p:spPr>
      </p:pic>
      <p:sp>
        <p:nvSpPr>
          <p:cNvPr id="73" name="矩形 17">
            <a:extLst>
              <a:ext uri="{FF2B5EF4-FFF2-40B4-BE49-F238E27FC236}">
                <a16:creationId xmlns:a16="http://schemas.microsoft.com/office/drawing/2014/main" id="{6102C580-CEAD-1D32-D668-37CBBCFBF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6860" y="330232"/>
            <a:ext cx="140665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外部ネットワーク</a:t>
            </a:r>
            <a:endParaRPr lang="zh-CN" altLang="en-US" sz="1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矩形 17">
            <a:extLst>
              <a:ext uri="{FF2B5EF4-FFF2-40B4-BE49-F238E27FC236}">
                <a16:creationId xmlns:a16="http://schemas.microsoft.com/office/drawing/2014/main" id="{BBA5D468-AACB-D12D-267C-3027F7698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820" y="3197002"/>
            <a:ext cx="101876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VPN-F5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矩形 17">
            <a:extLst>
              <a:ext uri="{FF2B5EF4-FFF2-40B4-BE49-F238E27FC236}">
                <a16:creationId xmlns:a16="http://schemas.microsoft.com/office/drawing/2014/main" id="{71A8E2C2-A68B-98F4-3CD2-853CBDBD8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796" y="3860166"/>
            <a:ext cx="912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ja-JP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変電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Scada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0" name="图片 24">
            <a:extLst>
              <a:ext uri="{FF2B5EF4-FFF2-40B4-BE49-F238E27FC236}">
                <a16:creationId xmlns:a16="http://schemas.microsoft.com/office/drawing/2014/main" id="{A748D465-1DF4-BF07-776E-759507F5820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1041" y="3305648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A3E5944E-4043-4521-0B25-75C602C84DDD}"/>
              </a:ext>
            </a:extLst>
          </p:cNvPr>
          <p:cNvCxnSpPr>
            <a:cxnSpLocks/>
          </p:cNvCxnSpPr>
          <p:nvPr/>
        </p:nvCxnSpPr>
        <p:spPr>
          <a:xfrm>
            <a:off x="2075348" y="4836433"/>
            <a:ext cx="8173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图片 24">
            <a:extLst>
              <a:ext uri="{FF2B5EF4-FFF2-40B4-BE49-F238E27FC236}">
                <a16:creationId xmlns:a16="http://schemas.microsoft.com/office/drawing/2014/main" id="{251B882B-39A9-94C3-5757-8203AE7F82D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75931" y="4571929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85" name="矩形 17">
            <a:extLst>
              <a:ext uri="{FF2B5EF4-FFF2-40B4-BE49-F238E27FC236}">
                <a16:creationId xmlns:a16="http://schemas.microsoft.com/office/drawing/2014/main" id="{07722D4F-4479-F02C-6F34-2EE23198F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1965" y="5119680"/>
            <a:ext cx="226197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PI IF / Adapter for OPC UA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円柱 25">
            <a:extLst>
              <a:ext uri="{FF2B5EF4-FFF2-40B4-BE49-F238E27FC236}">
                <a16:creationId xmlns:a16="http://schemas.microsoft.com/office/drawing/2014/main" id="{7D98D5CC-F786-BD2F-CAA3-5D279B33B4CA}"/>
              </a:ext>
            </a:extLst>
          </p:cNvPr>
          <p:cNvSpPr/>
          <p:nvPr/>
        </p:nvSpPr>
        <p:spPr>
          <a:xfrm>
            <a:off x="1976669" y="2272193"/>
            <a:ext cx="106098" cy="3743725"/>
          </a:xfrm>
          <a:prstGeom prst="can">
            <a:avLst/>
          </a:prstGeom>
          <a:gradFill flip="none" rotWithShape="1">
            <a:gsLst>
              <a:gs pos="0">
                <a:srgbClr val="07AEE9">
                  <a:lumMod val="67000"/>
                </a:srgbClr>
              </a:gs>
              <a:gs pos="48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25000"/>
                  <a:lumOff val="75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rgbClr val="E1690D">
                <a:shade val="1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E31FCA01-4662-D0F0-90E9-35D949574AFB}"/>
              </a:ext>
            </a:extLst>
          </p:cNvPr>
          <p:cNvCxnSpPr>
            <a:cxnSpLocks/>
          </p:cNvCxnSpPr>
          <p:nvPr/>
        </p:nvCxnSpPr>
        <p:spPr>
          <a:xfrm>
            <a:off x="5586304" y="3885528"/>
            <a:ext cx="1824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图片 24">
            <a:extLst>
              <a:ext uri="{FF2B5EF4-FFF2-40B4-BE49-F238E27FC236}">
                <a16:creationId xmlns:a16="http://schemas.microsoft.com/office/drawing/2014/main" id="{4BDA33EB-9D03-B958-93C8-7D83F89AAE0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86887" y="3621024"/>
            <a:ext cx="360326" cy="596597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96" name="矩形 17">
            <a:extLst>
              <a:ext uri="{FF2B5EF4-FFF2-40B4-BE49-F238E27FC236}">
                <a16:creationId xmlns:a16="http://schemas.microsoft.com/office/drawing/2014/main" id="{B38CA460-F98D-B9D2-F311-3B67A6106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6758" y="4176060"/>
            <a:ext cx="148380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ja-JP" sz="1000" dirty="0">
                <a:latin typeface="Microsoft YaHei" panose="020B0503020204020204" pitchFamily="34" charset="-122"/>
                <a:ea typeface="Microsoft YaHei" panose="020B0503020204020204" pitchFamily="34" charset="-122"/>
                <a:sym typeface="Arial Unicode MS" panose="020B0604020202020204" pitchFamily="34" charset="-122"/>
              </a:rPr>
              <a:t>Proxy Server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282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347D32-F2EF-FBBB-E3EF-CDF9B7BE681C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opc ua標準</a:t>
            </a:r>
          </a:p>
          <a:p>
            <a:endParaRPr lang="ja-JP" altLang="en-US" dirty="0"/>
          </a:p>
          <a:p>
            <a:r>
              <a:rPr lang="ja-JP" altLang="en-US" dirty="0"/>
              <a:t>CONNECT設計ーTree</a:t>
            </a:r>
          </a:p>
          <a:p>
            <a:r>
              <a:rPr lang="ja-JP" altLang="en-US" dirty="0"/>
              <a:t>サイト　→　Namespace</a:t>
            </a:r>
          </a:p>
          <a:p>
            <a:r>
              <a:rPr lang="ja-JP" altLang="en-US" dirty="0"/>
              <a:t>Component →　基</a:t>
            </a:r>
          </a:p>
          <a:p>
            <a:endParaRPr lang="ja-JP" altLang="en-US" dirty="0"/>
          </a:p>
          <a:p>
            <a:r>
              <a:rPr lang="ja-JP" altLang="en-US" dirty="0"/>
              <a:t>Buffering</a:t>
            </a:r>
          </a:p>
          <a:p>
            <a:r>
              <a:rPr lang="ja-JP" altLang="en-US" dirty="0"/>
              <a:t>Logging</a:t>
            </a:r>
          </a:p>
        </p:txBody>
      </p:sp>
    </p:spTree>
    <p:extLst>
      <p:ext uri="{BB962C8B-B14F-4D97-AF65-F5344CB8AC3E}">
        <p14:creationId xmlns:p14="http://schemas.microsoft.com/office/powerpoint/2010/main" val="259169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C86FA1-A85A-8B43-28D8-174D9E36D9C5}"/>
              </a:ext>
            </a:extLst>
          </p:cNvPr>
          <p:cNvSpPr txBox="1"/>
          <p:nvPr/>
        </p:nvSpPr>
        <p:spPr>
          <a:xfrm>
            <a:off x="342947" y="0"/>
            <a:ext cx="13256319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curl -X GET http://localhost:5590/api/v1/configuration/system/components</a:t>
            </a:r>
          </a:p>
          <a:p>
            <a:r>
              <a:rPr lang="ja-JP" altLang="en-US" sz="1200" dirty="0"/>
              <a:t>edgecmd get Components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GET http://localhost:5590/api/v1/configuration/omfegress/dataendpoints</a:t>
            </a:r>
          </a:p>
          <a:p>
            <a:r>
              <a:rPr lang="ja-JP" altLang="en-US" sz="1200" dirty="0"/>
              <a:t>edgecmd get DataEndpoints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GET http://localhost:5590/api/v1/configuration/OpcUa1/DataSource </a:t>
            </a:r>
          </a:p>
          <a:p>
            <a:r>
              <a:rPr lang="ja-JP" altLang="en-US" sz="1200" dirty="0"/>
              <a:t>edgecmd get DataSource -cid OpcUa1</a:t>
            </a:r>
          </a:p>
          <a:p>
            <a:endParaRPr lang="ja-JP" altLang="en-US" sz="1200" dirty="0"/>
          </a:p>
          <a:p>
            <a:r>
              <a:rPr lang="ja-JP" altLang="en-US" sz="1200" dirty="0"/>
              <a:t>http://localhost:5590/api/v1/configuration/OpcUa1/Schedules</a:t>
            </a:r>
          </a:p>
          <a:p>
            <a:r>
              <a:rPr lang="ja-JP" altLang="en-US" sz="1200" dirty="0"/>
              <a:t>edgecmd get Schedules -cid OpcUa1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GET http://localhost:5590/api/v1/configuration/OpcUa1/ClientSettings</a:t>
            </a:r>
          </a:p>
          <a:p>
            <a:r>
              <a:rPr lang="ja-JP" altLang="en-US" sz="1200" dirty="0"/>
              <a:t>edgecmd get ClientSettings -cid OpcUa1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GET http://localhost:5590/api/v1/configuration/OpcUa1/Discoveries</a:t>
            </a:r>
          </a:p>
          <a:p>
            <a:r>
              <a:rPr lang="ja-JP" altLang="en-US" sz="1200" dirty="0"/>
              <a:t>edgecmd get Discoveries -</a:t>
            </a:r>
            <a:r>
              <a:rPr lang="ja-JP" altLang="en-US" sz="1200"/>
              <a:t>cid OpcUa1</a:t>
            </a:r>
            <a:endParaRPr lang="ja-JP" altLang="en-US" sz="1200" dirty="0"/>
          </a:p>
          <a:p>
            <a:endParaRPr lang="ja-JP" altLang="en-US" sz="1200" dirty="0"/>
          </a:p>
          <a:p>
            <a:r>
              <a:rPr lang="ja-JP" altLang="en-US" sz="1200" dirty="0"/>
              <a:t>curl -X GET http://localhost:5590/api/v1/configuration/OpcUa1/DataSelection</a:t>
            </a:r>
          </a:p>
          <a:p>
            <a:r>
              <a:rPr lang="ja-JP" altLang="en-US" sz="1200" dirty="0"/>
              <a:t>edgecmd get DataSelection -cid OpcUa1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GET  http://localhost:5590/api/v1/configuration/OpcUa1/dataFilters</a:t>
            </a:r>
          </a:p>
          <a:p>
            <a:r>
              <a:rPr lang="ja-JP" altLang="en-US" sz="1200" dirty="0"/>
              <a:t>edgecmd get dataFilters -cid OpcUa1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GET  http://localhost:5590/api/v1/configuration/system/healthendpoints</a:t>
            </a:r>
          </a:p>
          <a:p>
            <a:r>
              <a:rPr lang="ja-JP" altLang="en-US" sz="1200" dirty="0"/>
              <a:t>edgecmd get healthendpoints -cid OpcUa1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DELETE https://api.example.com/users/123</a:t>
            </a:r>
          </a:p>
          <a:p>
            <a:endParaRPr lang="ja-JP" altLang="en-US" sz="1200" dirty="0"/>
          </a:p>
          <a:p>
            <a:r>
              <a:rPr lang="ja-JP" altLang="en-US" sz="1200" dirty="0"/>
              <a:t>curl -X POST https://api.example.com/users \</a:t>
            </a:r>
          </a:p>
          <a:p>
            <a:r>
              <a:rPr lang="ja-JP" altLang="en-US" sz="1200" dirty="0"/>
              <a:t>     -H "Content-Type: application/json" \</a:t>
            </a:r>
          </a:p>
          <a:p>
            <a:r>
              <a:rPr lang="ja-JP" altLang="en-US" sz="1200" dirty="0"/>
              <a:t>     -d '{"name":"Tom","age":20}'</a:t>
            </a:r>
          </a:p>
          <a:p>
            <a:endParaRPr lang="ja-JP" altLang="en-US" sz="1200" dirty="0"/>
          </a:p>
          <a:p>
            <a:endParaRPr lang="ja-JP" altLang="en-US" sz="1200" dirty="0"/>
          </a:p>
          <a:p>
            <a:r>
              <a:rPr lang="ja-JP" altLang="en-US" sz="1200" dirty="0"/>
              <a:t>curl -X PUT https://api.example.com/users/123 \</a:t>
            </a:r>
          </a:p>
          <a:p>
            <a:r>
              <a:rPr lang="ja-JP" altLang="en-US" sz="1200" dirty="0"/>
              <a:t>     -H "Content-Type: application/json" \</a:t>
            </a:r>
          </a:p>
          <a:p>
            <a:r>
              <a:rPr lang="ja-JP" altLang="en-US" sz="1200" dirty="0"/>
              <a:t>     -d '{"name":"Jerry","age":25}'</a:t>
            </a:r>
          </a:p>
        </p:txBody>
      </p:sp>
    </p:spTree>
    <p:extLst>
      <p:ext uri="{BB962C8B-B14F-4D97-AF65-F5344CB8AC3E}">
        <p14:creationId xmlns:p14="http://schemas.microsoft.com/office/powerpoint/2010/main" val="415621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ワイド画面</PresentationFormat>
  <Paragraphs>117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Microsoft YaHei</vt:lpstr>
      <vt:lpstr>游ゴシック</vt:lpstr>
      <vt:lpstr>游ゴシック Light</vt:lpstr>
      <vt:lpstr>Arial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龍　海波</dc:creator>
  <cp:lastModifiedBy>龍　海波</cp:lastModifiedBy>
  <cp:revision>1</cp:revision>
  <dcterms:created xsi:type="dcterms:W3CDTF">2026-09-18T08:34:03Z</dcterms:created>
  <dcterms:modified xsi:type="dcterms:W3CDTF">2026-09-29T00:05:55Z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2026-09-29T00:04:28Z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b7afc605-600a-42b3-b2b8-d39ba90583b3</vt:lpwstr>
  </property>
  <property fmtid="{D5CDD505-2E9C-101B-9397-08002B2CF9AE}" pid="8" name="MSIP_Label_babb27ca-7868-470c-8d5b-74df37759162_ContentBits">
    <vt:lpwstr>0</vt:lpwstr>
  </property>
</Properties>
</file>