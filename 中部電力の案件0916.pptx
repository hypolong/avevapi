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ags/tag1.xml" ContentType="application/vnd.openxmlformats-officedocument.presentationml.tags+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60"/>
  </p:notesMasterIdLst>
  <p:sldIdLst>
    <p:sldId id="2147481933" r:id="rId5"/>
    <p:sldId id="2147481934" r:id="rId6"/>
    <p:sldId id="2147481948" r:id="rId7"/>
    <p:sldId id="2147481949" r:id="rId8"/>
    <p:sldId id="2147481972" r:id="rId9"/>
    <p:sldId id="2147481924" r:id="rId10"/>
    <p:sldId id="2147481935" r:id="rId11"/>
    <p:sldId id="2147481963" r:id="rId12"/>
    <p:sldId id="2147481936" r:id="rId13"/>
    <p:sldId id="2147481967" r:id="rId14"/>
    <p:sldId id="2147481959" r:id="rId15"/>
    <p:sldId id="2147481966" r:id="rId16"/>
    <p:sldId id="2147481965" r:id="rId17"/>
    <p:sldId id="2147481960" r:id="rId18"/>
    <p:sldId id="2147481961" r:id="rId19"/>
    <p:sldId id="2147481962" r:id="rId20"/>
    <p:sldId id="2147481964" r:id="rId21"/>
    <p:sldId id="2147481982" r:id="rId22"/>
    <p:sldId id="2147481937" r:id="rId23"/>
    <p:sldId id="2147481938" r:id="rId24"/>
    <p:sldId id="2147481994" r:id="rId25"/>
    <p:sldId id="2147481954" r:id="rId26"/>
    <p:sldId id="2147481952" r:id="rId27"/>
    <p:sldId id="2147481992" r:id="rId28"/>
    <p:sldId id="2147481993" r:id="rId29"/>
    <p:sldId id="2147481970" r:id="rId30"/>
    <p:sldId id="2147481971" r:id="rId31"/>
    <p:sldId id="2147481973" r:id="rId32"/>
    <p:sldId id="2147481974" r:id="rId33"/>
    <p:sldId id="2147481984" r:id="rId34"/>
    <p:sldId id="2147481985" r:id="rId35"/>
    <p:sldId id="2147481986" r:id="rId36"/>
    <p:sldId id="2147481987" r:id="rId37"/>
    <p:sldId id="2147481988" r:id="rId38"/>
    <p:sldId id="2147481989" r:id="rId39"/>
    <p:sldId id="2147481990" r:id="rId40"/>
    <p:sldId id="2147481991" r:id="rId41"/>
    <p:sldId id="2147481939" r:id="rId42"/>
    <p:sldId id="2147481940" r:id="rId43"/>
    <p:sldId id="2147481941" r:id="rId44"/>
    <p:sldId id="2147481942" r:id="rId45"/>
    <p:sldId id="2147481976" r:id="rId46"/>
    <p:sldId id="2147481969" r:id="rId47"/>
    <p:sldId id="2147481956" r:id="rId48"/>
    <p:sldId id="2147481955" r:id="rId49"/>
    <p:sldId id="2147481958" r:id="rId50"/>
    <p:sldId id="2147481957" r:id="rId51"/>
    <p:sldId id="2147481977" r:id="rId52"/>
    <p:sldId id="2147481979" r:id="rId53"/>
    <p:sldId id="2147481983" r:id="rId54"/>
    <p:sldId id="2147481978" r:id="rId55"/>
    <p:sldId id="2147481980" r:id="rId56"/>
    <p:sldId id="2147481981" r:id="rId57"/>
    <p:sldId id="2147481943" r:id="rId58"/>
    <p:sldId id="2147481968" r:id="rId59"/>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既定のセクション" id="{A39275AB-6106-4018-A883-E5AE9FF87D88}">
          <p14:sldIdLst>
            <p14:sldId id="2147481933"/>
            <p14:sldId id="2147481934"/>
            <p14:sldId id="2147481948"/>
            <p14:sldId id="2147481949"/>
            <p14:sldId id="2147481972"/>
            <p14:sldId id="2147481924"/>
            <p14:sldId id="2147481935"/>
            <p14:sldId id="2147481963"/>
            <p14:sldId id="2147481936"/>
            <p14:sldId id="2147481967"/>
            <p14:sldId id="2147481959"/>
            <p14:sldId id="2147481966"/>
            <p14:sldId id="2147481965"/>
            <p14:sldId id="2147481960"/>
            <p14:sldId id="2147481961"/>
            <p14:sldId id="2147481962"/>
            <p14:sldId id="2147481964"/>
            <p14:sldId id="2147481982"/>
            <p14:sldId id="2147481937"/>
            <p14:sldId id="2147481938"/>
            <p14:sldId id="2147481994"/>
            <p14:sldId id="2147481954"/>
            <p14:sldId id="2147481952"/>
            <p14:sldId id="2147481992"/>
            <p14:sldId id="2147481993"/>
            <p14:sldId id="2147481970"/>
            <p14:sldId id="2147481971"/>
            <p14:sldId id="2147481973"/>
            <p14:sldId id="2147481974"/>
            <p14:sldId id="2147481984"/>
            <p14:sldId id="2147481985"/>
            <p14:sldId id="2147481986"/>
            <p14:sldId id="2147481987"/>
            <p14:sldId id="2147481988"/>
            <p14:sldId id="2147481989"/>
            <p14:sldId id="2147481990"/>
            <p14:sldId id="2147481991"/>
            <p14:sldId id="2147481939"/>
            <p14:sldId id="2147481940"/>
            <p14:sldId id="2147481941"/>
            <p14:sldId id="2147481942"/>
          </p14:sldIdLst>
        </p14:section>
        <p14:section name="Appendix" id="{EF6C0E8F-F9E2-4CAD-AA6A-294C0650D690}">
          <p14:sldIdLst>
            <p14:sldId id="2147481976"/>
            <p14:sldId id="2147481969"/>
            <p14:sldId id="2147481956"/>
            <p14:sldId id="2147481955"/>
            <p14:sldId id="2147481958"/>
            <p14:sldId id="2147481957"/>
            <p14:sldId id="2147481977"/>
            <p14:sldId id="2147481979"/>
            <p14:sldId id="2147481983"/>
            <p14:sldId id="2147481978"/>
            <p14:sldId id="2147481980"/>
            <p14:sldId id="2147481981"/>
            <p14:sldId id="2147481943"/>
            <p14:sldId id="214748196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7AAE4"/>
    <a:srgbClr val="2FD3CA"/>
    <a:srgbClr val="92B6DA"/>
    <a:srgbClr val="1B507C"/>
    <a:srgbClr val="48C3BC"/>
    <a:srgbClr val="014097"/>
    <a:srgbClr val="FFFFFF"/>
    <a:srgbClr val="E3F6F5"/>
    <a:srgbClr val="F7E0C9"/>
    <a:srgbClr val="E1690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4CC6616-08DD-4075-B552-FBCEAD79F27E}" v="146" dt="2026-09-16T05:39:02.697"/>
  </p1510:revLst>
</p1510:revInfo>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間スタイル 2 - アクセント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0A15C55-8517-42AA-B614-E9B94910E393}" styleName="中間スタイル 2 - アクセント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8A107856-5554-42FB-B03E-39F5DBC370BA}" styleName="中間スタイル 4 - アクセント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0747" autoAdjust="0"/>
  </p:normalViewPr>
  <p:slideViewPr>
    <p:cSldViewPr snapToGrid="0">
      <p:cViewPr>
        <p:scale>
          <a:sx n="75" d="100"/>
          <a:sy n="75" d="100"/>
        </p:scale>
        <p:origin x="1914" y="63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slide" Target="slides/slide51.xml"/><Relationship Id="rId63" Type="http://schemas.openxmlformats.org/officeDocument/2006/relationships/theme" Target="theme/theme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microsoft.com/office/2015/10/relationships/revisionInfo" Target="revisionInfo.xml"/><Relationship Id="rId5" Type="http://schemas.openxmlformats.org/officeDocument/2006/relationships/slide" Target="slides/slide1.xml"/><Relationship Id="rId61" Type="http://schemas.openxmlformats.org/officeDocument/2006/relationships/presProps" Target="presProps.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tableStyles" Target="tableStyles.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notesMaster" Target="notesMasters/notesMaster1.xml"/><Relationship Id="rId65"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ONG　HAIBO" userId="38da6880-df12-475c-afbd-06379a716380" providerId="ADAL" clId="{7C8B7493-7990-417F-8D6D-74BEF60AAE7E}"/>
    <pc:docChg chg="undo redo custSel addSld modSld">
      <pc:chgData name="LONG　HAIBO" userId="38da6880-df12-475c-afbd-06379a716380" providerId="ADAL" clId="{7C8B7493-7990-417F-8D6D-74BEF60AAE7E}" dt="2026-09-16T05:44:17.925" v="1373" actId="14100"/>
      <pc:docMkLst>
        <pc:docMk/>
      </pc:docMkLst>
      <pc:sldChg chg="modSp mod">
        <pc:chgData name="LONG　HAIBO" userId="38da6880-df12-475c-afbd-06379a716380" providerId="ADAL" clId="{7C8B7493-7990-417F-8D6D-74BEF60AAE7E}" dt="2026-09-16T04:58:06.652" v="8" actId="20577"/>
        <pc:sldMkLst>
          <pc:docMk/>
          <pc:sldMk cId="1916774335" sldId="2147481938"/>
        </pc:sldMkLst>
        <pc:spChg chg="mod">
          <ac:chgData name="LONG　HAIBO" userId="38da6880-df12-475c-afbd-06379a716380" providerId="ADAL" clId="{7C8B7493-7990-417F-8D6D-74BEF60AAE7E}" dt="2026-09-16T04:58:06.652" v="8" actId="20577"/>
          <ac:spMkLst>
            <pc:docMk/>
            <pc:sldMk cId="1916774335" sldId="2147481938"/>
            <ac:spMk id="6" creationId="{73796C89-9F98-E99C-6ABC-B33CDF5E403C}"/>
          </ac:spMkLst>
        </pc:spChg>
      </pc:sldChg>
      <pc:sldChg chg="addSp delSp modSp add mod">
        <pc:chgData name="LONG　HAIBO" userId="38da6880-df12-475c-afbd-06379a716380" providerId="ADAL" clId="{7C8B7493-7990-417F-8D6D-74BEF60AAE7E}" dt="2026-09-16T05:44:17.925" v="1373" actId="14100"/>
        <pc:sldMkLst>
          <pc:docMk/>
          <pc:sldMk cId="2419289642" sldId="2147481994"/>
        </pc:sldMkLst>
        <pc:spChg chg="mod">
          <ac:chgData name="LONG　HAIBO" userId="38da6880-df12-475c-afbd-06379a716380" providerId="ADAL" clId="{7C8B7493-7990-417F-8D6D-74BEF60AAE7E}" dt="2026-09-16T05:17:27.198" v="888" actId="207"/>
          <ac:spMkLst>
            <pc:docMk/>
            <pc:sldMk cId="2419289642" sldId="2147481994"/>
            <ac:spMk id="4" creationId="{4B1B4C48-D223-04D1-3563-403878C90192}"/>
          </ac:spMkLst>
        </pc:spChg>
        <pc:spChg chg="mod">
          <ac:chgData name="LONG　HAIBO" userId="38da6880-df12-475c-afbd-06379a716380" providerId="ADAL" clId="{7C8B7493-7990-417F-8D6D-74BEF60AAE7E}" dt="2026-09-16T05:17:27.198" v="888" actId="207"/>
          <ac:spMkLst>
            <pc:docMk/>
            <pc:sldMk cId="2419289642" sldId="2147481994"/>
            <ac:spMk id="5" creationId="{D7E844AC-68CE-6A12-223B-1A4598272775}"/>
          </ac:spMkLst>
        </pc:spChg>
        <pc:spChg chg="mod">
          <ac:chgData name="LONG　HAIBO" userId="38da6880-df12-475c-afbd-06379a716380" providerId="ADAL" clId="{7C8B7493-7990-417F-8D6D-74BEF60AAE7E}" dt="2026-09-16T05:27:49.644" v="1006" actId="14100"/>
          <ac:spMkLst>
            <pc:docMk/>
            <pc:sldMk cId="2419289642" sldId="2147481994"/>
            <ac:spMk id="6" creationId="{0530240F-A7BF-5DC1-1EAE-93A9F31F432A}"/>
          </ac:spMkLst>
        </pc:spChg>
        <pc:spChg chg="del mod">
          <ac:chgData name="LONG　HAIBO" userId="38da6880-df12-475c-afbd-06379a716380" providerId="ADAL" clId="{7C8B7493-7990-417F-8D6D-74BEF60AAE7E}" dt="2026-09-16T05:18:30.667" v="924" actId="478"/>
          <ac:spMkLst>
            <pc:docMk/>
            <pc:sldMk cId="2419289642" sldId="2147481994"/>
            <ac:spMk id="8" creationId="{0DD6945F-B283-A296-66B9-FD34053C9626}"/>
          </ac:spMkLst>
        </pc:spChg>
        <pc:spChg chg="mod">
          <ac:chgData name="LONG　HAIBO" userId="38da6880-df12-475c-afbd-06379a716380" providerId="ADAL" clId="{7C8B7493-7990-417F-8D6D-74BEF60AAE7E}" dt="2026-09-16T05:14:38.618" v="772" actId="14100"/>
          <ac:spMkLst>
            <pc:docMk/>
            <pc:sldMk cId="2419289642" sldId="2147481994"/>
            <ac:spMk id="26" creationId="{B680135F-A2D8-AA7A-EDEE-1411B94609FD}"/>
          </ac:spMkLst>
        </pc:spChg>
        <pc:spChg chg="mod">
          <ac:chgData name="LONG　HAIBO" userId="38da6880-df12-475c-afbd-06379a716380" providerId="ADAL" clId="{7C8B7493-7990-417F-8D6D-74BEF60AAE7E}" dt="2026-09-16T05:14:38.618" v="772" actId="14100"/>
          <ac:spMkLst>
            <pc:docMk/>
            <pc:sldMk cId="2419289642" sldId="2147481994"/>
            <ac:spMk id="27" creationId="{EF6AF58A-DE2C-E0ED-5ADF-90334C329A1E}"/>
          </ac:spMkLst>
        </pc:spChg>
        <pc:spChg chg="mod">
          <ac:chgData name="LONG　HAIBO" userId="38da6880-df12-475c-afbd-06379a716380" providerId="ADAL" clId="{7C8B7493-7990-417F-8D6D-74BEF60AAE7E}" dt="2026-09-16T05:14:38.618" v="772" actId="14100"/>
          <ac:spMkLst>
            <pc:docMk/>
            <pc:sldMk cId="2419289642" sldId="2147481994"/>
            <ac:spMk id="28" creationId="{2CDE34A4-884B-23F7-07AE-8F56F2EE888C}"/>
          </ac:spMkLst>
        </pc:spChg>
        <pc:spChg chg="mod">
          <ac:chgData name="LONG　HAIBO" userId="38da6880-df12-475c-afbd-06379a716380" providerId="ADAL" clId="{7C8B7493-7990-417F-8D6D-74BEF60AAE7E}" dt="2026-09-16T05:34:00.224" v="1048" actId="1076"/>
          <ac:spMkLst>
            <pc:docMk/>
            <pc:sldMk cId="2419289642" sldId="2147481994"/>
            <ac:spMk id="29" creationId="{AD4C0A15-E559-44BE-0F7F-068BF289E507}"/>
          </ac:spMkLst>
        </pc:spChg>
        <pc:spChg chg="mod">
          <ac:chgData name="LONG　HAIBO" userId="38da6880-df12-475c-afbd-06379a716380" providerId="ADAL" clId="{7C8B7493-7990-417F-8D6D-74BEF60AAE7E}" dt="2026-09-16T05:33:56.468" v="1046" actId="1076"/>
          <ac:spMkLst>
            <pc:docMk/>
            <pc:sldMk cId="2419289642" sldId="2147481994"/>
            <ac:spMk id="30" creationId="{47EACE1C-6692-DF48-5BA0-1D60120E38CD}"/>
          </ac:spMkLst>
        </pc:spChg>
        <pc:spChg chg="mod">
          <ac:chgData name="LONG　HAIBO" userId="38da6880-df12-475c-afbd-06379a716380" providerId="ADAL" clId="{7C8B7493-7990-417F-8D6D-74BEF60AAE7E}" dt="2026-09-16T05:34:22.921" v="1059"/>
          <ac:spMkLst>
            <pc:docMk/>
            <pc:sldMk cId="2419289642" sldId="2147481994"/>
            <ac:spMk id="31" creationId="{35FD6F67-2C14-A0BB-C41A-811B71B71DBA}"/>
          </ac:spMkLst>
        </pc:spChg>
        <pc:spChg chg="mod">
          <ac:chgData name="LONG　HAIBO" userId="38da6880-df12-475c-afbd-06379a716380" providerId="ADAL" clId="{7C8B7493-7990-417F-8D6D-74BEF60AAE7E}" dt="2026-09-16T05:34:25.545" v="1060"/>
          <ac:spMkLst>
            <pc:docMk/>
            <pc:sldMk cId="2419289642" sldId="2147481994"/>
            <ac:spMk id="32" creationId="{3DDEFFCF-C5CD-3706-7471-C3AA603569BC}"/>
          </ac:spMkLst>
        </pc:spChg>
        <pc:spChg chg="mod">
          <ac:chgData name="LONG　HAIBO" userId="38da6880-df12-475c-afbd-06379a716380" providerId="ADAL" clId="{7C8B7493-7990-417F-8D6D-74BEF60AAE7E}" dt="2026-09-16T05:34:56.714" v="1089" actId="1076"/>
          <ac:spMkLst>
            <pc:docMk/>
            <pc:sldMk cId="2419289642" sldId="2147481994"/>
            <ac:spMk id="33" creationId="{780A995C-C04D-3124-A19A-81F15A99BB81}"/>
          </ac:spMkLst>
        </pc:spChg>
        <pc:spChg chg="del">
          <ac:chgData name="LONG　HAIBO" userId="38da6880-df12-475c-afbd-06379a716380" providerId="ADAL" clId="{7C8B7493-7990-417F-8D6D-74BEF60AAE7E}" dt="2026-09-16T05:07:33.100" v="543" actId="478"/>
          <ac:spMkLst>
            <pc:docMk/>
            <pc:sldMk cId="2419289642" sldId="2147481994"/>
            <ac:spMk id="34" creationId="{E003BC14-3CC4-BE05-B837-ADC27B00B443}"/>
          </ac:spMkLst>
        </pc:spChg>
        <pc:spChg chg="mod">
          <ac:chgData name="LONG　HAIBO" userId="38da6880-df12-475c-afbd-06379a716380" providerId="ADAL" clId="{7C8B7493-7990-417F-8D6D-74BEF60AAE7E}" dt="2026-09-16T05:34:56.714" v="1089" actId="1076"/>
          <ac:spMkLst>
            <pc:docMk/>
            <pc:sldMk cId="2419289642" sldId="2147481994"/>
            <ac:spMk id="35" creationId="{E82DF3E4-A5F0-0ED4-6577-7EE035FD06B7}"/>
          </ac:spMkLst>
        </pc:spChg>
        <pc:spChg chg="add del mod ord">
          <ac:chgData name="LONG　HAIBO" userId="38da6880-df12-475c-afbd-06379a716380" providerId="ADAL" clId="{7C8B7493-7990-417F-8D6D-74BEF60AAE7E}" dt="2026-09-16T05:34:35.622" v="1064"/>
          <ac:spMkLst>
            <pc:docMk/>
            <pc:sldMk cId="2419289642" sldId="2147481994"/>
            <ac:spMk id="36" creationId="{723D44D6-C09E-D7CC-96D3-AE8315807003}"/>
          </ac:spMkLst>
        </pc:spChg>
        <pc:spChg chg="mod">
          <ac:chgData name="LONG　HAIBO" userId="38da6880-df12-475c-afbd-06379a716380" providerId="ADAL" clId="{7C8B7493-7990-417F-8D6D-74BEF60AAE7E}" dt="2026-09-16T05:36:02.988" v="1129" actId="1076"/>
          <ac:spMkLst>
            <pc:docMk/>
            <pc:sldMk cId="2419289642" sldId="2147481994"/>
            <ac:spMk id="37" creationId="{0D951133-BA18-15E2-FAFF-3C842DCA3231}"/>
          </ac:spMkLst>
        </pc:spChg>
        <pc:spChg chg="add del mod">
          <ac:chgData name="LONG　HAIBO" userId="38da6880-df12-475c-afbd-06379a716380" providerId="ADAL" clId="{7C8B7493-7990-417F-8D6D-74BEF60AAE7E}" dt="2026-09-16T05:33:43.880" v="1043" actId="1076"/>
          <ac:spMkLst>
            <pc:docMk/>
            <pc:sldMk cId="2419289642" sldId="2147481994"/>
            <ac:spMk id="38" creationId="{FCA92D7B-55C4-17D0-8ECB-01C1B631BBD2}"/>
          </ac:spMkLst>
        </pc:spChg>
        <pc:spChg chg="mod">
          <ac:chgData name="LONG　HAIBO" userId="38da6880-df12-475c-afbd-06379a716380" providerId="ADAL" clId="{7C8B7493-7990-417F-8D6D-74BEF60AAE7E}" dt="2026-09-16T05:04:59.937" v="297" actId="1037"/>
          <ac:spMkLst>
            <pc:docMk/>
            <pc:sldMk cId="2419289642" sldId="2147481994"/>
            <ac:spMk id="39" creationId="{F48B08F1-8878-6BE6-599C-670185B950C0}"/>
          </ac:spMkLst>
        </pc:spChg>
        <pc:spChg chg="mod">
          <ac:chgData name="LONG　HAIBO" userId="38da6880-df12-475c-afbd-06379a716380" providerId="ADAL" clId="{7C8B7493-7990-417F-8D6D-74BEF60AAE7E}" dt="2026-09-16T05:04:59.937" v="297" actId="1037"/>
          <ac:spMkLst>
            <pc:docMk/>
            <pc:sldMk cId="2419289642" sldId="2147481994"/>
            <ac:spMk id="40" creationId="{3755C19C-C115-CDB1-B92F-83D83EDEE2AB}"/>
          </ac:spMkLst>
        </pc:spChg>
        <pc:spChg chg="mod">
          <ac:chgData name="LONG　HAIBO" userId="38da6880-df12-475c-afbd-06379a716380" providerId="ADAL" clId="{7C8B7493-7990-417F-8D6D-74BEF60AAE7E}" dt="2026-09-16T05:04:59.937" v="297" actId="1037"/>
          <ac:spMkLst>
            <pc:docMk/>
            <pc:sldMk cId="2419289642" sldId="2147481994"/>
            <ac:spMk id="41" creationId="{53CF9975-C51A-B301-F974-54F53497F24E}"/>
          </ac:spMkLst>
        </pc:spChg>
        <pc:spChg chg="mod">
          <ac:chgData name="LONG　HAIBO" userId="38da6880-df12-475c-afbd-06379a716380" providerId="ADAL" clId="{7C8B7493-7990-417F-8D6D-74BEF60AAE7E}" dt="2026-09-16T05:33:05.026" v="1027" actId="1076"/>
          <ac:spMkLst>
            <pc:docMk/>
            <pc:sldMk cId="2419289642" sldId="2147481994"/>
            <ac:spMk id="42" creationId="{3B56C220-7D01-83BB-374F-2D1F4F00A88F}"/>
          </ac:spMkLst>
        </pc:spChg>
        <pc:spChg chg="del">
          <ac:chgData name="LONG　HAIBO" userId="38da6880-df12-475c-afbd-06379a716380" providerId="ADAL" clId="{7C8B7493-7990-417F-8D6D-74BEF60AAE7E}" dt="2026-09-16T05:00:28.277" v="87" actId="478"/>
          <ac:spMkLst>
            <pc:docMk/>
            <pc:sldMk cId="2419289642" sldId="2147481994"/>
            <ac:spMk id="43" creationId="{AD4985ED-8372-2A64-26D1-DFB2F4351794}"/>
          </ac:spMkLst>
        </pc:spChg>
        <pc:spChg chg="del">
          <ac:chgData name="LONG　HAIBO" userId="38da6880-df12-475c-afbd-06379a716380" providerId="ADAL" clId="{7C8B7493-7990-417F-8D6D-74BEF60AAE7E}" dt="2026-09-16T05:00:28.277" v="87" actId="478"/>
          <ac:spMkLst>
            <pc:docMk/>
            <pc:sldMk cId="2419289642" sldId="2147481994"/>
            <ac:spMk id="44" creationId="{46085AE7-B4EF-22C6-63F1-FFEF936BB753}"/>
          </ac:spMkLst>
        </pc:spChg>
        <pc:spChg chg="del">
          <ac:chgData name="LONG　HAIBO" userId="38da6880-df12-475c-afbd-06379a716380" providerId="ADAL" clId="{7C8B7493-7990-417F-8D6D-74BEF60AAE7E}" dt="2026-09-16T05:00:03.195" v="86" actId="478"/>
          <ac:spMkLst>
            <pc:docMk/>
            <pc:sldMk cId="2419289642" sldId="2147481994"/>
            <ac:spMk id="45" creationId="{D7C7A023-596A-F394-7833-8DEB289C1606}"/>
          </ac:spMkLst>
        </pc:spChg>
        <pc:spChg chg="mod">
          <ac:chgData name="LONG　HAIBO" userId="38da6880-df12-475c-afbd-06379a716380" providerId="ADAL" clId="{7C8B7493-7990-417F-8D6D-74BEF60AAE7E}" dt="2026-09-16T05:33:38.781" v="1041"/>
          <ac:spMkLst>
            <pc:docMk/>
            <pc:sldMk cId="2419289642" sldId="2147481994"/>
            <ac:spMk id="46" creationId="{24F43D72-C073-B24E-6810-18388C9FE8F4}"/>
          </ac:spMkLst>
        </pc:spChg>
        <pc:spChg chg="del">
          <ac:chgData name="LONG　HAIBO" userId="38da6880-df12-475c-afbd-06379a716380" providerId="ADAL" clId="{7C8B7493-7990-417F-8D6D-74BEF60AAE7E}" dt="2026-09-16T05:00:03.195" v="86" actId="478"/>
          <ac:spMkLst>
            <pc:docMk/>
            <pc:sldMk cId="2419289642" sldId="2147481994"/>
            <ac:spMk id="48" creationId="{2428F747-8800-F6EE-BE1C-E01B5A0A1FA6}"/>
          </ac:spMkLst>
        </pc:spChg>
        <pc:spChg chg="add del">
          <ac:chgData name="LONG　HAIBO" userId="38da6880-df12-475c-afbd-06379a716380" providerId="ADAL" clId="{7C8B7493-7990-417F-8D6D-74BEF60AAE7E}" dt="2026-09-16T05:09:45.299" v="622" actId="478"/>
          <ac:spMkLst>
            <pc:docMk/>
            <pc:sldMk cId="2419289642" sldId="2147481994"/>
            <ac:spMk id="49" creationId="{2923774D-DF41-6631-C2D5-8756F6254D1B}"/>
          </ac:spMkLst>
        </pc:spChg>
        <pc:spChg chg="del">
          <ac:chgData name="LONG　HAIBO" userId="38da6880-df12-475c-afbd-06379a716380" providerId="ADAL" clId="{7C8B7493-7990-417F-8D6D-74BEF60AAE7E}" dt="2026-09-16T05:00:03.195" v="86" actId="478"/>
          <ac:spMkLst>
            <pc:docMk/>
            <pc:sldMk cId="2419289642" sldId="2147481994"/>
            <ac:spMk id="50" creationId="{CA0BDB2A-2476-E765-0853-2FE938394238}"/>
          </ac:spMkLst>
        </pc:spChg>
        <pc:spChg chg="del">
          <ac:chgData name="LONG　HAIBO" userId="38da6880-df12-475c-afbd-06379a716380" providerId="ADAL" clId="{7C8B7493-7990-417F-8D6D-74BEF60AAE7E}" dt="2026-09-16T05:00:03.195" v="86" actId="478"/>
          <ac:spMkLst>
            <pc:docMk/>
            <pc:sldMk cId="2419289642" sldId="2147481994"/>
            <ac:spMk id="51" creationId="{704A297C-A022-43D8-DD96-7F141FAC7316}"/>
          </ac:spMkLst>
        </pc:spChg>
        <pc:spChg chg="del">
          <ac:chgData name="LONG　HAIBO" userId="38da6880-df12-475c-afbd-06379a716380" providerId="ADAL" clId="{7C8B7493-7990-417F-8D6D-74BEF60AAE7E}" dt="2026-09-16T05:03:20.871" v="211" actId="478"/>
          <ac:spMkLst>
            <pc:docMk/>
            <pc:sldMk cId="2419289642" sldId="2147481994"/>
            <ac:spMk id="53" creationId="{A17D97EA-3D64-9F1C-B706-6363F81FB9CC}"/>
          </ac:spMkLst>
        </pc:spChg>
        <pc:spChg chg="del">
          <ac:chgData name="LONG　HAIBO" userId="38da6880-df12-475c-afbd-06379a716380" providerId="ADAL" clId="{7C8B7493-7990-417F-8D6D-74BEF60AAE7E}" dt="2026-09-16T05:00:03.195" v="86" actId="478"/>
          <ac:spMkLst>
            <pc:docMk/>
            <pc:sldMk cId="2419289642" sldId="2147481994"/>
            <ac:spMk id="56" creationId="{EBFC387E-5EC7-18EB-82EB-14CB65720410}"/>
          </ac:spMkLst>
        </pc:spChg>
        <pc:spChg chg="del">
          <ac:chgData name="LONG　HAIBO" userId="38da6880-df12-475c-afbd-06379a716380" providerId="ADAL" clId="{7C8B7493-7990-417F-8D6D-74BEF60AAE7E}" dt="2026-09-16T05:00:03.195" v="86" actId="478"/>
          <ac:spMkLst>
            <pc:docMk/>
            <pc:sldMk cId="2419289642" sldId="2147481994"/>
            <ac:spMk id="59" creationId="{9005AAE8-8D44-5C6C-EB4D-384365358A9B}"/>
          </ac:spMkLst>
        </pc:spChg>
        <pc:spChg chg="mod">
          <ac:chgData name="LONG　HAIBO" userId="38da6880-df12-475c-afbd-06379a716380" providerId="ADAL" clId="{7C8B7493-7990-417F-8D6D-74BEF60AAE7E}" dt="2026-09-16T05:37:54.426" v="1185" actId="1076"/>
          <ac:spMkLst>
            <pc:docMk/>
            <pc:sldMk cId="2419289642" sldId="2147481994"/>
            <ac:spMk id="63" creationId="{956F79E5-DB56-2AFC-7C8F-E860DF01E08A}"/>
          </ac:spMkLst>
        </pc:spChg>
        <pc:spChg chg="del">
          <ac:chgData name="LONG　HAIBO" userId="38da6880-df12-475c-afbd-06379a716380" providerId="ADAL" clId="{7C8B7493-7990-417F-8D6D-74BEF60AAE7E}" dt="2026-09-16T05:00:03.195" v="86" actId="478"/>
          <ac:spMkLst>
            <pc:docMk/>
            <pc:sldMk cId="2419289642" sldId="2147481994"/>
            <ac:spMk id="64" creationId="{0B60DADD-7F26-4BFD-5029-2DF56919E766}"/>
          </ac:spMkLst>
        </pc:spChg>
        <pc:spChg chg="del">
          <ac:chgData name="LONG　HAIBO" userId="38da6880-df12-475c-afbd-06379a716380" providerId="ADAL" clId="{7C8B7493-7990-417F-8D6D-74BEF60AAE7E}" dt="2026-09-16T05:00:03.195" v="86" actId="478"/>
          <ac:spMkLst>
            <pc:docMk/>
            <pc:sldMk cId="2419289642" sldId="2147481994"/>
            <ac:spMk id="66" creationId="{EE072328-1693-D606-C786-E1132C8321E8}"/>
          </ac:spMkLst>
        </pc:spChg>
        <pc:spChg chg="del">
          <ac:chgData name="LONG　HAIBO" userId="38da6880-df12-475c-afbd-06379a716380" providerId="ADAL" clId="{7C8B7493-7990-417F-8D6D-74BEF60AAE7E}" dt="2026-09-16T05:00:03.195" v="86" actId="478"/>
          <ac:spMkLst>
            <pc:docMk/>
            <pc:sldMk cId="2419289642" sldId="2147481994"/>
            <ac:spMk id="67" creationId="{FE88D43C-348F-E587-4B0C-D9EBD4211BA7}"/>
          </ac:spMkLst>
        </pc:spChg>
        <pc:spChg chg="del">
          <ac:chgData name="LONG　HAIBO" userId="38da6880-df12-475c-afbd-06379a716380" providerId="ADAL" clId="{7C8B7493-7990-417F-8D6D-74BEF60AAE7E}" dt="2026-09-16T05:00:03.195" v="86" actId="478"/>
          <ac:spMkLst>
            <pc:docMk/>
            <pc:sldMk cId="2419289642" sldId="2147481994"/>
            <ac:spMk id="68" creationId="{0DBDA512-7813-44FE-CD07-921695B6D7AE}"/>
          </ac:spMkLst>
        </pc:spChg>
        <pc:spChg chg="mod">
          <ac:chgData name="LONG　HAIBO" userId="38da6880-df12-475c-afbd-06379a716380" providerId="ADAL" clId="{7C8B7493-7990-417F-8D6D-74BEF60AAE7E}" dt="2026-09-16T05:35:00.582" v="1096" actId="1037"/>
          <ac:spMkLst>
            <pc:docMk/>
            <pc:sldMk cId="2419289642" sldId="2147481994"/>
            <ac:spMk id="70" creationId="{53A0AD92-0857-BE4C-A305-4C7F6ED08CDB}"/>
          </ac:spMkLst>
        </pc:spChg>
        <pc:spChg chg="add mod">
          <ac:chgData name="LONG　HAIBO" userId="38da6880-df12-475c-afbd-06379a716380" providerId="ADAL" clId="{7C8B7493-7990-417F-8D6D-74BEF60AAE7E}" dt="2026-09-16T05:38:04.199" v="1186" actId="1076"/>
          <ac:spMkLst>
            <pc:docMk/>
            <pc:sldMk cId="2419289642" sldId="2147481994"/>
            <ac:spMk id="116" creationId="{DF2F390D-45FC-A706-1B23-9832EA91A38A}"/>
          </ac:spMkLst>
        </pc:spChg>
        <pc:spChg chg="add del mod">
          <ac:chgData name="LONG　HAIBO" userId="38da6880-df12-475c-afbd-06379a716380" providerId="ADAL" clId="{7C8B7493-7990-417F-8D6D-74BEF60AAE7E}" dt="2026-09-16T05:17:39.205" v="893" actId="478"/>
          <ac:spMkLst>
            <pc:docMk/>
            <pc:sldMk cId="2419289642" sldId="2147481994"/>
            <ac:spMk id="117" creationId="{A7BF7A79-F390-D55B-6F54-FCB77EBC6F02}"/>
          </ac:spMkLst>
        </pc:spChg>
        <pc:spChg chg="add del mod">
          <ac:chgData name="LONG　HAIBO" userId="38da6880-df12-475c-afbd-06379a716380" providerId="ADAL" clId="{7C8B7493-7990-417F-8D6D-74BEF60AAE7E}" dt="2026-09-16T05:17:46.322" v="896" actId="478"/>
          <ac:spMkLst>
            <pc:docMk/>
            <pc:sldMk cId="2419289642" sldId="2147481994"/>
            <ac:spMk id="118" creationId="{08241F72-E756-E4DE-145C-28D4E1BD4B8A}"/>
          </ac:spMkLst>
        </pc:spChg>
        <pc:spChg chg="add mod">
          <ac:chgData name="LONG　HAIBO" userId="38da6880-df12-475c-afbd-06379a716380" providerId="ADAL" clId="{7C8B7493-7990-417F-8D6D-74BEF60AAE7E}" dt="2026-09-16T05:18:36.564" v="927" actId="1076"/>
          <ac:spMkLst>
            <pc:docMk/>
            <pc:sldMk cId="2419289642" sldId="2147481994"/>
            <ac:spMk id="119" creationId="{D58083DA-0AF2-0545-62DC-08267B5D5069}"/>
          </ac:spMkLst>
        </pc:spChg>
        <pc:spChg chg="add mod">
          <ac:chgData name="LONG　HAIBO" userId="38da6880-df12-475c-afbd-06379a716380" providerId="ADAL" clId="{7C8B7493-7990-417F-8D6D-74BEF60AAE7E}" dt="2026-09-16T05:17:41.841" v="894" actId="1076"/>
          <ac:spMkLst>
            <pc:docMk/>
            <pc:sldMk cId="2419289642" sldId="2147481994"/>
            <ac:spMk id="125" creationId="{C6A911C5-F7B2-6E81-F5DA-FD3638F742A8}"/>
          </ac:spMkLst>
        </pc:spChg>
        <pc:spChg chg="add mod">
          <ac:chgData name="LONG　HAIBO" userId="38da6880-df12-475c-afbd-06379a716380" providerId="ADAL" clId="{7C8B7493-7990-417F-8D6D-74BEF60AAE7E}" dt="2026-09-16T05:32:18.097" v="1026" actId="1036"/>
          <ac:spMkLst>
            <pc:docMk/>
            <pc:sldMk cId="2419289642" sldId="2147481994"/>
            <ac:spMk id="126" creationId="{EC8CF5D9-6C9C-9B6D-12F5-E85C624154B0}"/>
          </ac:spMkLst>
        </pc:spChg>
        <pc:spChg chg="add mod">
          <ac:chgData name="LONG　HAIBO" userId="38da6880-df12-475c-afbd-06379a716380" providerId="ADAL" clId="{7C8B7493-7990-417F-8D6D-74BEF60AAE7E}" dt="2026-09-16T05:17:50.201" v="899" actId="571"/>
          <ac:spMkLst>
            <pc:docMk/>
            <pc:sldMk cId="2419289642" sldId="2147481994"/>
            <ac:spMk id="127" creationId="{2BFBD90C-EF92-986C-7D6C-E29257DB01A5}"/>
          </ac:spMkLst>
        </pc:spChg>
        <pc:spChg chg="add mod">
          <ac:chgData name="LONG　HAIBO" userId="38da6880-df12-475c-afbd-06379a716380" providerId="ADAL" clId="{7C8B7493-7990-417F-8D6D-74BEF60AAE7E}" dt="2026-09-16T05:22:01.210" v="971" actId="1076"/>
          <ac:spMkLst>
            <pc:docMk/>
            <pc:sldMk cId="2419289642" sldId="2147481994"/>
            <ac:spMk id="1031" creationId="{E8842A6E-8E35-7FF9-B7E1-EC7B15198D9E}"/>
          </ac:spMkLst>
        </pc:spChg>
        <pc:spChg chg="add mod ord">
          <ac:chgData name="LONG　HAIBO" userId="38da6880-df12-475c-afbd-06379a716380" providerId="ADAL" clId="{7C8B7493-7990-417F-8D6D-74BEF60AAE7E}" dt="2026-09-16T05:44:17.925" v="1373" actId="14100"/>
          <ac:spMkLst>
            <pc:docMk/>
            <pc:sldMk cId="2419289642" sldId="2147481994"/>
            <ac:spMk id="1034" creationId="{61E1D4B6-BA03-CF41-B98C-06457D9DECA8}"/>
          </ac:spMkLst>
        </pc:spChg>
        <pc:spChg chg="add mod ord">
          <ac:chgData name="LONG　HAIBO" userId="38da6880-df12-475c-afbd-06379a716380" providerId="ADAL" clId="{7C8B7493-7990-417F-8D6D-74BEF60AAE7E}" dt="2026-09-16T05:41:37.891" v="1370" actId="207"/>
          <ac:spMkLst>
            <pc:docMk/>
            <pc:sldMk cId="2419289642" sldId="2147481994"/>
            <ac:spMk id="1035" creationId="{7B9998D3-D123-FEFF-2ABF-95FA511F2763}"/>
          </ac:spMkLst>
        </pc:spChg>
        <pc:spChg chg="add mod ord">
          <ac:chgData name="LONG　HAIBO" userId="38da6880-df12-475c-afbd-06379a716380" providerId="ADAL" clId="{7C8B7493-7990-417F-8D6D-74BEF60AAE7E}" dt="2026-09-16T05:44:09.769" v="1372" actId="14100"/>
          <ac:spMkLst>
            <pc:docMk/>
            <pc:sldMk cId="2419289642" sldId="2147481994"/>
            <ac:spMk id="1036" creationId="{386B0FAD-9858-F4AC-4C5C-AABAE6516D00}"/>
          </ac:spMkLst>
        </pc:spChg>
        <pc:spChg chg="add mod">
          <ac:chgData name="LONG　HAIBO" userId="38da6880-df12-475c-afbd-06379a716380" providerId="ADAL" clId="{7C8B7493-7990-417F-8D6D-74BEF60AAE7E}" dt="2026-09-16T05:39:51.616" v="1295" actId="1076"/>
          <ac:spMkLst>
            <pc:docMk/>
            <pc:sldMk cId="2419289642" sldId="2147481994"/>
            <ac:spMk id="1037" creationId="{8D2BC073-EA6E-9D10-A04C-4C8E70671CAF}"/>
          </ac:spMkLst>
        </pc:spChg>
        <pc:spChg chg="add mod">
          <ac:chgData name="LONG　HAIBO" userId="38da6880-df12-475c-afbd-06379a716380" providerId="ADAL" clId="{7C8B7493-7990-417F-8D6D-74BEF60AAE7E}" dt="2026-09-16T05:40:03.531" v="1319" actId="1076"/>
          <ac:spMkLst>
            <pc:docMk/>
            <pc:sldMk cId="2419289642" sldId="2147481994"/>
            <ac:spMk id="1038" creationId="{4226E78D-1276-3822-647A-DB815646F3B9}"/>
          </ac:spMkLst>
        </pc:spChg>
        <pc:spChg chg="add mod">
          <ac:chgData name="LONG　HAIBO" userId="38da6880-df12-475c-afbd-06379a716380" providerId="ADAL" clId="{7C8B7493-7990-417F-8D6D-74BEF60AAE7E}" dt="2026-09-16T05:41:06.733" v="1367" actId="1076"/>
          <ac:spMkLst>
            <pc:docMk/>
            <pc:sldMk cId="2419289642" sldId="2147481994"/>
            <ac:spMk id="1039" creationId="{066563D4-6E78-C977-F68E-9BC1FF4A83C4}"/>
          </ac:spMkLst>
        </pc:spChg>
        <pc:grpChg chg="mod">
          <ac:chgData name="LONG　HAIBO" userId="38da6880-df12-475c-afbd-06379a716380" providerId="ADAL" clId="{7C8B7493-7990-417F-8D6D-74BEF60AAE7E}" dt="2026-09-16T05:35:00.582" v="1096" actId="1037"/>
          <ac:grpSpMkLst>
            <pc:docMk/>
            <pc:sldMk cId="2419289642" sldId="2147481994"/>
            <ac:grpSpMk id="71" creationId="{817AA8E4-D937-3CFD-106A-8310D4BD5BE4}"/>
          </ac:grpSpMkLst>
        </pc:grpChg>
        <pc:grpChg chg="mod">
          <ac:chgData name="LONG　HAIBO" userId="38da6880-df12-475c-afbd-06379a716380" providerId="ADAL" clId="{7C8B7493-7990-417F-8D6D-74BEF60AAE7E}" dt="2026-09-16T05:37:54.426" v="1185" actId="1076"/>
          <ac:grpSpMkLst>
            <pc:docMk/>
            <pc:sldMk cId="2419289642" sldId="2147481994"/>
            <ac:grpSpMk id="103" creationId="{0ED04F47-0AAA-F870-5BB5-8AEF719FC700}"/>
          </ac:grpSpMkLst>
        </pc:grpChg>
        <pc:grpChg chg="add mod">
          <ac:chgData name="LONG　HAIBO" userId="38da6880-df12-475c-afbd-06379a716380" providerId="ADAL" clId="{7C8B7493-7990-417F-8D6D-74BEF60AAE7E}" dt="2026-09-16T05:12:21.499" v="699" actId="164"/>
          <ac:grpSpMkLst>
            <pc:docMk/>
            <pc:sldMk cId="2419289642" sldId="2147481994"/>
            <ac:grpSpMk id="111" creationId="{30499DA9-6A29-6687-802D-CA6C28E82440}"/>
          </ac:grpSpMkLst>
        </pc:grpChg>
        <pc:grpChg chg="add mod">
          <ac:chgData name="LONG　HAIBO" userId="38da6880-df12-475c-afbd-06379a716380" providerId="ADAL" clId="{7C8B7493-7990-417F-8D6D-74BEF60AAE7E}" dt="2026-09-16T05:12:21.499" v="699" actId="164"/>
          <ac:grpSpMkLst>
            <pc:docMk/>
            <pc:sldMk cId="2419289642" sldId="2147481994"/>
            <ac:grpSpMk id="112" creationId="{3D1DAEA7-C266-3CC6-C016-17FE61D0C3B9}"/>
          </ac:grpSpMkLst>
        </pc:grpChg>
        <pc:picChg chg="mod">
          <ac:chgData name="LONG　HAIBO" userId="38da6880-df12-475c-afbd-06379a716380" providerId="ADAL" clId="{7C8B7493-7990-417F-8D6D-74BEF60AAE7E}" dt="2026-09-16T05:18:25.849" v="922" actId="1076"/>
          <ac:picMkLst>
            <pc:docMk/>
            <pc:sldMk cId="2419289642" sldId="2147481994"/>
            <ac:picMk id="7" creationId="{367C8045-03C1-FA6C-10CA-BD8E52F8CAEB}"/>
          </ac:picMkLst>
        </pc:picChg>
        <pc:picChg chg="mod">
          <ac:chgData name="LONG　HAIBO" userId="38da6880-df12-475c-afbd-06379a716380" providerId="ADAL" clId="{7C8B7493-7990-417F-8D6D-74BEF60AAE7E}" dt="2026-09-16T05:05:45.930" v="353" actId="1036"/>
          <ac:picMkLst>
            <pc:docMk/>
            <pc:sldMk cId="2419289642" sldId="2147481994"/>
            <ac:picMk id="9" creationId="{B8D6CE1F-9D33-5FF3-ABF8-C1CCFD378908}"/>
          </ac:picMkLst>
        </pc:picChg>
        <pc:picChg chg="mod">
          <ac:chgData name="LONG　HAIBO" userId="38da6880-df12-475c-afbd-06379a716380" providerId="ADAL" clId="{7C8B7493-7990-417F-8D6D-74BEF60AAE7E}" dt="2026-09-16T05:04:59.937" v="297" actId="1037"/>
          <ac:picMkLst>
            <pc:docMk/>
            <pc:sldMk cId="2419289642" sldId="2147481994"/>
            <ac:picMk id="10" creationId="{6012874C-22D1-C2F6-A7FD-2A68FFE9CEF5}"/>
          </ac:picMkLst>
        </pc:picChg>
        <pc:picChg chg="del">
          <ac:chgData name="LONG　HAIBO" userId="38da6880-df12-475c-afbd-06379a716380" providerId="ADAL" clId="{7C8B7493-7990-417F-8D6D-74BEF60AAE7E}" dt="2026-09-16T05:00:28.277" v="87" actId="478"/>
          <ac:picMkLst>
            <pc:docMk/>
            <pc:sldMk cId="2419289642" sldId="2147481994"/>
            <ac:picMk id="11" creationId="{8BEFAE8B-4F2B-60D8-5312-B3871341F3B2}"/>
          </ac:picMkLst>
        </pc:picChg>
        <pc:picChg chg="mod">
          <ac:chgData name="LONG　HAIBO" userId="38da6880-df12-475c-afbd-06379a716380" providerId="ADAL" clId="{7C8B7493-7990-417F-8D6D-74BEF60AAE7E}" dt="2026-09-16T05:04:59.937" v="297" actId="1037"/>
          <ac:picMkLst>
            <pc:docMk/>
            <pc:sldMk cId="2419289642" sldId="2147481994"/>
            <ac:picMk id="12" creationId="{6B4B79FB-740F-6BD4-D131-96B5EDE8DDBE}"/>
          </ac:picMkLst>
        </pc:picChg>
        <pc:picChg chg="mod">
          <ac:chgData name="LONG　HAIBO" userId="38da6880-df12-475c-afbd-06379a716380" providerId="ADAL" clId="{7C8B7493-7990-417F-8D6D-74BEF60AAE7E}" dt="2026-09-16T05:04:59.937" v="297" actId="1037"/>
          <ac:picMkLst>
            <pc:docMk/>
            <pc:sldMk cId="2419289642" sldId="2147481994"/>
            <ac:picMk id="13" creationId="{AEAE5D62-418F-7F25-9F89-90E32590A60D}"/>
          </ac:picMkLst>
        </pc:picChg>
        <pc:picChg chg="mod ord">
          <ac:chgData name="LONG　HAIBO" userId="38da6880-df12-475c-afbd-06379a716380" providerId="ADAL" clId="{7C8B7493-7990-417F-8D6D-74BEF60AAE7E}" dt="2026-09-16T05:16:38.247" v="870" actId="1037"/>
          <ac:picMkLst>
            <pc:docMk/>
            <pc:sldMk cId="2419289642" sldId="2147481994"/>
            <ac:picMk id="14" creationId="{509238AC-BA02-6B22-9527-39A65D4C9377}"/>
          </ac:picMkLst>
        </pc:picChg>
        <pc:picChg chg="del">
          <ac:chgData name="LONG　HAIBO" userId="38da6880-df12-475c-afbd-06379a716380" providerId="ADAL" clId="{7C8B7493-7990-417F-8D6D-74BEF60AAE7E}" dt="2026-09-16T05:00:28.277" v="87" actId="478"/>
          <ac:picMkLst>
            <pc:docMk/>
            <pc:sldMk cId="2419289642" sldId="2147481994"/>
            <ac:picMk id="15" creationId="{68307AE6-7371-B334-BADE-FDC8DA5BB835}"/>
          </ac:picMkLst>
        </pc:picChg>
        <pc:picChg chg="mod">
          <ac:chgData name="LONG　HAIBO" userId="38da6880-df12-475c-afbd-06379a716380" providerId="ADAL" clId="{7C8B7493-7990-417F-8D6D-74BEF60AAE7E}" dt="2026-09-16T05:06:32.742" v="487" actId="1036"/>
          <ac:picMkLst>
            <pc:docMk/>
            <pc:sldMk cId="2419289642" sldId="2147481994"/>
            <ac:picMk id="20" creationId="{23DF6587-0D5A-57B5-36CD-B63929B9676E}"/>
          </ac:picMkLst>
        </pc:picChg>
        <pc:picChg chg="mod">
          <ac:chgData name="LONG　HAIBO" userId="38da6880-df12-475c-afbd-06379a716380" providerId="ADAL" clId="{7C8B7493-7990-417F-8D6D-74BEF60AAE7E}" dt="2026-09-16T05:10:23.608" v="676" actId="1036"/>
          <ac:picMkLst>
            <pc:docMk/>
            <pc:sldMk cId="2419289642" sldId="2147481994"/>
            <ac:picMk id="23" creationId="{9F79E8DA-E3DE-DF6F-2756-87696B2F667C}"/>
          </ac:picMkLst>
        </pc:picChg>
        <pc:picChg chg="add del">
          <ac:chgData name="LONG　HAIBO" userId="38da6880-df12-475c-afbd-06379a716380" providerId="ADAL" clId="{7C8B7493-7990-417F-8D6D-74BEF60AAE7E}" dt="2026-09-16T05:09:40.920" v="621" actId="478"/>
          <ac:picMkLst>
            <pc:docMk/>
            <pc:sldMk cId="2419289642" sldId="2147481994"/>
            <ac:picMk id="24" creationId="{BDEC4364-9A69-C875-F871-778BBF9BC479}"/>
          </ac:picMkLst>
        </pc:picChg>
        <pc:picChg chg="mod">
          <ac:chgData name="LONG　HAIBO" userId="38da6880-df12-475c-afbd-06379a716380" providerId="ADAL" clId="{7C8B7493-7990-417F-8D6D-74BEF60AAE7E}" dt="2026-09-16T05:05:45.930" v="353" actId="1036"/>
          <ac:picMkLst>
            <pc:docMk/>
            <pc:sldMk cId="2419289642" sldId="2147481994"/>
            <ac:picMk id="52" creationId="{76D1629C-7216-370D-C4EB-C606FB3B696F}"/>
          </ac:picMkLst>
        </pc:picChg>
        <pc:picChg chg="mod">
          <ac:chgData name="LONG　HAIBO" userId="38da6880-df12-475c-afbd-06379a716380" providerId="ADAL" clId="{7C8B7493-7990-417F-8D6D-74BEF60AAE7E}" dt="2026-09-16T05:05:45.930" v="353" actId="1036"/>
          <ac:picMkLst>
            <pc:docMk/>
            <pc:sldMk cId="2419289642" sldId="2147481994"/>
            <ac:picMk id="61" creationId="{5784F580-7A53-5BB2-7249-C98B8F3F7C4A}"/>
          </ac:picMkLst>
        </pc:picChg>
        <pc:picChg chg="add mod">
          <ac:chgData name="LONG　HAIBO" userId="38da6880-df12-475c-afbd-06379a716380" providerId="ADAL" clId="{7C8B7493-7990-417F-8D6D-74BEF60AAE7E}" dt="2026-09-16T05:04:55.764" v="290" actId="571"/>
          <ac:picMkLst>
            <pc:docMk/>
            <pc:sldMk cId="2419289642" sldId="2147481994"/>
            <ac:picMk id="83" creationId="{0438CEF3-21DA-C875-8BD9-40F6CC5AF7CE}"/>
          </ac:picMkLst>
        </pc:picChg>
        <pc:picChg chg="add mod">
          <ac:chgData name="LONG　HAIBO" userId="38da6880-df12-475c-afbd-06379a716380" providerId="ADAL" clId="{7C8B7493-7990-417F-8D6D-74BEF60AAE7E}" dt="2026-09-16T05:12:21.499" v="699" actId="164"/>
          <ac:picMkLst>
            <pc:docMk/>
            <pc:sldMk cId="2419289642" sldId="2147481994"/>
            <ac:picMk id="90" creationId="{79A1903D-C3DB-8C21-AA36-F112499B0307}"/>
          </ac:picMkLst>
        </pc:picChg>
        <pc:picChg chg="add del mod">
          <ac:chgData name="LONG　HAIBO" userId="38da6880-df12-475c-afbd-06379a716380" providerId="ADAL" clId="{7C8B7493-7990-417F-8D6D-74BEF60AAE7E}" dt="2026-09-16T05:11:23.954" v="689" actId="478"/>
          <ac:picMkLst>
            <pc:docMk/>
            <pc:sldMk cId="2419289642" sldId="2147481994"/>
            <ac:picMk id="97" creationId="{B5C140E2-E83B-24FA-7305-65AA1B30102E}"/>
          </ac:picMkLst>
        </pc:picChg>
        <pc:picChg chg="mod">
          <ac:chgData name="LONG　HAIBO" userId="38da6880-df12-475c-afbd-06379a716380" providerId="ADAL" clId="{7C8B7493-7990-417F-8D6D-74BEF60AAE7E}" dt="2026-09-16T05:37:54.426" v="1185" actId="1076"/>
          <ac:picMkLst>
            <pc:docMk/>
            <pc:sldMk cId="2419289642" sldId="2147481994"/>
            <ac:picMk id="98" creationId="{731B77DE-1111-E763-F90D-71E335E90517}"/>
          </ac:picMkLst>
        </pc:picChg>
        <pc:picChg chg="mod">
          <ac:chgData name="LONG　HAIBO" userId="38da6880-df12-475c-afbd-06379a716380" providerId="ADAL" clId="{7C8B7493-7990-417F-8D6D-74BEF60AAE7E}" dt="2026-09-16T05:37:54.426" v="1185" actId="1076"/>
          <ac:picMkLst>
            <pc:docMk/>
            <pc:sldMk cId="2419289642" sldId="2147481994"/>
            <ac:picMk id="99" creationId="{CCE61AC8-D590-1FC2-A8BD-792E7EE50F9B}"/>
          </ac:picMkLst>
        </pc:picChg>
        <pc:picChg chg="mod">
          <ac:chgData name="LONG　HAIBO" userId="38da6880-df12-475c-afbd-06379a716380" providerId="ADAL" clId="{7C8B7493-7990-417F-8D6D-74BEF60AAE7E}" dt="2026-09-16T05:37:54.426" v="1185" actId="1076"/>
          <ac:picMkLst>
            <pc:docMk/>
            <pc:sldMk cId="2419289642" sldId="2147481994"/>
            <ac:picMk id="100" creationId="{7D6BDF84-E4F5-C731-9A65-A75411690847}"/>
          </ac:picMkLst>
        </pc:picChg>
        <pc:picChg chg="add del">
          <ac:chgData name="LONG　HAIBO" userId="38da6880-df12-475c-afbd-06379a716380" providerId="ADAL" clId="{7C8B7493-7990-417F-8D6D-74BEF60AAE7E}" dt="2026-09-16T05:09:40.920" v="621" actId="478"/>
          <ac:picMkLst>
            <pc:docMk/>
            <pc:sldMk cId="2419289642" sldId="2147481994"/>
            <ac:picMk id="105" creationId="{691768AE-768B-C5C5-075C-0DFF5C9A1AF2}"/>
          </ac:picMkLst>
        </pc:picChg>
        <pc:picChg chg="add mod">
          <ac:chgData name="LONG　HAIBO" userId="38da6880-df12-475c-afbd-06379a716380" providerId="ADAL" clId="{7C8B7493-7990-417F-8D6D-74BEF60AAE7E}" dt="2026-09-16T05:12:21.499" v="699" actId="164"/>
          <ac:picMkLst>
            <pc:docMk/>
            <pc:sldMk cId="2419289642" sldId="2147481994"/>
            <ac:picMk id="108" creationId="{BCC4651E-EA0E-9EEC-FD76-B35CB9E9C1AD}"/>
          </ac:picMkLst>
        </pc:picChg>
        <pc:picChg chg="add mod ord">
          <ac:chgData name="LONG　HAIBO" userId="38da6880-df12-475c-afbd-06379a716380" providerId="ADAL" clId="{7C8B7493-7990-417F-8D6D-74BEF60AAE7E}" dt="2026-09-16T05:12:21.499" v="699" actId="164"/>
          <ac:picMkLst>
            <pc:docMk/>
            <pc:sldMk cId="2419289642" sldId="2147481994"/>
            <ac:picMk id="110" creationId="{C3E5018B-BC53-E9D3-7BC5-FB04B8D85B7D}"/>
          </ac:picMkLst>
        </pc:picChg>
        <pc:picChg chg="add mod">
          <ac:chgData name="LONG　HAIBO" userId="38da6880-df12-475c-afbd-06379a716380" providerId="ADAL" clId="{7C8B7493-7990-417F-8D6D-74BEF60AAE7E}" dt="2026-09-16T05:19:10.393" v="929" actId="571"/>
          <ac:picMkLst>
            <pc:docMk/>
            <pc:sldMk cId="2419289642" sldId="2147481994"/>
            <ac:picMk id="1024" creationId="{3E34E610-A2D4-29A1-9B03-F58099191E69}"/>
          </ac:picMkLst>
        </pc:picChg>
        <pc:picChg chg="add mod">
          <ac:chgData name="LONG　HAIBO" userId="38da6880-df12-475c-afbd-06379a716380" providerId="ADAL" clId="{7C8B7493-7990-417F-8D6D-74BEF60AAE7E}" dt="2026-09-16T05:36:37.943" v="1166" actId="1076"/>
          <ac:picMkLst>
            <pc:docMk/>
            <pc:sldMk cId="2419289642" sldId="2147481994"/>
            <ac:picMk id="1026" creationId="{91CC45F0-B54D-2680-6550-F7753DDB1CA2}"/>
          </ac:picMkLst>
        </pc:picChg>
        <pc:picChg chg="del">
          <ac:chgData name="LONG　HAIBO" userId="38da6880-df12-475c-afbd-06379a716380" providerId="ADAL" clId="{7C8B7493-7990-417F-8D6D-74BEF60AAE7E}" dt="2026-09-16T05:03:20.871" v="211" actId="478"/>
          <ac:picMkLst>
            <pc:docMk/>
            <pc:sldMk cId="2419289642" sldId="2147481994"/>
            <ac:picMk id="1030" creationId="{A98F5C75-39E7-FFC4-5AC0-D483D472C64F}"/>
          </ac:picMkLst>
        </pc:picChg>
        <pc:cxnChg chg="mod">
          <ac:chgData name="LONG　HAIBO" userId="38da6880-df12-475c-afbd-06379a716380" providerId="ADAL" clId="{7C8B7493-7990-417F-8D6D-74BEF60AAE7E}" dt="2026-09-16T05:05:45.930" v="353" actId="1036"/>
          <ac:cxnSpMkLst>
            <pc:docMk/>
            <pc:sldMk cId="2419289642" sldId="2147481994"/>
            <ac:cxnSpMk id="25" creationId="{7E665751-12D1-1E41-45D5-A08BB748A360}"/>
          </ac:cxnSpMkLst>
        </pc:cxnChg>
        <pc:cxnChg chg="mod">
          <ac:chgData name="LONG　HAIBO" userId="38da6880-df12-475c-afbd-06379a716380" providerId="ADAL" clId="{7C8B7493-7990-417F-8D6D-74BEF60AAE7E}" dt="2026-09-16T05:08:42.741" v="619" actId="208"/>
          <ac:cxnSpMkLst>
            <pc:docMk/>
            <pc:sldMk cId="2419289642" sldId="2147481994"/>
            <ac:cxnSpMk id="57" creationId="{B6EFE47F-F57B-95BA-41FC-ECC5C906AD13}"/>
          </ac:cxnSpMkLst>
        </pc:cxnChg>
        <pc:cxnChg chg="mod">
          <ac:chgData name="LONG　HAIBO" userId="38da6880-df12-475c-afbd-06379a716380" providerId="ADAL" clId="{7C8B7493-7990-417F-8D6D-74BEF60AAE7E}" dt="2026-09-16T05:08:42.741" v="619" actId="208"/>
          <ac:cxnSpMkLst>
            <pc:docMk/>
            <pc:sldMk cId="2419289642" sldId="2147481994"/>
            <ac:cxnSpMk id="58" creationId="{0D4169FF-795A-2ADE-1551-926E7DC4B083}"/>
          </ac:cxnSpMkLst>
        </pc:cxnChg>
        <pc:cxnChg chg="mod">
          <ac:chgData name="LONG　HAIBO" userId="38da6880-df12-475c-afbd-06379a716380" providerId="ADAL" clId="{7C8B7493-7990-417F-8D6D-74BEF60AAE7E}" dt="2026-09-16T05:16:41.974" v="871" actId="14100"/>
          <ac:cxnSpMkLst>
            <pc:docMk/>
            <pc:sldMk cId="2419289642" sldId="2147481994"/>
            <ac:cxnSpMk id="62" creationId="{0BA4F1C8-CB9E-7048-8E65-1995E26282CC}"/>
          </ac:cxnSpMkLst>
        </pc:cxnChg>
        <pc:cxnChg chg="del mod">
          <ac:chgData name="LONG　HAIBO" userId="38da6880-df12-475c-afbd-06379a716380" providerId="ADAL" clId="{7C8B7493-7990-417F-8D6D-74BEF60AAE7E}" dt="2026-09-16T05:02:11.246" v="177" actId="478"/>
          <ac:cxnSpMkLst>
            <pc:docMk/>
            <pc:sldMk cId="2419289642" sldId="2147481994"/>
            <ac:cxnSpMk id="65" creationId="{F79F5B09-4292-4E8B-A9EF-63A960B3F4EC}"/>
          </ac:cxnSpMkLst>
        </pc:cxnChg>
        <pc:cxnChg chg="del mod">
          <ac:chgData name="LONG　HAIBO" userId="38da6880-df12-475c-afbd-06379a716380" providerId="ADAL" clId="{7C8B7493-7990-417F-8D6D-74BEF60AAE7E}" dt="2026-09-16T05:00:29.431" v="88" actId="478"/>
          <ac:cxnSpMkLst>
            <pc:docMk/>
            <pc:sldMk cId="2419289642" sldId="2147481994"/>
            <ac:cxnSpMk id="69" creationId="{238C7646-777A-4B63-9BC5-39024C632957}"/>
          </ac:cxnSpMkLst>
        </pc:cxnChg>
        <pc:cxnChg chg="del mod">
          <ac:chgData name="LONG　HAIBO" userId="38da6880-df12-475c-afbd-06379a716380" providerId="ADAL" clId="{7C8B7493-7990-417F-8D6D-74BEF60AAE7E}" dt="2026-09-16T05:00:30.178" v="89" actId="478"/>
          <ac:cxnSpMkLst>
            <pc:docMk/>
            <pc:sldMk cId="2419289642" sldId="2147481994"/>
            <ac:cxnSpMk id="73" creationId="{82425D2C-6E79-781D-A2A3-66743D6899AE}"/>
          </ac:cxnSpMkLst>
        </pc:cxnChg>
        <pc:cxnChg chg="mod">
          <ac:chgData name="LONG　HAIBO" userId="38da6880-df12-475c-afbd-06379a716380" providerId="ADAL" clId="{7C8B7493-7990-417F-8D6D-74BEF60AAE7E}" dt="2026-09-16T05:35:07.307" v="1104" actId="14100"/>
          <ac:cxnSpMkLst>
            <pc:docMk/>
            <pc:sldMk cId="2419289642" sldId="2147481994"/>
            <ac:cxnSpMk id="75" creationId="{7964B9B7-255D-8E90-F810-204EB619566B}"/>
          </ac:cxnSpMkLst>
        </pc:cxnChg>
        <pc:cxnChg chg="add mod ord">
          <ac:chgData name="LONG　HAIBO" userId="38da6880-df12-475c-afbd-06379a716380" providerId="ADAL" clId="{7C8B7493-7990-417F-8D6D-74BEF60AAE7E}" dt="2026-09-16T05:23:11.982" v="973"/>
          <ac:cxnSpMkLst>
            <pc:docMk/>
            <pc:sldMk cId="2419289642" sldId="2147481994"/>
            <ac:cxnSpMk id="86" creationId="{39A80658-B29F-3DF1-5FA9-A84E879819F9}"/>
          </ac:cxnSpMkLst>
        </pc:cxnChg>
        <pc:cxnChg chg="mod">
          <ac:chgData name="LONG　HAIBO" userId="38da6880-df12-475c-afbd-06379a716380" providerId="ADAL" clId="{7C8B7493-7990-417F-8D6D-74BEF60AAE7E}" dt="2026-09-16T05:23:18.640" v="974"/>
          <ac:cxnSpMkLst>
            <pc:docMk/>
            <pc:sldMk cId="2419289642" sldId="2147481994"/>
            <ac:cxnSpMk id="89" creationId="{EDF63C08-CE6C-652E-C3D7-1B25FB68FE0A}"/>
          </ac:cxnSpMkLst>
        </pc:cxnChg>
        <pc:cxnChg chg="mod">
          <ac:chgData name="LONG　HAIBO" userId="38da6880-df12-475c-afbd-06379a716380" providerId="ADAL" clId="{7C8B7493-7990-417F-8D6D-74BEF60AAE7E}" dt="2026-09-16T05:23:51.931" v="975"/>
          <ac:cxnSpMkLst>
            <pc:docMk/>
            <pc:sldMk cId="2419289642" sldId="2147481994"/>
            <ac:cxnSpMk id="93" creationId="{59AA3354-2ECD-1538-3553-0610B733E111}"/>
          </ac:cxnSpMkLst>
        </pc:cxnChg>
        <pc:cxnChg chg="add del">
          <ac:chgData name="LONG　HAIBO" userId="38da6880-df12-475c-afbd-06379a716380" providerId="ADAL" clId="{7C8B7493-7990-417F-8D6D-74BEF60AAE7E}" dt="2026-09-16T05:09:40.920" v="621" actId="478"/>
          <ac:cxnSpMkLst>
            <pc:docMk/>
            <pc:sldMk cId="2419289642" sldId="2147481994"/>
            <ac:cxnSpMk id="94" creationId="{589A3187-CDC1-1117-1A14-96E0340DD510}"/>
          </ac:cxnSpMkLst>
        </pc:cxnChg>
        <pc:cxnChg chg="mod">
          <ac:chgData name="LONG　HAIBO" userId="38da6880-df12-475c-afbd-06379a716380" providerId="ADAL" clId="{7C8B7493-7990-417F-8D6D-74BEF60AAE7E}" dt="2026-09-16T05:10:23.608" v="676" actId="1036"/>
          <ac:cxnSpMkLst>
            <pc:docMk/>
            <pc:sldMk cId="2419289642" sldId="2147481994"/>
            <ac:cxnSpMk id="96" creationId="{41218497-170C-C4E6-460C-845BD86A1523}"/>
          </ac:cxnSpMkLst>
        </pc:cxnChg>
        <pc:cxnChg chg="mod">
          <ac:chgData name="LONG　HAIBO" userId="38da6880-df12-475c-afbd-06379a716380" providerId="ADAL" clId="{7C8B7493-7990-417F-8D6D-74BEF60AAE7E}" dt="2026-09-16T05:36:34.373" v="1165" actId="14100"/>
          <ac:cxnSpMkLst>
            <pc:docMk/>
            <pc:sldMk cId="2419289642" sldId="2147481994"/>
            <ac:cxnSpMk id="102" creationId="{E113EBD0-61F0-97B0-6827-A0A4EB5D69FF}"/>
          </ac:cxnSpMkLst>
        </pc:cxnChg>
        <pc:cxnChg chg="del mod">
          <ac:chgData name="LONG　HAIBO" userId="38da6880-df12-475c-afbd-06379a716380" providerId="ADAL" clId="{7C8B7493-7990-417F-8D6D-74BEF60AAE7E}" dt="2026-09-16T05:03:23.132" v="212" actId="478"/>
          <ac:cxnSpMkLst>
            <pc:docMk/>
            <pc:sldMk cId="2419289642" sldId="2147481994"/>
            <ac:cxnSpMk id="107" creationId="{57EC9AB5-087E-C251-96F2-D18BD977FC08}"/>
          </ac:cxnSpMkLst>
        </pc:cxnChg>
        <pc:cxnChg chg="add mod ord">
          <ac:chgData name="LONG　HAIBO" userId="38da6880-df12-475c-afbd-06379a716380" providerId="ADAL" clId="{7C8B7493-7990-417F-8D6D-74BEF60AAE7E}" dt="2026-09-16T05:12:36.598" v="711" actId="167"/>
          <ac:cxnSpMkLst>
            <pc:docMk/>
            <pc:sldMk cId="2419289642" sldId="2147481994"/>
            <ac:cxnSpMk id="113" creationId="{21E73BD3-DAEA-AB6A-BE19-C00FB060C04D}"/>
          </ac:cxnSpMkLst>
        </pc:cxnChg>
        <pc:cxnChg chg="add mod">
          <ac:chgData name="LONG　HAIBO" userId="38da6880-df12-475c-afbd-06379a716380" providerId="ADAL" clId="{7C8B7493-7990-417F-8D6D-74BEF60AAE7E}" dt="2026-09-16T05:20:49.937" v="937" actId="571"/>
          <ac:cxnSpMkLst>
            <pc:docMk/>
            <pc:sldMk cId="2419289642" sldId="2147481994"/>
            <ac:cxnSpMk id="1027" creationId="{CE4CB723-3018-87C4-A77A-979DCE2D18F9}"/>
          </ac:cxnSpMkLst>
        </pc:cxnChg>
        <pc:cxnChg chg="add mod">
          <ac:chgData name="LONG　HAIBO" userId="38da6880-df12-475c-afbd-06379a716380" providerId="ADAL" clId="{7C8B7493-7990-417F-8D6D-74BEF60AAE7E}" dt="2026-09-16T05:36:37.943" v="1166" actId="1076"/>
          <ac:cxnSpMkLst>
            <pc:docMk/>
            <pc:sldMk cId="2419289642" sldId="2147481994"/>
            <ac:cxnSpMk id="1029" creationId="{E48F7516-4B52-DE1C-AC02-206815DC7C34}"/>
          </ac:cxnSpMkLst>
        </pc:cxnChg>
      </pc:sldChg>
    </pc:docChg>
  </pc:docChgLst>
  <pc:docChgLst>
    <pc:chgData name="LONG　HAIBO" userId="38da6880-df12-475c-afbd-06379a716380" providerId="ADAL" clId="{14AF4BEF-A242-4640-9D0B-5D8FF404D542}"/>
    <pc:docChg chg="undo redo custSel addSld delSld modSld sldOrd modSection">
      <pc:chgData name="LONG　HAIBO" userId="38da6880-df12-475c-afbd-06379a716380" providerId="ADAL" clId="{14AF4BEF-A242-4640-9D0B-5D8FF404D542}" dt="2026-08-31T03:18:56.399" v="12001" actId="1076"/>
      <pc:docMkLst>
        <pc:docMk/>
      </pc:docMkLst>
      <pc:sldChg chg="addSp modSp mod">
        <pc:chgData name="LONG　HAIBO" userId="38da6880-df12-475c-afbd-06379a716380" providerId="ADAL" clId="{14AF4BEF-A242-4640-9D0B-5D8FF404D542}" dt="2026-08-31T03:17:59.734" v="11999" actId="20577"/>
        <pc:sldMkLst>
          <pc:docMk/>
          <pc:sldMk cId="4264742994" sldId="2147481948"/>
        </pc:sldMkLst>
        <pc:spChg chg="mod">
          <ac:chgData name="LONG　HAIBO" userId="38da6880-df12-475c-afbd-06379a716380" providerId="ADAL" clId="{14AF4BEF-A242-4640-9D0B-5D8FF404D542}" dt="2026-08-31T03:17:59.734" v="11999" actId="20577"/>
          <ac:spMkLst>
            <pc:docMk/>
            <pc:sldMk cId="4264742994" sldId="2147481948"/>
            <ac:spMk id="349" creationId="{265B7480-65E6-0901-520C-F515D8BA11E9}"/>
          </ac:spMkLst>
        </pc:spChg>
      </pc:sldChg>
      <pc:sldChg chg="modSp mod">
        <pc:chgData name="LONG　HAIBO" userId="38da6880-df12-475c-afbd-06379a716380" providerId="ADAL" clId="{14AF4BEF-A242-4640-9D0B-5D8FF404D542}" dt="2026-08-31T03:18:56.399" v="12001" actId="1076"/>
        <pc:sldMkLst>
          <pc:docMk/>
          <pc:sldMk cId="1982997290" sldId="2147481952"/>
        </pc:sldMkLst>
        <pc:spChg chg="mod">
          <ac:chgData name="LONG　HAIBO" userId="38da6880-df12-475c-afbd-06379a716380" providerId="ADAL" clId="{14AF4BEF-A242-4640-9D0B-5D8FF404D542}" dt="2026-08-31T03:18:56.399" v="12001" actId="1076"/>
          <ac:spMkLst>
            <pc:docMk/>
            <pc:sldMk cId="1982997290" sldId="2147481952"/>
            <ac:spMk id="2" creationId="{0E96F14B-4855-45AA-4C7A-95A8255348FB}"/>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424529A-E13B-4D7B-BED1-A89096BFCCF9}" type="datetimeFigureOut">
              <a:rPr kumimoji="1" lang="ja-JP" altLang="en-US" smtClean="0"/>
              <a:t>2026/9/16</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911562D-2B73-4B1A-8BB9-30D04DF18EFA}" type="slidenum">
              <a:rPr kumimoji="1" lang="ja-JP" altLang="en-US" smtClean="0"/>
              <a:t>‹#›</a:t>
            </a:fld>
            <a:endParaRPr kumimoji="1" lang="ja-JP" altLang="en-US"/>
          </a:p>
        </p:txBody>
      </p:sp>
    </p:spTree>
    <p:extLst>
      <p:ext uri="{BB962C8B-B14F-4D97-AF65-F5344CB8AC3E}">
        <p14:creationId xmlns:p14="http://schemas.microsoft.com/office/powerpoint/2010/main" val="1823196557"/>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1200" dirty="0"/>
              <a:t>Local Control Network</a:t>
            </a:r>
            <a:r>
              <a:rPr lang="ja-JP" altLang="en-US" sz="1200" dirty="0"/>
              <a:t>（</a:t>
            </a:r>
            <a:r>
              <a:rPr kumimoji="1" lang="ja-JP" altLang="en-US" sz="1200" b="1" dirty="0"/>
              <a:t>現場制御ネットワーク</a:t>
            </a:r>
            <a:r>
              <a:rPr lang="ja-JP" altLang="en-US" sz="1200" dirty="0"/>
              <a:t>） </a:t>
            </a:r>
            <a:endParaRPr lang="en-US" altLang="ja-JP" sz="120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1200" dirty="0"/>
              <a:t>Remote Telecontrol Network</a:t>
            </a:r>
            <a:r>
              <a:rPr lang="ja-JP" altLang="en-US" sz="1200" dirty="0"/>
              <a:t>（</a:t>
            </a:r>
            <a:r>
              <a:rPr kumimoji="1" lang="ja-JP" altLang="en-US" sz="1200" b="1" dirty="0"/>
              <a:t>リモート監視ネットワーク</a:t>
            </a:r>
            <a:r>
              <a:rPr lang="ja-JP" altLang="en-US" sz="1200" dirty="0"/>
              <a:t>） </a:t>
            </a:r>
            <a:endParaRPr lang="en-US" altLang="ja-JP" sz="120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1200" dirty="0"/>
              <a:t>Central Dispatch / SCADA Backbone</a:t>
            </a:r>
            <a:r>
              <a:rPr lang="ja-JP" altLang="en-US" sz="1200" dirty="0"/>
              <a:t>（</a:t>
            </a:r>
            <a:r>
              <a:rPr lang="ja-JP" altLang="en-US" sz="1200" b="1" dirty="0"/>
              <a:t>基幹コントローラーネットワーク</a:t>
            </a:r>
            <a:r>
              <a:rPr lang="ja-JP" altLang="en-US" sz="1200" dirty="0"/>
              <a:t>）</a:t>
            </a:r>
            <a:endParaRPr kumimoji="1" lang="en-US" altLang="ja-JP" sz="1200" dirty="0"/>
          </a:p>
          <a:p>
            <a:endParaRPr kumimoji="1" lang="en-US" altLang="ja-JP" dirty="0"/>
          </a:p>
          <a:p>
            <a:endParaRPr kumimoji="1" lang="en-US" altLang="ja-JP" dirty="0"/>
          </a:p>
          <a:p>
            <a:r>
              <a:rPr lang="en-US" altLang="ja-JP" dirty="0"/>
              <a:t>SDH → MPLS-TP</a:t>
            </a:r>
          </a:p>
          <a:p>
            <a:r>
              <a:rPr lang="en-US" altLang="ja-JP" dirty="0"/>
              <a:t>Synchronous Digital Hierarchy</a:t>
            </a:r>
            <a:r>
              <a:rPr lang="zh-CN" altLang="en-US" dirty="0"/>
              <a:t>同步数字体系</a:t>
            </a:r>
            <a:r>
              <a:rPr lang="en-US" altLang="zh-CN" dirty="0"/>
              <a:t>,</a:t>
            </a:r>
            <a:r>
              <a:rPr lang="ja-JP" altLang="en-US" dirty="0"/>
              <a:t>決めた回線速度、決めたルーター</a:t>
            </a:r>
            <a:endParaRPr lang="en-US" altLang="zh-CN" dirty="0"/>
          </a:p>
          <a:p>
            <a:r>
              <a:rPr lang="en-US" altLang="ja-JP" dirty="0"/>
              <a:t>Multiprotocol Label Switching</a:t>
            </a:r>
            <a:r>
              <a:rPr lang="zh-CN" altLang="en-US" dirty="0"/>
              <a:t>多协议标签交换</a:t>
            </a:r>
            <a:r>
              <a:rPr lang="ja-JP" altLang="en-US" dirty="0"/>
              <a:t>　</a:t>
            </a:r>
            <a:r>
              <a:rPr lang="en-US" altLang="ja-JP" dirty="0"/>
              <a:t>IP</a:t>
            </a:r>
            <a:r>
              <a:rPr lang="ja-JP" altLang="en-US" dirty="0"/>
              <a:t>ベースでの通信</a:t>
            </a:r>
            <a:endParaRPr kumimoji="1" lang="ja-JP" altLang="en-US" dirty="0"/>
          </a:p>
        </p:txBody>
      </p:sp>
      <p:sp>
        <p:nvSpPr>
          <p:cNvPr id="4" name="スライド番号プレースホルダー 3"/>
          <p:cNvSpPr>
            <a:spLocks noGrp="1"/>
          </p:cNvSpPr>
          <p:nvPr>
            <p:ph type="sldNum" sz="quarter" idx="5"/>
          </p:nvPr>
        </p:nvSpPr>
        <p:spPr/>
        <p:txBody>
          <a:bodyPr/>
          <a:lstStyle/>
          <a:p>
            <a:fld id="{2911562D-2B73-4B1A-8BB9-30D04DF18EFA}" type="slidenum">
              <a:rPr kumimoji="1" lang="ja-JP" altLang="en-US" smtClean="0"/>
              <a:t>20</a:t>
            </a:fld>
            <a:endParaRPr kumimoji="1" lang="ja-JP" altLang="en-US"/>
          </a:p>
        </p:txBody>
      </p:sp>
    </p:spTree>
    <p:extLst>
      <p:ext uri="{BB962C8B-B14F-4D97-AF65-F5344CB8AC3E}">
        <p14:creationId xmlns:p14="http://schemas.microsoft.com/office/powerpoint/2010/main" val="21561123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B240BD-5EED-886A-4665-3EDEE9515898}"/>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54D3EFA-56A4-F53D-DB93-D4293D73D3D9}"/>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6F9F1360-2BD6-1068-43C5-85C02987F0AD}"/>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1200" dirty="0"/>
              <a:t>Local Control Network</a:t>
            </a:r>
            <a:r>
              <a:rPr lang="ja-JP" altLang="en-US" sz="1200" dirty="0"/>
              <a:t>（</a:t>
            </a:r>
            <a:r>
              <a:rPr kumimoji="1" lang="ja-JP" altLang="en-US" sz="1200" b="1" dirty="0"/>
              <a:t>現場制御ネットワーク</a:t>
            </a:r>
            <a:r>
              <a:rPr lang="ja-JP" altLang="en-US" sz="1200" dirty="0"/>
              <a:t>） </a:t>
            </a:r>
            <a:endParaRPr lang="en-US" altLang="ja-JP" sz="120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1200" dirty="0"/>
              <a:t>Remote Telecontrol Network</a:t>
            </a:r>
            <a:r>
              <a:rPr lang="ja-JP" altLang="en-US" sz="1200" dirty="0"/>
              <a:t>（</a:t>
            </a:r>
            <a:r>
              <a:rPr kumimoji="1" lang="ja-JP" altLang="en-US" sz="1200" b="1" dirty="0"/>
              <a:t>リモート監視ネットワーク</a:t>
            </a:r>
            <a:r>
              <a:rPr lang="ja-JP" altLang="en-US" sz="1200" dirty="0"/>
              <a:t>） </a:t>
            </a:r>
            <a:endParaRPr lang="en-US" altLang="ja-JP" sz="120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1200" dirty="0"/>
              <a:t>Central Dispatch / SCADA Backbone</a:t>
            </a:r>
            <a:r>
              <a:rPr lang="ja-JP" altLang="en-US" sz="1200" dirty="0"/>
              <a:t>（</a:t>
            </a:r>
            <a:r>
              <a:rPr lang="ja-JP" altLang="en-US" sz="1200" b="1" dirty="0"/>
              <a:t>基幹コントローラーネットワーク</a:t>
            </a:r>
            <a:r>
              <a:rPr lang="ja-JP" altLang="en-US" sz="1200" dirty="0"/>
              <a:t>）</a:t>
            </a:r>
            <a:endParaRPr kumimoji="1" lang="en-US" altLang="ja-JP" sz="1200" dirty="0"/>
          </a:p>
          <a:p>
            <a:endParaRPr kumimoji="1" lang="en-US" altLang="ja-JP" dirty="0"/>
          </a:p>
          <a:p>
            <a:endParaRPr kumimoji="1" lang="en-US" altLang="ja-JP" dirty="0"/>
          </a:p>
          <a:p>
            <a:r>
              <a:rPr lang="en-US" altLang="ja-JP" dirty="0"/>
              <a:t>SDH → MPLS-TP</a:t>
            </a:r>
          </a:p>
          <a:p>
            <a:r>
              <a:rPr lang="en-US" altLang="ja-JP" dirty="0"/>
              <a:t>Synchronous Digital Hierarchy</a:t>
            </a:r>
            <a:r>
              <a:rPr lang="zh-CN" altLang="en-US" dirty="0"/>
              <a:t>同步数字体系</a:t>
            </a:r>
            <a:r>
              <a:rPr lang="en-US" altLang="zh-CN" dirty="0"/>
              <a:t>,</a:t>
            </a:r>
            <a:r>
              <a:rPr lang="ja-JP" altLang="en-US" dirty="0"/>
              <a:t>決めた回線速度、決めたルーター</a:t>
            </a:r>
            <a:endParaRPr lang="en-US" altLang="zh-CN" dirty="0"/>
          </a:p>
          <a:p>
            <a:r>
              <a:rPr lang="en-US" altLang="ja-JP" dirty="0"/>
              <a:t>Multiprotocol Label Switching</a:t>
            </a:r>
            <a:r>
              <a:rPr lang="zh-CN" altLang="en-US" dirty="0"/>
              <a:t>多协议标签交换</a:t>
            </a:r>
            <a:r>
              <a:rPr lang="ja-JP" altLang="en-US" dirty="0"/>
              <a:t>　</a:t>
            </a:r>
            <a:r>
              <a:rPr lang="en-US" altLang="ja-JP" dirty="0"/>
              <a:t>IP</a:t>
            </a:r>
            <a:r>
              <a:rPr lang="ja-JP" altLang="en-US" dirty="0"/>
              <a:t>ベースでの通信</a:t>
            </a:r>
            <a:endParaRPr kumimoji="1" lang="ja-JP" altLang="en-US" dirty="0"/>
          </a:p>
        </p:txBody>
      </p:sp>
      <p:sp>
        <p:nvSpPr>
          <p:cNvPr id="4" name="スライド番号プレースホルダー 3">
            <a:extLst>
              <a:ext uri="{FF2B5EF4-FFF2-40B4-BE49-F238E27FC236}">
                <a16:creationId xmlns:a16="http://schemas.microsoft.com/office/drawing/2014/main" id="{6F94E5EC-3CE1-8B2D-D458-7D23C6042E43}"/>
              </a:ext>
            </a:extLst>
          </p:cNvPr>
          <p:cNvSpPr>
            <a:spLocks noGrp="1"/>
          </p:cNvSpPr>
          <p:nvPr>
            <p:ph type="sldNum" sz="quarter" idx="5"/>
          </p:nvPr>
        </p:nvSpPr>
        <p:spPr/>
        <p:txBody>
          <a:bodyPr/>
          <a:lstStyle/>
          <a:p>
            <a:fld id="{2911562D-2B73-4B1A-8BB9-30D04DF18EFA}" type="slidenum">
              <a:rPr kumimoji="1" lang="ja-JP" altLang="en-US" smtClean="0"/>
              <a:t>21</a:t>
            </a:fld>
            <a:endParaRPr kumimoji="1" lang="ja-JP" altLang="en-US"/>
          </a:p>
        </p:txBody>
      </p:sp>
    </p:spTree>
    <p:extLst>
      <p:ext uri="{BB962C8B-B14F-4D97-AF65-F5344CB8AC3E}">
        <p14:creationId xmlns:p14="http://schemas.microsoft.com/office/powerpoint/2010/main" val="152401174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en-US" altLang="ja-JP" sz="1400" dirty="0"/>
          </a:p>
          <a:p>
            <a:r>
              <a:rPr kumimoji="1" lang="en-US" altLang="ja-JP" sz="1400" dirty="0"/>
              <a:t>Tag</a:t>
            </a:r>
            <a:r>
              <a:rPr kumimoji="1" lang="ja-JP" altLang="en-US" sz="1400" dirty="0"/>
              <a:t>命名規則</a:t>
            </a:r>
            <a:endParaRPr kumimoji="1" lang="en-US" altLang="ja-JP" sz="1400" dirty="0"/>
          </a:p>
          <a:p>
            <a:r>
              <a:rPr lang="en-US" altLang="ja-JP" sz="1200" dirty="0"/>
              <a:t>{</a:t>
            </a:r>
            <a:r>
              <a:rPr lang="en-US" altLang="ja-JP" sz="1200" dirty="0" err="1"/>
              <a:t>childstation</a:t>
            </a:r>
            <a:r>
              <a:rPr lang="en-US" altLang="ja-JP" sz="1200" dirty="0"/>
              <a:t>}.{Plant}.{Unit}.{System}.{Equipment}.{Tag}</a:t>
            </a:r>
          </a:p>
          <a:p>
            <a:r>
              <a:rPr lang="zh-TW" altLang="en-US" sz="1200" dirty="0"/>
              <a:t>大井川</a:t>
            </a:r>
            <a:r>
              <a:rPr lang="en-US" altLang="zh-TW" sz="1200" dirty="0"/>
              <a:t>.</a:t>
            </a:r>
            <a:r>
              <a:rPr lang="zh-TW" altLang="en-US" sz="1200" dirty="0"/>
              <a:t>二軒小屋</a:t>
            </a:r>
            <a:r>
              <a:rPr lang="en-US" altLang="zh-TW" sz="1200" dirty="0"/>
              <a:t>.</a:t>
            </a:r>
            <a:r>
              <a:rPr lang="zh-TW" altLang="en-US" sz="1200" dirty="0"/>
              <a:t>水車発電機構</a:t>
            </a:r>
            <a:r>
              <a:rPr lang="en-US" altLang="zh-TW" sz="1200" dirty="0"/>
              <a:t>.</a:t>
            </a:r>
            <a:r>
              <a:rPr lang="zh-TW" altLang="en-US" sz="1200" dirty="0"/>
              <a:t>発電</a:t>
            </a:r>
            <a:r>
              <a:rPr lang="en-US" altLang="zh-TW" sz="1200" dirty="0"/>
              <a:t>.</a:t>
            </a:r>
            <a:r>
              <a:rPr lang="zh-TW" altLang="en-US" sz="1200" dirty="0"/>
              <a:t>水車</a:t>
            </a:r>
            <a:r>
              <a:rPr lang="en-US" altLang="zh-TW" sz="1200" dirty="0"/>
              <a:t>1.</a:t>
            </a:r>
            <a:r>
              <a:rPr lang="zh-TW" altLang="en-US" sz="1200" dirty="0"/>
              <a:t>回転速度</a:t>
            </a:r>
            <a:endParaRPr lang="zh-TW" altLang="en-US" dirty="0"/>
          </a:p>
          <a:p>
            <a:endParaRPr kumimoji="1" lang="en-US" altLang="ja-JP" dirty="0"/>
          </a:p>
          <a:p>
            <a:r>
              <a:rPr kumimoji="1" lang="en-US" altLang="ja-JP" sz="1200" b="0" i="0" u="none" strike="noStrike" kern="1200" dirty="0">
                <a:solidFill>
                  <a:schemeClr val="tx1"/>
                </a:solidFill>
                <a:effectLst/>
                <a:latin typeface="+mn-lt"/>
                <a:ea typeface="+mn-ea"/>
                <a:cs typeface="+mn-cs"/>
              </a:rPr>
              <a:t>Tag</a:t>
            </a:r>
            <a:r>
              <a:rPr kumimoji="1" lang="ja-JP" altLang="en-US" sz="1200" b="0" i="0" u="none" strike="noStrike" kern="1200" dirty="0">
                <a:solidFill>
                  <a:schemeClr val="tx1"/>
                </a:solidFill>
                <a:effectLst/>
                <a:latin typeface="+mn-lt"/>
                <a:ea typeface="+mn-ea"/>
                <a:cs typeface="+mn-cs"/>
              </a:rPr>
              <a:t>収集頻度規則</a:t>
            </a:r>
            <a:endParaRPr kumimoji="1" lang="en-US" altLang="ja-JP" sz="1200" b="0" i="0" u="none" strike="noStrike" kern="1200" dirty="0">
              <a:solidFill>
                <a:schemeClr val="tx1"/>
              </a:solidFill>
              <a:effectLst/>
              <a:latin typeface="+mn-lt"/>
              <a:ea typeface="+mn-ea"/>
              <a:cs typeface="+mn-cs"/>
            </a:endParaRPr>
          </a:p>
          <a:p>
            <a:r>
              <a:rPr lang="ja-JP" altLang="en-US" dirty="0">
                <a:effectLst/>
              </a:rPr>
              <a:t> </a:t>
            </a:r>
            <a:r>
              <a:rPr kumimoji="1" lang="ja-JP" altLang="en-US" sz="1200" b="1" i="0" u="none" strike="noStrike" kern="1200" dirty="0">
                <a:solidFill>
                  <a:schemeClr val="tx1"/>
                </a:solidFill>
                <a:effectLst/>
                <a:latin typeface="+mn-lt"/>
                <a:ea typeface="+mn-ea"/>
                <a:cs typeface="+mn-cs"/>
              </a:rPr>
              <a:t>レベル　　</a:t>
            </a:r>
            <a:r>
              <a:rPr lang="ja-JP" altLang="en-US" dirty="0">
                <a:effectLst/>
              </a:rPr>
              <a:t> </a:t>
            </a:r>
            <a:r>
              <a:rPr kumimoji="1" lang="ja-JP" altLang="en-US" sz="1200" b="1" i="0" u="none" strike="noStrike" kern="1200" dirty="0">
                <a:solidFill>
                  <a:schemeClr val="tx1"/>
                </a:solidFill>
                <a:effectLst/>
                <a:latin typeface="+mn-lt"/>
                <a:ea typeface="+mn-ea"/>
                <a:cs typeface="+mn-cs"/>
              </a:rPr>
              <a:t>周期</a:t>
            </a:r>
            <a:r>
              <a:rPr lang="ja-JP" altLang="en-US" dirty="0">
                <a:effectLst/>
              </a:rPr>
              <a:t> 　　</a:t>
            </a:r>
            <a:r>
              <a:rPr kumimoji="1" lang="ja-JP" altLang="en-US" sz="1200" b="1" i="0" u="none" strike="noStrike" kern="1200" dirty="0">
                <a:solidFill>
                  <a:schemeClr val="tx1"/>
                </a:solidFill>
                <a:effectLst/>
                <a:latin typeface="+mn-lt"/>
                <a:ea typeface="+mn-ea"/>
                <a:cs typeface="+mn-cs"/>
              </a:rPr>
              <a:t>データ種類</a:t>
            </a:r>
            <a:r>
              <a:rPr lang="ja-JP" altLang="en-US" dirty="0">
                <a:effectLst/>
              </a:rPr>
              <a:t> </a:t>
            </a:r>
            <a:endParaRPr lang="en-US" altLang="ja-JP" dirty="0">
              <a:effectLst/>
            </a:endParaRPr>
          </a:p>
          <a:p>
            <a:r>
              <a:rPr kumimoji="1" lang="en-US" altLang="ja-JP" sz="1200" b="0" i="0" u="none" strike="noStrike" kern="1200" dirty="0">
                <a:solidFill>
                  <a:schemeClr val="tx1"/>
                </a:solidFill>
                <a:effectLst/>
                <a:latin typeface="+mn-lt"/>
                <a:ea typeface="+mn-ea"/>
                <a:cs typeface="+mn-cs"/>
              </a:rPr>
              <a:t>L1</a:t>
            </a:r>
            <a:r>
              <a:rPr lang="ja-JP" altLang="en-US" dirty="0">
                <a:effectLst/>
              </a:rPr>
              <a:t> 　　　　</a:t>
            </a:r>
            <a:r>
              <a:rPr kumimoji="1" lang="en-US" altLang="ja-JP" sz="1200" b="0" i="0" u="none" strike="noStrike" kern="1200" dirty="0">
                <a:solidFill>
                  <a:schemeClr val="tx1"/>
                </a:solidFill>
                <a:effectLst/>
                <a:latin typeface="+mn-lt"/>
                <a:ea typeface="+mn-ea"/>
                <a:cs typeface="+mn-cs"/>
              </a:rPr>
              <a:t>1s</a:t>
            </a:r>
            <a:r>
              <a:rPr lang="ja-JP" altLang="en-US" dirty="0">
                <a:effectLst/>
              </a:rPr>
              <a:t> 　　　　</a:t>
            </a:r>
            <a:r>
              <a:rPr kumimoji="1" lang="ja-JP" altLang="en-US" sz="1200" b="0" i="0" u="none" strike="noStrike" kern="1200" dirty="0">
                <a:solidFill>
                  <a:schemeClr val="tx1"/>
                </a:solidFill>
                <a:effectLst/>
                <a:latin typeface="+mn-lt"/>
                <a:ea typeface="+mn-ea"/>
                <a:cs typeface="+mn-cs"/>
              </a:rPr>
              <a:t>キー運行監視パラメータ</a:t>
            </a:r>
            <a:r>
              <a:rPr lang="ja-JP" altLang="en-US" dirty="0">
                <a:effectLst/>
              </a:rPr>
              <a:t> </a:t>
            </a:r>
            <a:endParaRPr lang="en-US" altLang="ja-JP" dirty="0">
              <a:effectLst/>
            </a:endParaRPr>
          </a:p>
          <a:p>
            <a:r>
              <a:rPr kumimoji="1" lang="en-US" altLang="ja-JP" sz="1200" b="0" i="0" u="none" strike="noStrike" kern="1200" dirty="0">
                <a:solidFill>
                  <a:schemeClr val="tx1"/>
                </a:solidFill>
                <a:effectLst/>
                <a:latin typeface="+mn-lt"/>
                <a:ea typeface="+mn-ea"/>
                <a:cs typeface="+mn-cs"/>
              </a:rPr>
              <a:t>L2</a:t>
            </a:r>
            <a:r>
              <a:rPr lang="ja-JP" altLang="en-US" dirty="0">
                <a:effectLst/>
              </a:rPr>
              <a:t> 　　　　</a:t>
            </a:r>
            <a:r>
              <a:rPr kumimoji="1" lang="en-US" altLang="ja-JP" sz="1200" b="0" i="0" u="none" strike="noStrike" kern="1200" dirty="0">
                <a:solidFill>
                  <a:schemeClr val="tx1"/>
                </a:solidFill>
                <a:effectLst/>
                <a:latin typeface="+mn-lt"/>
                <a:ea typeface="+mn-ea"/>
                <a:cs typeface="+mn-cs"/>
              </a:rPr>
              <a:t>5s</a:t>
            </a:r>
            <a:r>
              <a:rPr lang="ja-JP" altLang="en-US" dirty="0">
                <a:effectLst/>
              </a:rPr>
              <a:t> 　　　</a:t>
            </a:r>
            <a:r>
              <a:rPr kumimoji="1" lang="ja-JP" altLang="en-US" sz="1200" b="0" i="0" u="none" strike="noStrike" kern="1200" dirty="0">
                <a:solidFill>
                  <a:schemeClr val="tx1"/>
                </a:solidFill>
                <a:effectLst/>
                <a:latin typeface="+mn-lt"/>
                <a:ea typeface="+mn-ea"/>
                <a:cs typeface="+mn-cs"/>
              </a:rPr>
              <a:t>一般モニタリングパラメータ</a:t>
            </a:r>
            <a:endParaRPr kumimoji="1" lang="en-US" altLang="ja-JP" sz="1200" b="0" i="0" u="none" strike="noStrike" kern="1200" dirty="0">
              <a:solidFill>
                <a:schemeClr val="tx1"/>
              </a:solidFill>
              <a:effectLst/>
              <a:latin typeface="+mn-lt"/>
              <a:ea typeface="+mn-ea"/>
              <a:cs typeface="+mn-cs"/>
            </a:endParaRPr>
          </a:p>
          <a:p>
            <a:r>
              <a:rPr kumimoji="1" lang="en-US" altLang="ja-JP" sz="1200" b="0" i="0" u="none" strike="noStrike" kern="1200" dirty="0">
                <a:solidFill>
                  <a:schemeClr val="tx1"/>
                </a:solidFill>
                <a:effectLst/>
                <a:latin typeface="+mn-lt"/>
                <a:ea typeface="+mn-ea"/>
                <a:cs typeface="+mn-cs"/>
              </a:rPr>
              <a:t>L3</a:t>
            </a:r>
            <a:r>
              <a:rPr lang="ja-JP" altLang="en-US" dirty="0">
                <a:effectLst/>
              </a:rPr>
              <a:t> 　</a:t>
            </a:r>
            <a:r>
              <a:rPr kumimoji="1" lang="en-US" altLang="ja-JP" sz="1200" b="0" i="0" u="none" strike="noStrike" kern="1200" dirty="0">
                <a:solidFill>
                  <a:schemeClr val="tx1"/>
                </a:solidFill>
                <a:effectLst/>
                <a:latin typeface="+mn-lt"/>
                <a:ea typeface="+mn-ea"/>
                <a:cs typeface="+mn-cs"/>
              </a:rPr>
              <a:t>10~30s</a:t>
            </a:r>
            <a:r>
              <a:rPr lang="ja-JP" altLang="en-US" dirty="0">
                <a:effectLst/>
              </a:rPr>
              <a:t> 　　</a:t>
            </a:r>
            <a:r>
              <a:rPr kumimoji="1" lang="ja-JP" altLang="en-US" sz="1200" b="0" i="0" u="none" strike="noStrike" kern="1200" dirty="0">
                <a:solidFill>
                  <a:schemeClr val="tx1"/>
                </a:solidFill>
                <a:effectLst/>
                <a:latin typeface="+mn-lt"/>
                <a:ea typeface="+mn-ea"/>
                <a:cs typeface="+mn-cs"/>
              </a:rPr>
              <a:t>状態・統計値</a:t>
            </a:r>
            <a:r>
              <a:rPr lang="ja-JP" altLang="en-US" dirty="0">
                <a:effectLst/>
              </a:rPr>
              <a:t> </a:t>
            </a:r>
            <a:endParaRPr lang="en-US" altLang="ja-JP" dirty="0">
              <a:effectLst/>
            </a:endParaRPr>
          </a:p>
          <a:p>
            <a:endParaRPr kumimoji="1" lang="en-US" altLang="ja-JP" dirty="0">
              <a:effectLst/>
            </a:endParaRPr>
          </a:p>
          <a:p>
            <a:r>
              <a:rPr kumimoji="1" lang="en-US" altLang="ja-JP" dirty="0">
                <a:effectLst/>
              </a:rPr>
              <a:t>Scada</a:t>
            </a:r>
            <a:r>
              <a:rPr kumimoji="1" lang="ja-JP" altLang="en-US" dirty="0">
                <a:effectLst/>
              </a:rPr>
              <a:t>制御階層化</a:t>
            </a:r>
            <a:endParaRPr kumimoji="1" lang="en-US" altLang="ja-JP" dirty="0">
              <a:effectLst/>
            </a:endParaRPr>
          </a:p>
          <a:p>
            <a:r>
              <a:rPr lang="ja-JP" altLang="en-US" dirty="0"/>
              <a:t>発電所：</a:t>
            </a:r>
            <a:r>
              <a:rPr lang="en-US" altLang="ja-JP" dirty="0"/>
              <a:t>Local SCADA</a:t>
            </a:r>
          </a:p>
          <a:p>
            <a:r>
              <a:rPr kumimoji="1" lang="ja-JP" altLang="en-US" dirty="0"/>
              <a:t>子局：</a:t>
            </a:r>
            <a:r>
              <a:rPr lang="en-US" altLang="ja-JP" dirty="0"/>
              <a:t>Regional SCADA / Automatic Generation Control </a:t>
            </a:r>
            <a:r>
              <a:rPr lang="ja-JP" altLang="en-US" dirty="0"/>
              <a:t>自動的に発電制御システム</a:t>
            </a:r>
            <a:endParaRPr lang="en-US" altLang="ja-JP" dirty="0"/>
          </a:p>
          <a:p>
            <a:r>
              <a:rPr kumimoji="1" lang="ja-JP" altLang="en-US" dirty="0"/>
              <a:t>親局：</a:t>
            </a:r>
            <a:r>
              <a:rPr lang="en-US" altLang="ja-JP" dirty="0"/>
              <a:t>Central EMS/SCADA</a:t>
            </a:r>
            <a:endParaRPr kumimoji="1" lang="en-US" altLang="ja-JP" dirty="0"/>
          </a:p>
        </p:txBody>
      </p:sp>
      <p:sp>
        <p:nvSpPr>
          <p:cNvPr id="4" name="スライド番号プレースホルダー 3"/>
          <p:cNvSpPr>
            <a:spLocks noGrp="1"/>
          </p:cNvSpPr>
          <p:nvPr>
            <p:ph type="sldNum" sz="quarter" idx="5"/>
          </p:nvPr>
        </p:nvSpPr>
        <p:spPr/>
        <p:txBody>
          <a:bodyPr/>
          <a:lstStyle/>
          <a:p>
            <a:fld id="{2911562D-2B73-4B1A-8BB9-30D04DF18EFA}" type="slidenum">
              <a:rPr kumimoji="1" lang="ja-JP" altLang="en-US" smtClean="0"/>
              <a:t>22</a:t>
            </a:fld>
            <a:endParaRPr kumimoji="1" lang="ja-JP" altLang="en-US"/>
          </a:p>
        </p:txBody>
      </p:sp>
    </p:spTree>
    <p:extLst>
      <p:ext uri="{BB962C8B-B14F-4D97-AF65-F5344CB8AC3E}">
        <p14:creationId xmlns:p14="http://schemas.microsoft.com/office/powerpoint/2010/main" val="291670565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en-US" altLang="ja-JP" dirty="0"/>
              <a:t>5450</a:t>
            </a:r>
            <a:r>
              <a:rPr lang="zh-CN" altLang="en-US" dirty="0"/>
              <a:t>：</a:t>
            </a:r>
            <a:r>
              <a:rPr lang="en-US" altLang="ja-JP" dirty="0"/>
              <a:t>PI proprietary binary protocol, security week, PI DA</a:t>
            </a:r>
            <a:r>
              <a:rPr lang="ja-JP" altLang="en-US" dirty="0"/>
              <a:t>直接見られる</a:t>
            </a:r>
            <a:endParaRPr kumimoji="1" lang="en-US" altLang="ja-JP" dirty="0"/>
          </a:p>
          <a:p>
            <a:r>
              <a:rPr lang="en-US" altLang="ja-JP" dirty="0"/>
              <a:t>8883</a:t>
            </a:r>
            <a:r>
              <a:rPr lang="zh-CN" altLang="en-US" dirty="0"/>
              <a:t>：</a:t>
            </a:r>
            <a:r>
              <a:rPr lang="en-US" altLang="ja-JP" dirty="0"/>
              <a:t>MQTT over TLS</a:t>
            </a:r>
            <a:r>
              <a:rPr lang="zh-CN" altLang="en-US" dirty="0"/>
              <a:t>，</a:t>
            </a:r>
            <a:r>
              <a:rPr lang="en-US" altLang="ja-JP" dirty="0"/>
              <a:t>TLS</a:t>
            </a:r>
            <a:r>
              <a:rPr lang="ja-JP" altLang="en-US" dirty="0"/>
              <a:t>準ずる</a:t>
            </a:r>
            <a:endParaRPr lang="en-US" altLang="ja-JP" dirty="0"/>
          </a:p>
          <a:p>
            <a:r>
              <a:rPr kumimoji="1" lang="en-US" altLang="ja-JP" dirty="0"/>
              <a:t>https-443:TLS</a:t>
            </a:r>
            <a:r>
              <a:rPr kumimoji="1" lang="ja-JP" altLang="en-US" dirty="0"/>
              <a:t>準ずる</a:t>
            </a:r>
          </a:p>
        </p:txBody>
      </p:sp>
      <p:sp>
        <p:nvSpPr>
          <p:cNvPr id="4" name="スライド番号プレースホルダー 3"/>
          <p:cNvSpPr>
            <a:spLocks noGrp="1"/>
          </p:cNvSpPr>
          <p:nvPr>
            <p:ph type="sldNum" sz="quarter" idx="5"/>
          </p:nvPr>
        </p:nvSpPr>
        <p:spPr/>
        <p:txBody>
          <a:bodyPr/>
          <a:lstStyle/>
          <a:p>
            <a:fld id="{2911562D-2B73-4B1A-8BB9-30D04DF18EFA}" type="slidenum">
              <a:rPr kumimoji="1" lang="ja-JP" altLang="en-US" smtClean="0"/>
              <a:t>24</a:t>
            </a:fld>
            <a:endParaRPr kumimoji="1" lang="ja-JP" altLang="en-US"/>
          </a:p>
        </p:txBody>
      </p:sp>
    </p:spTree>
    <p:extLst>
      <p:ext uri="{BB962C8B-B14F-4D97-AF65-F5344CB8AC3E}">
        <p14:creationId xmlns:p14="http://schemas.microsoft.com/office/powerpoint/2010/main" val="222933294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zh-CN" dirty="0"/>
              <a:t>Memory: </a:t>
            </a:r>
            <a:r>
              <a:rPr kumimoji="1" lang="en-US" altLang="ja-JP" dirty="0"/>
              <a:t>32</a:t>
            </a:r>
            <a:r>
              <a:rPr kumimoji="1" lang="en-US" altLang="zh-CN" dirty="0"/>
              <a:t>GB </a:t>
            </a:r>
            <a:r>
              <a:rPr kumimoji="1" lang="en-US" altLang="ja-JP" sz="1200" b="0" i="0" kern="1200" dirty="0">
                <a:solidFill>
                  <a:schemeClr val="tx1"/>
                </a:solidFill>
                <a:effectLst/>
                <a:latin typeface="+mn-lt"/>
                <a:ea typeface="+mn-ea"/>
                <a:cs typeface="+mn-cs"/>
              </a:rPr>
              <a:t>DDR5-5600  </a:t>
            </a:r>
            <a:r>
              <a:rPr kumimoji="1" lang="ja-JP" altLang="en-US" sz="1200" b="0" i="0" kern="1200" dirty="0">
                <a:solidFill>
                  <a:schemeClr val="tx1"/>
                </a:solidFill>
                <a:effectLst/>
                <a:latin typeface="+mn-lt"/>
                <a:ea typeface="+mn-ea"/>
                <a:cs typeface="+mn-cs"/>
              </a:rPr>
              <a:t>→　</a:t>
            </a:r>
            <a:r>
              <a:rPr kumimoji="1" lang="en-US" altLang="ja-JP" sz="1200" b="0" i="0" kern="1200" dirty="0">
                <a:solidFill>
                  <a:schemeClr val="tx1"/>
                </a:solidFill>
                <a:effectLst/>
                <a:latin typeface="+mn-lt"/>
                <a:ea typeface="+mn-ea"/>
                <a:cs typeface="+mn-cs"/>
              </a:rPr>
              <a:t>4</a:t>
            </a:r>
            <a:r>
              <a:rPr kumimoji="1" lang="ja-JP" altLang="en-US" sz="1200" b="0" i="0" kern="1200" dirty="0">
                <a:solidFill>
                  <a:schemeClr val="tx1"/>
                </a:solidFill>
                <a:effectLst/>
                <a:latin typeface="+mn-lt"/>
                <a:ea typeface="+mn-ea"/>
                <a:cs typeface="+mn-cs"/>
              </a:rPr>
              <a:t>万円</a:t>
            </a:r>
            <a:endParaRPr kumimoji="1" lang="en-US" altLang="ja-JP" sz="1200" b="0" i="0" kern="1200" dirty="0">
              <a:solidFill>
                <a:schemeClr val="tx1"/>
              </a:solidFill>
              <a:effectLst/>
              <a:latin typeface="+mn-lt"/>
              <a:ea typeface="+mn-ea"/>
              <a:cs typeface="+mn-cs"/>
            </a:endParaRPr>
          </a:p>
          <a:p>
            <a:r>
              <a:rPr kumimoji="1" lang="en-US" altLang="zh-CN" sz="1200" b="0" i="0" kern="1200" dirty="0">
                <a:solidFill>
                  <a:schemeClr val="tx1"/>
                </a:solidFill>
                <a:effectLst/>
                <a:latin typeface="+mn-lt"/>
                <a:ea typeface="+mn-ea"/>
                <a:cs typeface="+mn-cs"/>
              </a:rPr>
              <a:t>Intel 16 CORE 2.5GHz CPU </a:t>
            </a:r>
            <a:r>
              <a:rPr kumimoji="1" lang="ja-JP" altLang="en-US" sz="1200" b="0" i="0" kern="1200" dirty="0">
                <a:solidFill>
                  <a:schemeClr val="tx1"/>
                </a:solidFill>
                <a:effectLst/>
                <a:latin typeface="+mn-lt"/>
                <a:ea typeface="+mn-ea"/>
                <a:cs typeface="+mn-cs"/>
              </a:rPr>
              <a:t>→　</a:t>
            </a:r>
            <a:r>
              <a:rPr kumimoji="1" lang="en-US" altLang="ja-JP" sz="1200" b="0" i="0" kern="1200" dirty="0">
                <a:solidFill>
                  <a:schemeClr val="tx1"/>
                </a:solidFill>
                <a:effectLst/>
                <a:latin typeface="+mn-lt"/>
                <a:ea typeface="+mn-ea"/>
                <a:cs typeface="+mn-cs"/>
              </a:rPr>
              <a:t>10</a:t>
            </a:r>
            <a:r>
              <a:rPr kumimoji="1" lang="ja-JP" altLang="en-US" sz="1200" b="0" i="0" kern="1200" dirty="0">
                <a:solidFill>
                  <a:schemeClr val="tx1"/>
                </a:solidFill>
                <a:effectLst/>
                <a:latin typeface="+mn-lt"/>
                <a:ea typeface="+mn-ea"/>
                <a:cs typeface="+mn-cs"/>
              </a:rPr>
              <a:t>万円</a:t>
            </a:r>
            <a:endParaRPr kumimoji="1" lang="en-US" altLang="ja-JP" sz="1200" b="0" i="0" kern="1200" dirty="0">
              <a:solidFill>
                <a:schemeClr val="tx1"/>
              </a:solidFill>
              <a:effectLst/>
              <a:latin typeface="+mn-lt"/>
              <a:ea typeface="+mn-ea"/>
              <a:cs typeface="+mn-cs"/>
            </a:endParaRPr>
          </a:p>
          <a:p>
            <a:r>
              <a:rPr kumimoji="1" lang="en-US" altLang="ja-JP" dirty="0"/>
              <a:t>4</a:t>
            </a:r>
            <a:r>
              <a:rPr kumimoji="1" lang="en-US" altLang="zh-CN" dirty="0"/>
              <a:t>TB </a:t>
            </a:r>
            <a:r>
              <a:rPr kumimoji="1" lang="en-US" altLang="ja-JP" sz="1200" b="0" i="0" kern="1200" dirty="0" err="1">
                <a:solidFill>
                  <a:schemeClr val="tx1"/>
                </a:solidFill>
                <a:effectLst/>
                <a:latin typeface="+mn-lt"/>
                <a:ea typeface="+mn-ea"/>
                <a:cs typeface="+mn-cs"/>
              </a:rPr>
              <a:t>NVMe</a:t>
            </a:r>
            <a:r>
              <a:rPr kumimoji="1" lang="en-US" altLang="ja-JP" sz="1200" b="0" i="0" kern="1200" dirty="0">
                <a:solidFill>
                  <a:schemeClr val="tx1"/>
                </a:solidFill>
                <a:effectLst/>
                <a:latin typeface="+mn-lt"/>
                <a:ea typeface="+mn-ea"/>
                <a:cs typeface="+mn-cs"/>
              </a:rPr>
              <a:t> RAID10 </a:t>
            </a:r>
            <a:r>
              <a:rPr kumimoji="1" lang="ja-JP" altLang="en-US" sz="1200" b="0" i="0" kern="1200" dirty="0">
                <a:solidFill>
                  <a:schemeClr val="tx1"/>
                </a:solidFill>
                <a:effectLst/>
                <a:latin typeface="+mn-lt"/>
                <a:ea typeface="+mn-ea"/>
                <a:cs typeface="+mn-cs"/>
              </a:rPr>
              <a:t>→</a:t>
            </a:r>
            <a:r>
              <a:rPr kumimoji="1" lang="zh-CN" altLang="en-US" sz="1200" b="0" i="0" kern="1200" dirty="0">
                <a:solidFill>
                  <a:schemeClr val="tx1"/>
                </a:solidFill>
                <a:effectLst/>
                <a:latin typeface="+mn-lt"/>
                <a:ea typeface="+mn-ea"/>
                <a:cs typeface="+mn-cs"/>
              </a:rPr>
              <a:t> </a:t>
            </a:r>
            <a:r>
              <a:rPr kumimoji="1" lang="en-US" altLang="zh-CN" sz="1200" b="0" i="0" kern="1200" dirty="0">
                <a:solidFill>
                  <a:schemeClr val="tx1"/>
                </a:solidFill>
                <a:effectLst/>
                <a:latin typeface="+mn-lt"/>
                <a:ea typeface="+mn-ea"/>
                <a:cs typeface="+mn-cs"/>
              </a:rPr>
              <a:t>4</a:t>
            </a:r>
            <a:r>
              <a:rPr kumimoji="1" lang="ja-JP" altLang="en-US" sz="1200" b="0" i="0" kern="1200" dirty="0">
                <a:solidFill>
                  <a:schemeClr val="tx1"/>
                </a:solidFill>
                <a:effectLst/>
                <a:latin typeface="+mn-lt"/>
                <a:ea typeface="+mn-ea"/>
                <a:cs typeface="+mn-cs"/>
              </a:rPr>
              <a:t>万円</a:t>
            </a:r>
            <a:endParaRPr kumimoji="1" lang="ja-JP" altLang="en-US" dirty="0"/>
          </a:p>
          <a:p>
            <a:endParaRPr kumimoji="1" lang="en-US" altLang="ja-JP" dirty="0"/>
          </a:p>
          <a:p>
            <a:r>
              <a:rPr kumimoji="1" lang="en-US" altLang="zh-CN" b="1" dirty="0"/>
              <a:t>POC</a:t>
            </a:r>
            <a:r>
              <a:rPr kumimoji="1" lang="ja-JP" altLang="en-US" b="1" dirty="0"/>
              <a:t>段階</a:t>
            </a:r>
            <a:r>
              <a:rPr kumimoji="1" lang="en-US" altLang="ja-JP" b="1" dirty="0"/>
              <a:t>License</a:t>
            </a:r>
            <a:r>
              <a:rPr kumimoji="1" lang="ja-JP" altLang="en-US" b="1" dirty="0"/>
              <a:t>費用推定：</a:t>
            </a:r>
            <a:endParaRPr kumimoji="1" lang="en-US" altLang="ja-JP" b="1" dirty="0"/>
          </a:p>
          <a:p>
            <a:r>
              <a:rPr kumimoji="1" lang="ja-JP" altLang="en-US" sz="1200" b="0" i="0" u="none" strike="noStrike" kern="1200" dirty="0">
                <a:solidFill>
                  <a:schemeClr val="tx1"/>
                </a:solidFill>
                <a:effectLst/>
                <a:latin typeface="+mn-lt"/>
                <a:ea typeface="+mn-ea"/>
                <a:cs typeface="+mn-cs"/>
              </a:rPr>
              <a:t>発電所 </a:t>
            </a:r>
            <a:r>
              <a:rPr kumimoji="1" lang="en-US" altLang="ja-JP" sz="1200" b="0" i="0" u="none" strike="noStrike" kern="1200" dirty="0">
                <a:solidFill>
                  <a:schemeClr val="tx1"/>
                </a:solidFill>
                <a:effectLst/>
                <a:latin typeface="+mn-lt"/>
                <a:ea typeface="+mn-ea"/>
                <a:cs typeface="+mn-cs"/>
              </a:rPr>
              <a:t>Edge</a:t>
            </a:r>
            <a:r>
              <a:rPr lang="en-US" altLang="ja-JP" dirty="0">
                <a:effectLst/>
              </a:rPr>
              <a:t> </a:t>
            </a:r>
            <a:r>
              <a:rPr kumimoji="1" lang="en-US" altLang="ja-JP" sz="1200" b="0" i="0" u="none" strike="noStrike" kern="1200" dirty="0">
                <a:solidFill>
                  <a:schemeClr val="tx1"/>
                </a:solidFill>
                <a:effectLst/>
                <a:latin typeface="+mn-lt"/>
                <a:ea typeface="+mn-ea"/>
                <a:cs typeface="+mn-cs"/>
              </a:rPr>
              <a:t>10</a:t>
            </a:r>
            <a:r>
              <a:rPr kumimoji="1" lang="ja-JP" altLang="en-US" sz="1200" b="0" i="0" u="none" strike="noStrike" kern="1200" dirty="0">
                <a:solidFill>
                  <a:schemeClr val="tx1"/>
                </a:solidFill>
                <a:effectLst/>
                <a:latin typeface="+mn-lt"/>
                <a:ea typeface="+mn-ea"/>
                <a:cs typeface="+mn-cs"/>
              </a:rPr>
              <a:t>万</a:t>
            </a:r>
            <a:r>
              <a:rPr lang="ja-JP" altLang="en-US" dirty="0">
                <a:effectLst/>
              </a:rPr>
              <a:t> </a:t>
            </a:r>
            <a:endParaRPr lang="en-US" altLang="ja-JP" dirty="0">
              <a:effectLst/>
            </a:endParaRPr>
          </a:p>
          <a:p>
            <a:r>
              <a:rPr kumimoji="1" lang="ja-JP" altLang="en-US" sz="1200" b="0" i="0" u="none" strike="noStrike" kern="1200" dirty="0">
                <a:solidFill>
                  <a:schemeClr val="tx1"/>
                </a:solidFill>
                <a:effectLst/>
                <a:latin typeface="+mn-lt"/>
                <a:ea typeface="+mn-ea"/>
                <a:cs typeface="+mn-cs"/>
              </a:rPr>
              <a:t>子局　</a:t>
            </a:r>
            <a:r>
              <a:rPr kumimoji="1" lang="en-US" altLang="ja-JP" sz="1200" b="0" i="0" u="none" strike="noStrike" kern="1200" dirty="0">
                <a:solidFill>
                  <a:schemeClr val="tx1"/>
                </a:solidFill>
                <a:effectLst/>
                <a:latin typeface="+mn-lt"/>
                <a:ea typeface="+mn-ea"/>
                <a:cs typeface="+mn-cs"/>
              </a:rPr>
              <a:t>EDS</a:t>
            </a:r>
            <a:r>
              <a:rPr lang="en-US" altLang="ja-JP" dirty="0">
                <a:effectLst/>
              </a:rPr>
              <a:t> </a:t>
            </a:r>
            <a:r>
              <a:rPr kumimoji="1" lang="en-US" altLang="ja-JP" sz="1200" b="0" i="0" u="none" strike="noStrike" kern="1200" dirty="0">
                <a:solidFill>
                  <a:schemeClr val="tx1"/>
                </a:solidFill>
                <a:effectLst/>
                <a:latin typeface="+mn-lt"/>
                <a:ea typeface="+mn-ea"/>
                <a:cs typeface="+mn-cs"/>
              </a:rPr>
              <a:t>50</a:t>
            </a:r>
            <a:r>
              <a:rPr kumimoji="1" lang="ja-JP" altLang="en-US" sz="1200" b="0" i="0" u="none" strike="noStrike" kern="1200" dirty="0">
                <a:solidFill>
                  <a:schemeClr val="tx1"/>
                </a:solidFill>
                <a:effectLst/>
                <a:latin typeface="+mn-lt"/>
                <a:ea typeface="+mn-ea"/>
                <a:cs typeface="+mn-cs"/>
              </a:rPr>
              <a:t>万</a:t>
            </a:r>
            <a:r>
              <a:rPr lang="ja-JP" altLang="en-US" dirty="0">
                <a:effectLst/>
              </a:rPr>
              <a:t> </a:t>
            </a:r>
            <a:endParaRPr lang="en-US" altLang="ja-JP" dirty="0">
              <a:effectLst/>
            </a:endParaRPr>
          </a:p>
          <a:p>
            <a:r>
              <a:rPr kumimoji="1" lang="ja-JP" altLang="en-US" sz="1200" b="0" i="0" u="none" strike="noStrike" kern="1200" dirty="0">
                <a:solidFill>
                  <a:schemeClr val="tx1"/>
                </a:solidFill>
                <a:effectLst/>
                <a:latin typeface="+mn-lt"/>
                <a:ea typeface="+mn-ea"/>
                <a:cs typeface="+mn-cs"/>
              </a:rPr>
              <a:t>子局　</a:t>
            </a:r>
            <a:r>
              <a:rPr kumimoji="1" lang="en-US" altLang="ja-JP" sz="1200" b="0" i="0" u="none" strike="noStrike" kern="1200" dirty="0">
                <a:solidFill>
                  <a:schemeClr val="tx1"/>
                </a:solidFill>
                <a:effectLst/>
                <a:latin typeface="+mn-lt"/>
                <a:ea typeface="+mn-ea"/>
                <a:cs typeface="+mn-cs"/>
              </a:rPr>
              <a:t>Connector/Adapter</a:t>
            </a:r>
            <a:r>
              <a:rPr lang="en-US" altLang="ja-JP" dirty="0">
                <a:effectLst/>
              </a:rPr>
              <a:t> </a:t>
            </a:r>
            <a:r>
              <a:rPr kumimoji="1" lang="en-US" altLang="ja-JP" sz="1200" b="0" i="0" u="none" strike="noStrike" kern="1200" dirty="0">
                <a:solidFill>
                  <a:schemeClr val="tx1"/>
                </a:solidFill>
                <a:effectLst/>
                <a:latin typeface="+mn-lt"/>
                <a:ea typeface="+mn-ea"/>
                <a:cs typeface="+mn-cs"/>
              </a:rPr>
              <a:t>200</a:t>
            </a:r>
            <a:r>
              <a:rPr kumimoji="1" lang="ja-JP" altLang="en-US" sz="1200" b="0" i="0" u="none" strike="noStrike" kern="1200" dirty="0">
                <a:solidFill>
                  <a:schemeClr val="tx1"/>
                </a:solidFill>
                <a:effectLst/>
                <a:latin typeface="+mn-lt"/>
                <a:ea typeface="+mn-ea"/>
                <a:cs typeface="+mn-cs"/>
              </a:rPr>
              <a:t>万</a:t>
            </a:r>
            <a:r>
              <a:rPr lang="ja-JP" altLang="en-US" dirty="0">
                <a:effectLst/>
              </a:rPr>
              <a:t> </a:t>
            </a:r>
            <a:endParaRPr lang="en-US" altLang="ja-JP" dirty="0">
              <a:effectLst/>
            </a:endParaRPr>
          </a:p>
          <a:p>
            <a:r>
              <a:rPr kumimoji="1" lang="ja-JP" altLang="en-US" sz="1200" b="0" i="0" u="none" strike="noStrike" kern="1200" dirty="0">
                <a:solidFill>
                  <a:schemeClr val="tx1"/>
                </a:solidFill>
                <a:effectLst/>
                <a:latin typeface="+mn-lt"/>
                <a:ea typeface="+mn-ea"/>
                <a:cs typeface="+mn-cs"/>
              </a:rPr>
              <a:t>親局　</a:t>
            </a:r>
            <a:r>
              <a:rPr kumimoji="1" lang="en-US" altLang="ja-JP" sz="1200" b="0" i="0" u="none" strike="noStrike" kern="1200" dirty="0">
                <a:solidFill>
                  <a:schemeClr val="tx1"/>
                </a:solidFill>
                <a:effectLst/>
                <a:latin typeface="+mn-lt"/>
                <a:ea typeface="+mn-ea"/>
                <a:cs typeface="+mn-cs"/>
              </a:rPr>
              <a:t>PI DA</a:t>
            </a:r>
            <a:r>
              <a:rPr lang="en-US" altLang="ja-JP" dirty="0">
                <a:effectLst/>
              </a:rPr>
              <a:t> </a:t>
            </a:r>
            <a:r>
              <a:rPr kumimoji="1" lang="en-US" altLang="ja-JP" sz="1200" b="0" i="0" u="none" strike="noStrike" kern="1200" dirty="0">
                <a:solidFill>
                  <a:schemeClr val="tx1"/>
                </a:solidFill>
                <a:effectLst/>
                <a:latin typeface="+mn-lt"/>
                <a:ea typeface="+mn-ea"/>
                <a:cs typeface="+mn-cs"/>
              </a:rPr>
              <a:t>500</a:t>
            </a:r>
            <a:r>
              <a:rPr kumimoji="1" lang="ja-JP" altLang="en-US" sz="1200" b="0" i="0" u="none" strike="noStrike" kern="1200" dirty="0">
                <a:solidFill>
                  <a:schemeClr val="tx1"/>
                </a:solidFill>
                <a:effectLst/>
                <a:latin typeface="+mn-lt"/>
                <a:ea typeface="+mn-ea"/>
                <a:cs typeface="+mn-cs"/>
              </a:rPr>
              <a:t>万</a:t>
            </a:r>
            <a:r>
              <a:rPr lang="ja-JP" altLang="en-US" dirty="0">
                <a:effectLst/>
              </a:rPr>
              <a:t> </a:t>
            </a:r>
            <a:endParaRPr lang="en-US" altLang="ja-JP" dirty="0">
              <a:effectLst/>
            </a:endParaRPr>
          </a:p>
          <a:p>
            <a:r>
              <a:rPr kumimoji="1" lang="ja-JP" altLang="en-US" sz="1200" b="0" i="0" u="none" strike="noStrike" kern="1200" dirty="0">
                <a:solidFill>
                  <a:schemeClr val="tx1"/>
                </a:solidFill>
                <a:effectLst/>
                <a:latin typeface="+mn-lt"/>
                <a:ea typeface="+mn-ea"/>
                <a:cs typeface="+mn-cs"/>
              </a:rPr>
              <a:t>親局　</a:t>
            </a:r>
            <a:r>
              <a:rPr kumimoji="1" lang="en-US" altLang="ja-JP" sz="1200" b="0" i="0" u="none" strike="noStrike" kern="1200" dirty="0">
                <a:solidFill>
                  <a:schemeClr val="tx1"/>
                </a:solidFill>
                <a:effectLst/>
                <a:latin typeface="+mn-lt"/>
                <a:ea typeface="+mn-ea"/>
                <a:cs typeface="+mn-cs"/>
              </a:rPr>
              <a:t>AF/Analytics</a:t>
            </a:r>
            <a:r>
              <a:rPr lang="en-US" altLang="ja-JP" dirty="0">
                <a:effectLst/>
              </a:rPr>
              <a:t> </a:t>
            </a:r>
            <a:r>
              <a:rPr kumimoji="1" lang="en-US" altLang="ja-JP" sz="1200" b="0" i="0" u="none" strike="noStrike" kern="1200" dirty="0">
                <a:solidFill>
                  <a:schemeClr val="tx1"/>
                </a:solidFill>
                <a:effectLst/>
                <a:latin typeface="+mn-lt"/>
                <a:ea typeface="+mn-ea"/>
                <a:cs typeface="+mn-cs"/>
              </a:rPr>
              <a:t>200</a:t>
            </a:r>
            <a:r>
              <a:rPr kumimoji="1" lang="ja-JP" altLang="en-US" sz="1200" b="0" i="0" u="none" strike="noStrike" kern="1200" dirty="0">
                <a:solidFill>
                  <a:schemeClr val="tx1"/>
                </a:solidFill>
                <a:effectLst/>
                <a:latin typeface="+mn-lt"/>
                <a:ea typeface="+mn-ea"/>
                <a:cs typeface="+mn-cs"/>
              </a:rPr>
              <a:t>万</a:t>
            </a:r>
            <a:endParaRPr kumimoji="1" lang="en-US" altLang="ja-JP" sz="1200" b="0" i="0" u="none" strike="noStrike" kern="1200" dirty="0">
              <a:solidFill>
                <a:schemeClr val="tx1"/>
              </a:solidFill>
              <a:effectLst/>
              <a:latin typeface="+mn-lt"/>
              <a:ea typeface="+mn-ea"/>
              <a:cs typeface="+mn-cs"/>
            </a:endParaRPr>
          </a:p>
          <a:p>
            <a:r>
              <a:rPr kumimoji="1" lang="ja-JP" altLang="en-US" sz="1200" b="0" i="0" u="none" strike="noStrike" kern="1200" dirty="0">
                <a:solidFill>
                  <a:schemeClr val="tx1"/>
                </a:solidFill>
                <a:effectLst/>
                <a:latin typeface="+mn-lt"/>
                <a:ea typeface="+mn-ea"/>
                <a:cs typeface="+mn-cs"/>
              </a:rPr>
              <a:t>親局　</a:t>
            </a:r>
            <a:r>
              <a:rPr kumimoji="1" lang="en-US" altLang="ja-JP" sz="1200" b="0" i="0" u="none" strike="noStrike" kern="1200" dirty="0">
                <a:solidFill>
                  <a:schemeClr val="tx1"/>
                </a:solidFill>
                <a:effectLst/>
                <a:latin typeface="+mn-lt"/>
                <a:ea typeface="+mn-ea"/>
                <a:cs typeface="+mn-cs"/>
              </a:rPr>
              <a:t>Vision</a:t>
            </a:r>
            <a:r>
              <a:rPr lang="en-US" altLang="ja-JP" dirty="0">
                <a:effectLst/>
              </a:rPr>
              <a:t> </a:t>
            </a:r>
            <a:r>
              <a:rPr kumimoji="1" lang="en-US" altLang="ja-JP" sz="1200" b="0" i="0" u="none" strike="noStrike" kern="1200" dirty="0">
                <a:solidFill>
                  <a:schemeClr val="tx1"/>
                </a:solidFill>
                <a:effectLst/>
                <a:latin typeface="+mn-lt"/>
                <a:ea typeface="+mn-ea"/>
                <a:cs typeface="+mn-cs"/>
              </a:rPr>
              <a:t>150</a:t>
            </a:r>
            <a:r>
              <a:rPr kumimoji="1" lang="ja-JP" altLang="en-US" sz="1200" b="0" i="0" u="none" strike="noStrike" kern="1200" dirty="0">
                <a:solidFill>
                  <a:schemeClr val="tx1"/>
                </a:solidFill>
                <a:effectLst/>
                <a:latin typeface="+mn-lt"/>
                <a:ea typeface="+mn-ea"/>
                <a:cs typeface="+mn-cs"/>
              </a:rPr>
              <a:t>万</a:t>
            </a:r>
            <a:endParaRPr kumimoji="1" lang="en-US" altLang="ja-JP" sz="1200" b="0" i="0" u="none" strike="noStrike" kern="1200" dirty="0">
              <a:solidFill>
                <a:schemeClr val="tx1"/>
              </a:solidFill>
              <a:effectLst/>
              <a:latin typeface="+mn-lt"/>
              <a:ea typeface="+mn-ea"/>
              <a:cs typeface="+mn-cs"/>
            </a:endParaRPr>
          </a:p>
          <a:p>
            <a:r>
              <a:rPr kumimoji="1" lang="ja-JP" altLang="en-US" sz="1200" b="1" i="0" u="none" strike="noStrike" kern="1200" dirty="0">
                <a:solidFill>
                  <a:schemeClr val="tx1"/>
                </a:solidFill>
                <a:effectLst/>
                <a:latin typeface="+mn-lt"/>
                <a:ea typeface="+mn-ea"/>
                <a:cs typeface="+mn-cs"/>
              </a:rPr>
              <a:t>合計</a:t>
            </a:r>
            <a:r>
              <a:rPr lang="ja-JP" altLang="en-US" b="1" dirty="0">
                <a:effectLst/>
              </a:rPr>
              <a:t> </a:t>
            </a:r>
            <a:r>
              <a:rPr kumimoji="1" lang="en-US" altLang="ja-JP" sz="1200" b="1" i="0" u="none" strike="noStrike" kern="1200" dirty="0">
                <a:solidFill>
                  <a:schemeClr val="tx1"/>
                </a:solidFill>
                <a:effectLst/>
                <a:latin typeface="+mn-lt"/>
                <a:ea typeface="+mn-ea"/>
                <a:cs typeface="+mn-cs"/>
              </a:rPr>
              <a:t>1110</a:t>
            </a:r>
            <a:r>
              <a:rPr kumimoji="1" lang="ja-JP" altLang="en-US" sz="1200" b="1" i="0" u="none" strike="noStrike" kern="1200" dirty="0">
                <a:solidFill>
                  <a:schemeClr val="tx1"/>
                </a:solidFill>
                <a:effectLst/>
                <a:latin typeface="+mn-lt"/>
                <a:ea typeface="+mn-ea"/>
                <a:cs typeface="+mn-cs"/>
              </a:rPr>
              <a:t>万円</a:t>
            </a:r>
            <a:r>
              <a:rPr lang="ja-JP" altLang="en-US" b="1" dirty="0">
                <a:effectLst/>
              </a:rPr>
              <a:t> </a:t>
            </a:r>
            <a:endParaRPr lang="en-US" altLang="ja-JP" b="1" dirty="0">
              <a:effectLst/>
            </a:endParaRPr>
          </a:p>
          <a:p>
            <a:endParaRPr kumimoji="1" lang="en-US" altLang="ja-JP" b="1" dirty="0">
              <a:effectLst/>
            </a:endParaRPr>
          </a:p>
          <a:p>
            <a:r>
              <a:rPr kumimoji="1" lang="ja-JP" altLang="en-US" b="1" dirty="0">
                <a:effectLst/>
              </a:rPr>
              <a:t>発電所：</a:t>
            </a:r>
            <a:r>
              <a:rPr kumimoji="1" lang="en-US" altLang="ja-JP" b="1" dirty="0">
                <a:effectLst/>
              </a:rPr>
              <a:t>30</a:t>
            </a:r>
            <a:r>
              <a:rPr kumimoji="1" lang="ja-JP" altLang="en-US" b="1" dirty="0">
                <a:effectLst/>
              </a:rPr>
              <a:t>日高い頻度データ</a:t>
            </a:r>
            <a:endParaRPr kumimoji="1" lang="en-US" altLang="ja-JP" b="1" dirty="0">
              <a:effectLst/>
            </a:endParaRPr>
          </a:p>
          <a:p>
            <a:r>
              <a:rPr kumimoji="1" lang="ja-JP" altLang="en-US" b="1" dirty="0"/>
              <a:t>子局：</a:t>
            </a:r>
            <a:r>
              <a:rPr kumimoji="1" lang="en-US" altLang="ja-JP" b="1" dirty="0"/>
              <a:t>1</a:t>
            </a:r>
            <a:r>
              <a:rPr kumimoji="1" lang="ja-JP" altLang="en-US" b="1" dirty="0"/>
              <a:t>年一般的な頻度</a:t>
            </a:r>
            <a:endParaRPr kumimoji="1" lang="en-US" altLang="ja-JP" b="1" dirty="0"/>
          </a:p>
          <a:p>
            <a:r>
              <a:rPr kumimoji="1" lang="ja-JP" altLang="en-US" b="1" dirty="0"/>
              <a:t>親局：長期的な低い頻度＆肝心なデータ</a:t>
            </a:r>
          </a:p>
        </p:txBody>
      </p:sp>
      <p:sp>
        <p:nvSpPr>
          <p:cNvPr id="4" name="スライド番号プレースホルダー 3"/>
          <p:cNvSpPr>
            <a:spLocks noGrp="1"/>
          </p:cNvSpPr>
          <p:nvPr>
            <p:ph type="sldNum" sz="quarter" idx="5"/>
          </p:nvPr>
        </p:nvSpPr>
        <p:spPr/>
        <p:txBody>
          <a:bodyPr/>
          <a:lstStyle/>
          <a:p>
            <a:fld id="{2911562D-2B73-4B1A-8BB9-30D04DF18EFA}" type="slidenum">
              <a:rPr kumimoji="1" lang="ja-JP" altLang="en-US" smtClean="0"/>
              <a:t>28</a:t>
            </a:fld>
            <a:endParaRPr kumimoji="1" lang="ja-JP" altLang="en-US"/>
          </a:p>
        </p:txBody>
      </p:sp>
    </p:spTree>
    <p:extLst>
      <p:ext uri="{BB962C8B-B14F-4D97-AF65-F5344CB8AC3E}">
        <p14:creationId xmlns:p14="http://schemas.microsoft.com/office/powerpoint/2010/main" val="89316663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zh-CN" dirty="0"/>
              <a:t>Memory: </a:t>
            </a:r>
            <a:r>
              <a:rPr kumimoji="1" lang="en-US" altLang="ja-JP" dirty="0"/>
              <a:t>32</a:t>
            </a:r>
            <a:r>
              <a:rPr kumimoji="1" lang="en-US" altLang="zh-CN" dirty="0"/>
              <a:t>GB </a:t>
            </a:r>
            <a:r>
              <a:rPr kumimoji="1" lang="en-US" altLang="ja-JP" sz="1200" b="0" i="0" kern="1200" dirty="0">
                <a:solidFill>
                  <a:schemeClr val="tx1"/>
                </a:solidFill>
                <a:effectLst/>
                <a:latin typeface="+mn-lt"/>
                <a:ea typeface="+mn-ea"/>
                <a:cs typeface="+mn-cs"/>
              </a:rPr>
              <a:t>DDR5-5600  </a:t>
            </a:r>
            <a:r>
              <a:rPr kumimoji="1" lang="ja-JP" altLang="en-US" sz="1200" b="0" i="0" kern="1200" dirty="0">
                <a:solidFill>
                  <a:schemeClr val="tx1"/>
                </a:solidFill>
                <a:effectLst/>
                <a:latin typeface="+mn-lt"/>
                <a:ea typeface="+mn-ea"/>
                <a:cs typeface="+mn-cs"/>
              </a:rPr>
              <a:t>→　</a:t>
            </a:r>
            <a:r>
              <a:rPr kumimoji="1" lang="en-US" altLang="ja-JP" sz="1200" b="0" i="0" kern="1200" dirty="0">
                <a:solidFill>
                  <a:schemeClr val="tx1"/>
                </a:solidFill>
                <a:effectLst/>
                <a:latin typeface="+mn-lt"/>
                <a:ea typeface="+mn-ea"/>
                <a:cs typeface="+mn-cs"/>
              </a:rPr>
              <a:t>4</a:t>
            </a:r>
            <a:r>
              <a:rPr kumimoji="1" lang="ja-JP" altLang="en-US" sz="1200" b="0" i="0" kern="1200" dirty="0">
                <a:solidFill>
                  <a:schemeClr val="tx1"/>
                </a:solidFill>
                <a:effectLst/>
                <a:latin typeface="+mn-lt"/>
                <a:ea typeface="+mn-ea"/>
                <a:cs typeface="+mn-cs"/>
              </a:rPr>
              <a:t>万円</a:t>
            </a:r>
            <a:endParaRPr kumimoji="1" lang="en-US" altLang="ja-JP" sz="1200" b="0" i="0" kern="1200" dirty="0">
              <a:solidFill>
                <a:schemeClr val="tx1"/>
              </a:solidFill>
              <a:effectLst/>
              <a:latin typeface="+mn-lt"/>
              <a:ea typeface="+mn-ea"/>
              <a:cs typeface="+mn-cs"/>
            </a:endParaRPr>
          </a:p>
          <a:p>
            <a:r>
              <a:rPr kumimoji="1" lang="en-US" altLang="zh-CN" sz="1200" b="0" i="0" kern="1200" dirty="0">
                <a:solidFill>
                  <a:schemeClr val="tx1"/>
                </a:solidFill>
                <a:effectLst/>
                <a:latin typeface="+mn-lt"/>
                <a:ea typeface="+mn-ea"/>
                <a:cs typeface="+mn-cs"/>
              </a:rPr>
              <a:t>Intel 16 CORE 2.5GHz CPU </a:t>
            </a:r>
            <a:r>
              <a:rPr kumimoji="1" lang="ja-JP" altLang="en-US" sz="1200" b="0" i="0" kern="1200" dirty="0">
                <a:solidFill>
                  <a:schemeClr val="tx1"/>
                </a:solidFill>
                <a:effectLst/>
                <a:latin typeface="+mn-lt"/>
                <a:ea typeface="+mn-ea"/>
                <a:cs typeface="+mn-cs"/>
              </a:rPr>
              <a:t>→　</a:t>
            </a:r>
            <a:r>
              <a:rPr kumimoji="1" lang="en-US" altLang="ja-JP" sz="1200" b="0" i="0" kern="1200" dirty="0">
                <a:solidFill>
                  <a:schemeClr val="tx1"/>
                </a:solidFill>
                <a:effectLst/>
                <a:latin typeface="+mn-lt"/>
                <a:ea typeface="+mn-ea"/>
                <a:cs typeface="+mn-cs"/>
              </a:rPr>
              <a:t>10</a:t>
            </a:r>
            <a:r>
              <a:rPr kumimoji="1" lang="ja-JP" altLang="en-US" sz="1200" b="0" i="0" kern="1200" dirty="0">
                <a:solidFill>
                  <a:schemeClr val="tx1"/>
                </a:solidFill>
                <a:effectLst/>
                <a:latin typeface="+mn-lt"/>
                <a:ea typeface="+mn-ea"/>
                <a:cs typeface="+mn-cs"/>
              </a:rPr>
              <a:t>万円</a:t>
            </a:r>
            <a:endParaRPr kumimoji="1" lang="en-US" altLang="ja-JP" sz="1200" b="0" i="0" kern="1200" dirty="0">
              <a:solidFill>
                <a:schemeClr val="tx1"/>
              </a:solidFill>
              <a:effectLst/>
              <a:latin typeface="+mn-lt"/>
              <a:ea typeface="+mn-ea"/>
              <a:cs typeface="+mn-cs"/>
            </a:endParaRPr>
          </a:p>
          <a:p>
            <a:r>
              <a:rPr kumimoji="1" lang="en-US" altLang="ja-JP" dirty="0"/>
              <a:t>4</a:t>
            </a:r>
            <a:r>
              <a:rPr kumimoji="1" lang="en-US" altLang="zh-CN" dirty="0"/>
              <a:t>TB </a:t>
            </a:r>
            <a:r>
              <a:rPr kumimoji="1" lang="en-US" altLang="ja-JP" sz="1200" b="0" i="0" kern="1200" dirty="0" err="1">
                <a:solidFill>
                  <a:schemeClr val="tx1"/>
                </a:solidFill>
                <a:effectLst/>
                <a:latin typeface="+mn-lt"/>
                <a:ea typeface="+mn-ea"/>
                <a:cs typeface="+mn-cs"/>
              </a:rPr>
              <a:t>NVMe</a:t>
            </a:r>
            <a:r>
              <a:rPr kumimoji="1" lang="en-US" altLang="ja-JP" sz="1200" b="0" i="0" kern="1200" dirty="0">
                <a:solidFill>
                  <a:schemeClr val="tx1"/>
                </a:solidFill>
                <a:effectLst/>
                <a:latin typeface="+mn-lt"/>
                <a:ea typeface="+mn-ea"/>
                <a:cs typeface="+mn-cs"/>
              </a:rPr>
              <a:t> RAID10 </a:t>
            </a:r>
            <a:r>
              <a:rPr kumimoji="1" lang="ja-JP" altLang="en-US" sz="1200" b="0" i="0" kern="1200" dirty="0">
                <a:solidFill>
                  <a:schemeClr val="tx1"/>
                </a:solidFill>
                <a:effectLst/>
                <a:latin typeface="+mn-lt"/>
                <a:ea typeface="+mn-ea"/>
                <a:cs typeface="+mn-cs"/>
              </a:rPr>
              <a:t>→</a:t>
            </a:r>
            <a:r>
              <a:rPr kumimoji="1" lang="zh-CN" altLang="en-US" sz="1200" b="0" i="0" kern="1200" dirty="0">
                <a:solidFill>
                  <a:schemeClr val="tx1"/>
                </a:solidFill>
                <a:effectLst/>
                <a:latin typeface="+mn-lt"/>
                <a:ea typeface="+mn-ea"/>
                <a:cs typeface="+mn-cs"/>
              </a:rPr>
              <a:t> </a:t>
            </a:r>
            <a:r>
              <a:rPr kumimoji="1" lang="en-US" altLang="zh-CN" sz="1200" b="0" i="0" kern="1200" dirty="0">
                <a:solidFill>
                  <a:schemeClr val="tx1"/>
                </a:solidFill>
                <a:effectLst/>
                <a:latin typeface="+mn-lt"/>
                <a:ea typeface="+mn-ea"/>
                <a:cs typeface="+mn-cs"/>
              </a:rPr>
              <a:t>4</a:t>
            </a:r>
            <a:r>
              <a:rPr kumimoji="1" lang="ja-JP" altLang="en-US" sz="1200" b="0" i="0" kern="1200" dirty="0">
                <a:solidFill>
                  <a:schemeClr val="tx1"/>
                </a:solidFill>
                <a:effectLst/>
                <a:latin typeface="+mn-lt"/>
                <a:ea typeface="+mn-ea"/>
                <a:cs typeface="+mn-cs"/>
              </a:rPr>
              <a:t>万円</a:t>
            </a:r>
            <a:endParaRPr kumimoji="1" lang="en-US" altLang="ja-JP" sz="1200" b="0" i="0" kern="1200" dirty="0">
              <a:solidFill>
                <a:schemeClr val="tx1"/>
              </a:solidFill>
              <a:effectLst/>
              <a:latin typeface="+mn-lt"/>
              <a:ea typeface="+mn-ea"/>
              <a:cs typeface="+mn-cs"/>
            </a:endParaRPr>
          </a:p>
          <a:p>
            <a:endParaRPr kumimoji="1" lang="en-US" altLang="ja-JP" sz="1200" b="0" i="0" kern="1200" dirty="0">
              <a:solidFill>
                <a:schemeClr val="tx1"/>
              </a:solidFill>
              <a:effectLst/>
              <a:latin typeface="+mn-lt"/>
              <a:ea typeface="+mn-ea"/>
              <a:cs typeface="+mn-cs"/>
            </a:endParaRPr>
          </a:p>
          <a:p>
            <a:r>
              <a:rPr kumimoji="1" lang="ja-JP" altLang="en-US" b="1" dirty="0"/>
              <a:t>全面連会</a:t>
            </a:r>
            <a:r>
              <a:rPr kumimoji="1" lang="en-US" altLang="ja-JP" b="1" dirty="0"/>
              <a:t>License</a:t>
            </a:r>
            <a:r>
              <a:rPr kumimoji="1" lang="ja-JP" altLang="en-US" b="1" dirty="0"/>
              <a:t>費用推定：</a:t>
            </a:r>
            <a:endParaRPr kumimoji="1" lang="en-US" altLang="ja-JP" b="1" dirty="0"/>
          </a:p>
          <a:p>
            <a:r>
              <a:rPr kumimoji="1" lang="ja-JP" altLang="en-US" sz="1200" b="0" i="0" u="none" strike="noStrike" kern="1200" dirty="0">
                <a:solidFill>
                  <a:schemeClr val="tx1"/>
                </a:solidFill>
                <a:effectLst/>
                <a:latin typeface="+mn-lt"/>
                <a:ea typeface="+mn-ea"/>
                <a:cs typeface="+mn-cs"/>
              </a:rPr>
              <a:t>発電所 </a:t>
            </a:r>
            <a:r>
              <a:rPr kumimoji="1" lang="en-US" altLang="ja-JP" sz="1200" b="0" i="0" u="none" strike="noStrike" kern="1200" dirty="0">
                <a:solidFill>
                  <a:schemeClr val="tx1"/>
                </a:solidFill>
                <a:effectLst/>
                <a:latin typeface="+mn-lt"/>
                <a:ea typeface="+mn-ea"/>
                <a:cs typeface="+mn-cs"/>
              </a:rPr>
              <a:t>Edge</a:t>
            </a:r>
            <a:r>
              <a:rPr lang="en-US" altLang="ja-JP" dirty="0">
                <a:effectLst/>
              </a:rPr>
              <a:t> </a:t>
            </a:r>
            <a:r>
              <a:rPr kumimoji="1" lang="en-US" altLang="ja-JP" sz="1200" b="0" i="0" u="none" strike="noStrike" kern="1200" dirty="0">
                <a:solidFill>
                  <a:schemeClr val="tx1"/>
                </a:solidFill>
                <a:effectLst/>
                <a:latin typeface="+mn-lt"/>
                <a:ea typeface="+mn-ea"/>
                <a:cs typeface="+mn-cs"/>
              </a:rPr>
              <a:t>500</a:t>
            </a:r>
            <a:r>
              <a:rPr kumimoji="1" lang="ja-JP" altLang="en-US" sz="1200" b="0" i="0" u="none" strike="noStrike" kern="1200" dirty="0">
                <a:solidFill>
                  <a:schemeClr val="tx1"/>
                </a:solidFill>
                <a:effectLst/>
                <a:latin typeface="+mn-lt"/>
                <a:ea typeface="+mn-ea"/>
                <a:cs typeface="+mn-cs"/>
              </a:rPr>
              <a:t>万～</a:t>
            </a:r>
            <a:r>
              <a:rPr kumimoji="1" lang="en-US" altLang="ja-JP" sz="1200" b="0" i="0" u="none" strike="noStrike" kern="1200" dirty="0">
                <a:solidFill>
                  <a:schemeClr val="tx1"/>
                </a:solidFill>
                <a:effectLst/>
                <a:latin typeface="+mn-lt"/>
                <a:ea typeface="+mn-ea"/>
                <a:cs typeface="+mn-cs"/>
              </a:rPr>
              <a:t>2000</a:t>
            </a:r>
            <a:r>
              <a:rPr kumimoji="1" lang="ja-JP" altLang="en-US" sz="1200" b="0" i="0" u="none" strike="noStrike" kern="1200" dirty="0">
                <a:solidFill>
                  <a:schemeClr val="tx1"/>
                </a:solidFill>
                <a:effectLst/>
                <a:latin typeface="+mn-lt"/>
                <a:ea typeface="+mn-ea"/>
                <a:cs typeface="+mn-cs"/>
              </a:rPr>
              <a:t>万</a:t>
            </a:r>
            <a:r>
              <a:rPr lang="ja-JP" altLang="en-US" dirty="0">
                <a:effectLst/>
              </a:rPr>
              <a:t> </a:t>
            </a:r>
            <a:endParaRPr lang="en-US" altLang="ja-JP" dirty="0">
              <a:effectLst/>
            </a:endParaRPr>
          </a:p>
          <a:p>
            <a:r>
              <a:rPr kumimoji="1" lang="ja-JP" altLang="en-US" sz="1200" b="0" i="0" u="none" strike="noStrike" kern="1200" dirty="0">
                <a:solidFill>
                  <a:schemeClr val="tx1"/>
                </a:solidFill>
                <a:effectLst/>
                <a:latin typeface="+mn-lt"/>
                <a:ea typeface="+mn-ea"/>
                <a:cs typeface="+mn-cs"/>
              </a:rPr>
              <a:t>子局　</a:t>
            </a:r>
            <a:r>
              <a:rPr kumimoji="1" lang="en-US" altLang="ja-JP" sz="1200" b="0" i="0" u="none" strike="noStrike" kern="1200" dirty="0">
                <a:solidFill>
                  <a:schemeClr val="tx1"/>
                </a:solidFill>
                <a:effectLst/>
                <a:latin typeface="+mn-lt"/>
                <a:ea typeface="+mn-ea"/>
                <a:cs typeface="+mn-cs"/>
              </a:rPr>
              <a:t>EDS</a:t>
            </a:r>
            <a:r>
              <a:rPr lang="en-US" altLang="ja-JP" dirty="0">
                <a:effectLst/>
              </a:rPr>
              <a:t> </a:t>
            </a:r>
            <a:r>
              <a:rPr kumimoji="1" lang="en-US" altLang="ja-JP" sz="1200" b="0" i="0" u="none" strike="noStrike" kern="1200" dirty="0">
                <a:solidFill>
                  <a:schemeClr val="tx1"/>
                </a:solidFill>
                <a:effectLst/>
                <a:latin typeface="+mn-lt"/>
                <a:ea typeface="+mn-ea"/>
                <a:cs typeface="+mn-cs"/>
              </a:rPr>
              <a:t>2000</a:t>
            </a:r>
            <a:r>
              <a:rPr kumimoji="1" lang="ja-JP" altLang="en-US" sz="1200" b="0" i="0" u="none" strike="noStrike" kern="1200" dirty="0">
                <a:solidFill>
                  <a:schemeClr val="tx1"/>
                </a:solidFill>
                <a:effectLst/>
                <a:latin typeface="+mn-lt"/>
                <a:ea typeface="+mn-ea"/>
                <a:cs typeface="+mn-cs"/>
              </a:rPr>
              <a:t>万</a:t>
            </a:r>
            <a:r>
              <a:rPr lang="ja-JP" altLang="en-US" dirty="0">
                <a:effectLst/>
              </a:rPr>
              <a:t> </a:t>
            </a:r>
            <a:endParaRPr lang="en-US" altLang="ja-JP" dirty="0">
              <a:effectLst/>
            </a:endParaRPr>
          </a:p>
          <a:p>
            <a:r>
              <a:rPr kumimoji="1" lang="ja-JP" altLang="en-US" sz="1200" b="0" i="0" u="none" strike="noStrike" kern="1200" dirty="0">
                <a:solidFill>
                  <a:schemeClr val="tx1"/>
                </a:solidFill>
                <a:effectLst/>
                <a:latin typeface="+mn-lt"/>
                <a:ea typeface="+mn-ea"/>
                <a:cs typeface="+mn-cs"/>
              </a:rPr>
              <a:t>子局　</a:t>
            </a:r>
            <a:r>
              <a:rPr kumimoji="1" lang="en-US" altLang="ja-JP" sz="1200" b="0" i="0" u="none" strike="noStrike" kern="1200" dirty="0">
                <a:solidFill>
                  <a:schemeClr val="tx1"/>
                </a:solidFill>
                <a:effectLst/>
                <a:latin typeface="+mn-lt"/>
                <a:ea typeface="+mn-ea"/>
                <a:cs typeface="+mn-cs"/>
              </a:rPr>
              <a:t>Connector/Adapter</a:t>
            </a:r>
            <a:r>
              <a:rPr lang="en-US" altLang="ja-JP" dirty="0">
                <a:effectLst/>
              </a:rPr>
              <a:t> 45</a:t>
            </a:r>
            <a:r>
              <a:rPr kumimoji="1" lang="en-US" altLang="ja-JP" sz="1200" b="0" i="0" u="none" strike="noStrike" kern="1200" dirty="0">
                <a:solidFill>
                  <a:schemeClr val="tx1"/>
                </a:solidFill>
                <a:effectLst/>
                <a:latin typeface="+mn-lt"/>
                <a:ea typeface="+mn-ea"/>
                <a:cs typeface="+mn-cs"/>
              </a:rPr>
              <a:t>00</a:t>
            </a:r>
            <a:r>
              <a:rPr kumimoji="1" lang="ja-JP" altLang="en-US" sz="1200" b="0" i="0" u="none" strike="noStrike" kern="1200" dirty="0">
                <a:solidFill>
                  <a:schemeClr val="tx1"/>
                </a:solidFill>
                <a:effectLst/>
                <a:latin typeface="+mn-lt"/>
                <a:ea typeface="+mn-ea"/>
                <a:cs typeface="+mn-cs"/>
              </a:rPr>
              <a:t>万</a:t>
            </a:r>
            <a:r>
              <a:rPr lang="ja-JP" altLang="en-US" dirty="0">
                <a:effectLst/>
              </a:rPr>
              <a:t> </a:t>
            </a:r>
            <a:endParaRPr lang="en-US" altLang="ja-JP" dirty="0">
              <a:effectLst/>
            </a:endParaRPr>
          </a:p>
          <a:p>
            <a:r>
              <a:rPr kumimoji="1" lang="ja-JP" altLang="en-US" sz="1200" b="0" i="0" u="none" strike="noStrike" kern="1200" dirty="0">
                <a:solidFill>
                  <a:schemeClr val="tx1"/>
                </a:solidFill>
                <a:effectLst/>
                <a:latin typeface="+mn-lt"/>
                <a:ea typeface="+mn-ea"/>
                <a:cs typeface="+mn-cs"/>
              </a:rPr>
              <a:t>親局　</a:t>
            </a:r>
            <a:r>
              <a:rPr kumimoji="1" lang="en-US" altLang="ja-JP" sz="1200" b="0" i="0" u="none" strike="noStrike" kern="1200" dirty="0">
                <a:solidFill>
                  <a:schemeClr val="tx1"/>
                </a:solidFill>
                <a:effectLst/>
                <a:latin typeface="+mn-lt"/>
                <a:ea typeface="+mn-ea"/>
                <a:cs typeface="+mn-cs"/>
              </a:rPr>
              <a:t>PI DA</a:t>
            </a:r>
            <a:r>
              <a:rPr lang="en-US" altLang="ja-JP" dirty="0">
                <a:effectLst/>
              </a:rPr>
              <a:t> </a:t>
            </a:r>
            <a:r>
              <a:rPr kumimoji="1" lang="en-US" altLang="ja-JP" sz="1200" b="0" i="0" u="none" strike="noStrike" kern="1200" dirty="0">
                <a:solidFill>
                  <a:schemeClr val="tx1"/>
                </a:solidFill>
                <a:effectLst/>
                <a:latin typeface="+mn-lt"/>
                <a:ea typeface="+mn-ea"/>
                <a:cs typeface="+mn-cs"/>
              </a:rPr>
              <a:t>8000</a:t>
            </a:r>
            <a:r>
              <a:rPr kumimoji="1" lang="ja-JP" altLang="en-US" sz="1200" b="0" i="0" u="none" strike="noStrike" kern="1200" dirty="0">
                <a:solidFill>
                  <a:schemeClr val="tx1"/>
                </a:solidFill>
                <a:effectLst/>
                <a:latin typeface="+mn-lt"/>
                <a:ea typeface="+mn-ea"/>
                <a:cs typeface="+mn-cs"/>
              </a:rPr>
              <a:t>万</a:t>
            </a:r>
            <a:r>
              <a:rPr lang="ja-JP" altLang="en-US" dirty="0">
                <a:effectLst/>
              </a:rPr>
              <a:t> </a:t>
            </a:r>
            <a:endParaRPr lang="en-US" altLang="ja-JP" dirty="0">
              <a:effectLst/>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dirty="0">
                <a:solidFill>
                  <a:schemeClr val="tx1"/>
                </a:solidFill>
                <a:effectLst/>
                <a:latin typeface="+mn-lt"/>
                <a:ea typeface="+mn-ea"/>
                <a:cs typeface="+mn-cs"/>
              </a:rPr>
              <a:t>親局　</a:t>
            </a:r>
            <a:r>
              <a:rPr kumimoji="1" lang="en-US" altLang="ja-JP" sz="1200" b="0" i="0" u="none" strike="noStrike" kern="1200" dirty="0">
                <a:solidFill>
                  <a:schemeClr val="tx1"/>
                </a:solidFill>
                <a:effectLst/>
                <a:latin typeface="+mn-lt"/>
                <a:ea typeface="+mn-ea"/>
                <a:cs typeface="+mn-cs"/>
              </a:rPr>
              <a:t>PI </a:t>
            </a:r>
            <a:r>
              <a:rPr lang="en-US" altLang="ja-JP" dirty="0"/>
              <a:t>Collective</a:t>
            </a:r>
            <a:r>
              <a:rPr lang="en-US" altLang="ja-JP" dirty="0">
                <a:effectLst/>
              </a:rPr>
              <a:t> </a:t>
            </a:r>
            <a:r>
              <a:rPr kumimoji="1" lang="en-US" altLang="ja-JP" sz="1200" b="0" i="0" u="none" strike="noStrike" kern="1200" dirty="0">
                <a:solidFill>
                  <a:schemeClr val="tx1"/>
                </a:solidFill>
                <a:effectLst/>
                <a:latin typeface="+mn-lt"/>
                <a:ea typeface="+mn-ea"/>
                <a:cs typeface="+mn-cs"/>
              </a:rPr>
              <a:t>4000</a:t>
            </a:r>
            <a:r>
              <a:rPr kumimoji="1" lang="ja-JP" altLang="en-US" sz="1200" b="0" i="0" u="none" strike="noStrike" kern="1200" dirty="0">
                <a:solidFill>
                  <a:schemeClr val="tx1"/>
                </a:solidFill>
                <a:effectLst/>
                <a:latin typeface="+mn-lt"/>
                <a:ea typeface="+mn-ea"/>
                <a:cs typeface="+mn-cs"/>
              </a:rPr>
              <a:t>万</a:t>
            </a:r>
            <a:r>
              <a:rPr lang="ja-JP" altLang="en-US" dirty="0">
                <a:effectLst/>
              </a:rPr>
              <a:t> </a:t>
            </a:r>
            <a:endParaRPr lang="en-US" altLang="ja-JP" dirty="0">
              <a:effectLst/>
            </a:endParaRPr>
          </a:p>
          <a:p>
            <a:r>
              <a:rPr kumimoji="1" lang="ja-JP" altLang="en-US" sz="1200" b="0" i="0" u="none" strike="noStrike" kern="1200" dirty="0">
                <a:solidFill>
                  <a:schemeClr val="tx1"/>
                </a:solidFill>
                <a:effectLst/>
                <a:latin typeface="+mn-lt"/>
                <a:ea typeface="+mn-ea"/>
                <a:cs typeface="+mn-cs"/>
              </a:rPr>
              <a:t>親局　</a:t>
            </a:r>
            <a:r>
              <a:rPr kumimoji="1" lang="en-US" altLang="ja-JP" sz="1200" b="0" i="0" u="none" strike="noStrike" kern="1200" dirty="0">
                <a:solidFill>
                  <a:schemeClr val="tx1"/>
                </a:solidFill>
                <a:effectLst/>
                <a:latin typeface="+mn-lt"/>
                <a:ea typeface="+mn-ea"/>
                <a:cs typeface="+mn-cs"/>
              </a:rPr>
              <a:t>AF/Analytics</a:t>
            </a:r>
            <a:r>
              <a:rPr lang="en-US" altLang="ja-JP" dirty="0">
                <a:effectLst/>
              </a:rPr>
              <a:t> </a:t>
            </a:r>
            <a:r>
              <a:rPr kumimoji="1" lang="en-US" altLang="ja-JP" sz="1200" b="0" i="0" u="none" strike="noStrike" kern="1200" dirty="0">
                <a:solidFill>
                  <a:schemeClr val="tx1"/>
                </a:solidFill>
                <a:effectLst/>
                <a:latin typeface="+mn-lt"/>
                <a:ea typeface="+mn-ea"/>
                <a:cs typeface="+mn-cs"/>
              </a:rPr>
              <a:t>3000</a:t>
            </a:r>
            <a:r>
              <a:rPr kumimoji="1" lang="ja-JP" altLang="en-US" sz="1200" b="0" i="0" u="none" strike="noStrike" kern="1200" dirty="0">
                <a:solidFill>
                  <a:schemeClr val="tx1"/>
                </a:solidFill>
                <a:effectLst/>
                <a:latin typeface="+mn-lt"/>
                <a:ea typeface="+mn-ea"/>
                <a:cs typeface="+mn-cs"/>
              </a:rPr>
              <a:t>万</a:t>
            </a:r>
            <a:endParaRPr kumimoji="1" lang="en-US" altLang="ja-JP" sz="1200" b="0" i="0" u="none" strike="noStrike" kern="1200" dirty="0">
              <a:solidFill>
                <a:schemeClr val="tx1"/>
              </a:solidFill>
              <a:effectLst/>
              <a:latin typeface="+mn-lt"/>
              <a:ea typeface="+mn-ea"/>
              <a:cs typeface="+mn-cs"/>
            </a:endParaRPr>
          </a:p>
          <a:p>
            <a:r>
              <a:rPr kumimoji="1" lang="ja-JP" altLang="en-US" sz="1200" b="0" i="0" u="none" strike="noStrike" kern="1200" dirty="0">
                <a:solidFill>
                  <a:schemeClr val="tx1"/>
                </a:solidFill>
                <a:effectLst/>
                <a:latin typeface="+mn-lt"/>
                <a:ea typeface="+mn-ea"/>
                <a:cs typeface="+mn-cs"/>
              </a:rPr>
              <a:t>親局 </a:t>
            </a:r>
            <a:r>
              <a:rPr kumimoji="1" lang="en-US" altLang="ja-JP" sz="1200" b="0" i="0" u="none" strike="noStrike" kern="1200" dirty="0">
                <a:solidFill>
                  <a:schemeClr val="tx1"/>
                </a:solidFill>
                <a:effectLst/>
                <a:latin typeface="+mn-lt"/>
                <a:ea typeface="+mn-ea"/>
                <a:cs typeface="+mn-cs"/>
              </a:rPr>
              <a:t>SQL Server Standard 500</a:t>
            </a:r>
            <a:r>
              <a:rPr kumimoji="1" lang="ja-JP" altLang="en-US" sz="1200" b="0" i="0" u="none" strike="noStrike" kern="1200" dirty="0">
                <a:solidFill>
                  <a:schemeClr val="tx1"/>
                </a:solidFill>
                <a:effectLst/>
                <a:latin typeface="+mn-lt"/>
                <a:ea typeface="+mn-ea"/>
                <a:cs typeface="+mn-cs"/>
              </a:rPr>
              <a:t>万*２</a:t>
            </a:r>
            <a:endParaRPr kumimoji="1" lang="en-US" altLang="ja-JP" sz="1200" b="0" i="0" u="none" strike="noStrike" kern="1200" dirty="0">
              <a:solidFill>
                <a:schemeClr val="tx1"/>
              </a:solidFill>
              <a:effectLst/>
              <a:latin typeface="+mn-lt"/>
              <a:ea typeface="+mn-ea"/>
              <a:cs typeface="+mn-cs"/>
            </a:endParaRPr>
          </a:p>
          <a:p>
            <a:r>
              <a:rPr kumimoji="1" lang="ja-JP" altLang="en-US" sz="1200" b="0" i="0" u="none" strike="noStrike" kern="1200" dirty="0">
                <a:solidFill>
                  <a:schemeClr val="tx1"/>
                </a:solidFill>
                <a:effectLst/>
                <a:latin typeface="+mn-lt"/>
                <a:ea typeface="+mn-ea"/>
                <a:cs typeface="+mn-cs"/>
              </a:rPr>
              <a:t>親局　</a:t>
            </a:r>
            <a:r>
              <a:rPr kumimoji="1" lang="en-US" altLang="ja-JP" sz="1200" b="0" i="0" u="none" strike="noStrike" kern="1200" dirty="0">
                <a:solidFill>
                  <a:schemeClr val="tx1"/>
                </a:solidFill>
                <a:effectLst/>
                <a:latin typeface="+mn-lt"/>
                <a:ea typeface="+mn-ea"/>
                <a:cs typeface="+mn-cs"/>
              </a:rPr>
              <a:t>Vision</a:t>
            </a:r>
            <a:r>
              <a:rPr lang="en-US" altLang="ja-JP" dirty="0">
                <a:effectLst/>
              </a:rPr>
              <a:t> </a:t>
            </a:r>
            <a:r>
              <a:rPr kumimoji="1" lang="en-US" altLang="ja-JP" sz="1200" b="0" i="0" u="none" strike="noStrike" kern="1200" dirty="0">
                <a:solidFill>
                  <a:schemeClr val="tx1"/>
                </a:solidFill>
                <a:effectLst/>
                <a:latin typeface="+mn-lt"/>
                <a:ea typeface="+mn-ea"/>
                <a:cs typeface="+mn-cs"/>
              </a:rPr>
              <a:t>2000</a:t>
            </a:r>
            <a:r>
              <a:rPr kumimoji="1" lang="ja-JP" altLang="en-US" sz="1200" b="0" i="0" u="none" strike="noStrike" kern="1200" dirty="0">
                <a:solidFill>
                  <a:schemeClr val="tx1"/>
                </a:solidFill>
                <a:effectLst/>
                <a:latin typeface="+mn-lt"/>
                <a:ea typeface="+mn-ea"/>
                <a:cs typeface="+mn-cs"/>
              </a:rPr>
              <a:t>万</a:t>
            </a:r>
            <a:endParaRPr kumimoji="1" lang="en-US" altLang="ja-JP" sz="1200" b="0" i="0" u="none" strike="noStrike" kern="1200" dirty="0">
              <a:solidFill>
                <a:schemeClr val="tx1"/>
              </a:solidFill>
              <a:effectLst/>
              <a:latin typeface="+mn-lt"/>
              <a:ea typeface="+mn-ea"/>
              <a:cs typeface="+mn-cs"/>
            </a:endParaRPr>
          </a:p>
          <a:p>
            <a:r>
              <a:rPr kumimoji="1" lang="ja-JP" altLang="en-US" sz="1200" b="1" i="0" u="none" strike="noStrike" kern="1200" dirty="0">
                <a:solidFill>
                  <a:schemeClr val="tx1"/>
                </a:solidFill>
                <a:effectLst/>
                <a:latin typeface="+mn-lt"/>
                <a:ea typeface="+mn-ea"/>
                <a:cs typeface="+mn-cs"/>
              </a:rPr>
              <a:t>合計</a:t>
            </a:r>
            <a:r>
              <a:rPr lang="ja-JP" altLang="en-US" b="1" dirty="0">
                <a:effectLst/>
              </a:rPr>
              <a:t> </a:t>
            </a:r>
            <a:r>
              <a:rPr kumimoji="1" lang="en-US" altLang="ja-JP" sz="1200" b="1" i="0" u="none" strike="noStrike" kern="1200" dirty="0">
                <a:solidFill>
                  <a:schemeClr val="tx1"/>
                </a:solidFill>
                <a:effectLst/>
                <a:latin typeface="+mn-lt"/>
                <a:ea typeface="+mn-ea"/>
                <a:cs typeface="+mn-cs"/>
              </a:rPr>
              <a:t>2.6</a:t>
            </a:r>
            <a:r>
              <a:rPr kumimoji="1" lang="ja-JP" altLang="en-US" sz="1200" b="1" i="0" u="none" strike="noStrike" kern="1200" dirty="0">
                <a:solidFill>
                  <a:schemeClr val="tx1"/>
                </a:solidFill>
                <a:effectLst/>
                <a:latin typeface="+mn-lt"/>
                <a:ea typeface="+mn-ea"/>
                <a:cs typeface="+mn-cs"/>
              </a:rPr>
              <a:t>億円＋</a:t>
            </a:r>
            <a:r>
              <a:rPr lang="ja-JP" altLang="en-US" b="1" dirty="0">
                <a:effectLst/>
              </a:rPr>
              <a:t> </a:t>
            </a:r>
            <a:endParaRPr kumimoji="1" lang="ja-JP" altLang="en-US" b="1" dirty="0"/>
          </a:p>
          <a:p>
            <a:endParaRPr kumimoji="1" lang="ja-JP" altLang="en-US" dirty="0"/>
          </a:p>
        </p:txBody>
      </p:sp>
      <p:sp>
        <p:nvSpPr>
          <p:cNvPr id="4" name="スライド番号プレースホルダー 3"/>
          <p:cNvSpPr>
            <a:spLocks noGrp="1"/>
          </p:cNvSpPr>
          <p:nvPr>
            <p:ph type="sldNum" sz="quarter" idx="5"/>
          </p:nvPr>
        </p:nvSpPr>
        <p:spPr/>
        <p:txBody>
          <a:bodyPr/>
          <a:lstStyle/>
          <a:p>
            <a:fld id="{2911562D-2B73-4B1A-8BB9-30D04DF18EFA}" type="slidenum">
              <a:rPr kumimoji="1" lang="ja-JP" altLang="en-US" smtClean="0"/>
              <a:t>29</a:t>
            </a:fld>
            <a:endParaRPr kumimoji="1" lang="ja-JP" altLang="en-US"/>
          </a:p>
        </p:txBody>
      </p:sp>
    </p:spTree>
    <p:extLst>
      <p:ext uri="{BB962C8B-B14F-4D97-AF65-F5344CB8AC3E}">
        <p14:creationId xmlns:p14="http://schemas.microsoft.com/office/powerpoint/2010/main" val="92884742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jpeg"/><Relationship Id="rId1" Type="http://schemas.openxmlformats.org/officeDocument/2006/relationships/slideMaster" Target="../slideMasters/slideMaster1.xml"/><Relationship Id="rId4" Type="http://schemas.openxmlformats.org/officeDocument/2006/relationships/image" Target="../media/image13.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jpeg"/><Relationship Id="rId1" Type="http://schemas.openxmlformats.org/officeDocument/2006/relationships/slideMaster" Target="../slideMasters/slideMaster1.xml"/><Relationship Id="rId4" Type="http://schemas.openxmlformats.org/officeDocument/2006/relationships/image" Target="../media/image13.png"/></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4.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jpeg"/><Relationship Id="rId1" Type="http://schemas.openxmlformats.org/officeDocument/2006/relationships/slideMaster" Target="../slideMasters/slideMaster1.xml"/><Relationship Id="rId4" Type="http://schemas.openxmlformats.org/officeDocument/2006/relationships/image" Target="../media/image17.png"/></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8.jpeg"/><Relationship Id="rId1" Type="http://schemas.openxmlformats.org/officeDocument/2006/relationships/slideMaster" Target="../slideMasters/slideMaster1.xml"/><Relationship Id="rId4" Type="http://schemas.openxmlformats.org/officeDocument/2006/relationships/image" Target="../media/image17.png"/></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jpeg"/><Relationship Id="rId1" Type="http://schemas.openxmlformats.org/officeDocument/2006/relationships/slideMaster" Target="../slideMasters/slideMaster1.xml"/><Relationship Id="rId4" Type="http://schemas.openxmlformats.org/officeDocument/2006/relationships/image" Target="../media/image19.png"/></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8.jpeg"/><Relationship Id="rId1" Type="http://schemas.openxmlformats.org/officeDocument/2006/relationships/slideMaster" Target="../slideMasters/slideMaster1.xml"/><Relationship Id="rId4" Type="http://schemas.openxmlformats.org/officeDocument/2006/relationships/image" Target="../media/image19.png"/></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Master" Target="../slideMasters/slideMaster1.xml"/><Relationship Id="rId1" Type="http://schemas.openxmlformats.org/officeDocument/2006/relationships/tags" Target="../tags/tag1.xml"/><Relationship Id="rId4" Type="http://schemas.openxmlformats.org/officeDocument/2006/relationships/image" Target="../media/image24.emf"/></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1_Title Slide_A">
    <p:spTree>
      <p:nvGrpSpPr>
        <p:cNvPr id="1" name=""/>
        <p:cNvGrpSpPr/>
        <p:nvPr/>
      </p:nvGrpSpPr>
      <p:grpSpPr>
        <a:xfrm>
          <a:off x="0" y="0"/>
          <a:ext cx="0" cy="0"/>
          <a:chOff x="0" y="0"/>
          <a:chExt cx="0" cy="0"/>
        </a:xfrm>
      </p:grpSpPr>
      <p:pic>
        <p:nvPicPr>
          <p:cNvPr id="7" name="図 6" descr="屋外, ブルー, 大きい, 座る が含まれている画像&#10;&#10;自動的に生成された説明">
            <a:extLst>
              <a:ext uri="{FF2B5EF4-FFF2-40B4-BE49-F238E27FC236}">
                <a16:creationId xmlns:a16="http://schemas.microsoft.com/office/drawing/2014/main" id="{9D2EAA20-FF9A-7846-B15A-9360F0CC88C2}"/>
              </a:ext>
            </a:extLst>
          </p:cNvPr>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6350" y="0"/>
            <a:ext cx="12185650" cy="6858000"/>
          </a:xfrm>
          <a:prstGeom prst="rect">
            <a:avLst/>
          </a:prstGeom>
        </p:spPr>
      </p:pic>
      <p:sp>
        <p:nvSpPr>
          <p:cNvPr id="8" name="テキスト プレースホルダー 7">
            <a:extLst>
              <a:ext uri="{FF2B5EF4-FFF2-40B4-BE49-F238E27FC236}">
                <a16:creationId xmlns:a16="http://schemas.microsoft.com/office/drawing/2014/main" id="{005E806B-BE22-BA47-A6C0-D427826C2964}"/>
              </a:ext>
            </a:extLst>
          </p:cNvPr>
          <p:cNvSpPr>
            <a:spLocks noGrp="1"/>
          </p:cNvSpPr>
          <p:nvPr>
            <p:ph type="body" sz="quarter" idx="10" hasCustomPrompt="1"/>
          </p:nvPr>
        </p:nvSpPr>
        <p:spPr>
          <a:xfrm>
            <a:off x="4483100" y="3830852"/>
            <a:ext cx="7708900" cy="461280"/>
          </a:xfrm>
          <a:prstGeom prst="rect">
            <a:avLst/>
          </a:prstGeom>
        </p:spPr>
        <p:txBody>
          <a:bodyPr lIns="0" tIns="0" rIns="0" bIns="0"/>
          <a:lstStyle>
            <a:lvl1pPr marL="72000" marR="0" indent="0" defTabSz="914400" eaLnBrk="1" fontAlgn="auto" latinLnBrk="0" hangingPunct="1">
              <a:lnSpc>
                <a:spcPct val="110000"/>
              </a:lnSpc>
              <a:spcBef>
                <a:spcPts val="0"/>
              </a:spcBef>
              <a:spcAft>
                <a:spcPts val="0"/>
              </a:spcAft>
              <a:buClrTx/>
              <a:buSzTx/>
              <a:buFontTx/>
              <a:buNone/>
              <a:tabLst/>
              <a:defRPr sz="140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kumimoji="1" lang="en-US" altLang="ja-JP"/>
              <a:t>2022.4.1</a:t>
            </a:r>
            <a:br>
              <a:rPr kumimoji="1" lang="en-US" altLang="ja-JP"/>
            </a:br>
            <a:r>
              <a:rPr kumimoji="1" lang="ja-JP" altLang="en-US"/>
              <a:t>サービスソリューション事業本部</a:t>
            </a:r>
          </a:p>
        </p:txBody>
      </p:sp>
      <p:pic>
        <p:nvPicPr>
          <p:cNvPr id="11" name="図 10" descr="ロゴ&#10;&#10;自動的に生成された説明">
            <a:extLst>
              <a:ext uri="{FF2B5EF4-FFF2-40B4-BE49-F238E27FC236}">
                <a16:creationId xmlns:a16="http://schemas.microsoft.com/office/drawing/2014/main" id="{9A954FFE-7953-0043-BDE2-9E26E75A9B99}"/>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496322" y="2667459"/>
            <a:ext cx="2159000" cy="716032"/>
          </a:xfrm>
          <a:prstGeom prst="rect">
            <a:avLst/>
          </a:prstGeom>
        </p:spPr>
      </p:pic>
      <p:sp>
        <p:nvSpPr>
          <p:cNvPr id="15" name="object 13">
            <a:extLst>
              <a:ext uri="{FF2B5EF4-FFF2-40B4-BE49-F238E27FC236}">
                <a16:creationId xmlns:a16="http://schemas.microsoft.com/office/drawing/2014/main" id="{457962DE-D58E-9748-B57D-7C74F0CF7894}"/>
              </a:ext>
            </a:extLst>
          </p:cNvPr>
          <p:cNvSpPr txBox="1"/>
          <p:nvPr/>
        </p:nvSpPr>
        <p:spPr>
          <a:xfrm>
            <a:off x="8426998" y="6523040"/>
            <a:ext cx="3765001" cy="262123"/>
          </a:xfrm>
          <a:prstGeom prst="rect">
            <a:avLst/>
          </a:prstGeom>
        </p:spPr>
        <p:txBody>
          <a:bodyPr vert="horz" wrap="square" lIns="0" tIns="0" rIns="0" bIns="0" rtlCol="0">
            <a:spAutoFit/>
          </a:bodyPr>
          <a:lstStyle/>
          <a:p>
            <a:pPr marL="0">
              <a:lnSpc>
                <a:spcPts val="2000"/>
              </a:lnSpc>
              <a:spcBef>
                <a:spcPts val="0"/>
              </a:spcBef>
            </a:pPr>
            <a:r>
              <a:rPr sz="2000" b="0" i="0" kern="0" spc="100" baseline="0" err="1">
                <a:solidFill>
                  <a:srgbClr val="FFFFFF"/>
                </a:solidFill>
                <a:latin typeface="游ゴシック" panose="020B0400000000000000" pitchFamily="50" charset="-128"/>
                <a:ea typeface="游ゴシック" panose="020B0400000000000000" pitchFamily="50" charset="-128"/>
                <a:cs typeface="Roboto-Light"/>
              </a:rPr>
              <a:t>Humanware</a:t>
            </a:r>
            <a:r>
              <a:rPr sz="2000" b="0" i="0" kern="0" spc="100" baseline="0">
                <a:solidFill>
                  <a:srgbClr val="FFFFFF"/>
                </a:solidFill>
                <a:latin typeface="游ゴシック" panose="020B0400000000000000" pitchFamily="50" charset="-128"/>
                <a:ea typeface="游ゴシック" panose="020B0400000000000000" pitchFamily="50" charset="-128"/>
                <a:cs typeface="Roboto-Light"/>
              </a:rPr>
              <a:t> By </a:t>
            </a:r>
            <a:r>
              <a:rPr sz="2000" b="0" i="0" kern="0" spc="100" baseline="0" err="1">
                <a:solidFill>
                  <a:srgbClr val="FFFFFF"/>
                </a:solidFill>
                <a:latin typeface="游ゴシック" panose="020B0400000000000000" pitchFamily="50" charset="-128"/>
                <a:ea typeface="游ゴシック" panose="020B0400000000000000" pitchFamily="50" charset="-128"/>
                <a:cs typeface="Roboto-Light"/>
              </a:rPr>
              <a:t>Systemware</a:t>
            </a:r>
            <a:endParaRPr sz="2000" b="0" i="0" kern="0" spc="100" baseline="0">
              <a:latin typeface="游ゴシック" panose="020B0400000000000000" pitchFamily="50" charset="-128"/>
              <a:ea typeface="游ゴシック" panose="020B0400000000000000" pitchFamily="50" charset="-128"/>
              <a:cs typeface="Roboto-Light"/>
            </a:endParaRPr>
          </a:p>
        </p:txBody>
      </p:sp>
      <p:sp>
        <p:nvSpPr>
          <p:cNvPr id="9" name="タイトル 3">
            <a:extLst>
              <a:ext uri="{FF2B5EF4-FFF2-40B4-BE49-F238E27FC236}">
                <a16:creationId xmlns:a16="http://schemas.microsoft.com/office/drawing/2014/main" id="{3AFEAA39-CC9D-453A-8582-D1810D8157C9}"/>
              </a:ext>
            </a:extLst>
          </p:cNvPr>
          <p:cNvSpPr>
            <a:spLocks noGrp="1"/>
          </p:cNvSpPr>
          <p:nvPr>
            <p:ph type="title" hasCustomPrompt="1"/>
          </p:nvPr>
        </p:nvSpPr>
        <p:spPr>
          <a:xfrm>
            <a:off x="4483100" y="1869059"/>
            <a:ext cx="7708900" cy="1647567"/>
          </a:xfrm>
          <a:prstGeom prst="rect">
            <a:avLst/>
          </a:prstGeom>
        </p:spPr>
        <p:txBody>
          <a:bodyPr anchor="b" anchorCtr="0"/>
          <a:lstStyle>
            <a:lvl1pPr>
              <a:lnSpc>
                <a:spcPct val="110000"/>
              </a:lnSpc>
              <a:defRPr sz="5000" b="1" spc="-70" baseline="0">
                <a:solidFill>
                  <a:schemeClr val="bg1"/>
                </a:solidFill>
                <a:latin typeface="游ゴシック" panose="020B0400000000000000" pitchFamily="50" charset="-128"/>
              </a:defRPr>
            </a:lvl1pPr>
          </a:lstStyle>
          <a:p>
            <a:r>
              <a:rPr kumimoji="1" lang="en" altLang="ja-JP"/>
              <a:t>IoT</a:t>
            </a:r>
            <a:r>
              <a:rPr kumimoji="1" lang="ja-JP" altLang="en-US"/>
              <a:t>ソリューションの</a:t>
            </a:r>
            <a:br>
              <a:rPr kumimoji="1" lang="ja-JP" altLang="en-US"/>
            </a:br>
            <a:r>
              <a:rPr kumimoji="1" lang="ja-JP" altLang="en-US"/>
              <a:t>ご紹介</a:t>
            </a:r>
          </a:p>
        </p:txBody>
      </p:sp>
    </p:spTree>
    <p:extLst>
      <p:ext uri="{BB962C8B-B14F-4D97-AF65-F5344CB8AC3E}">
        <p14:creationId xmlns:p14="http://schemas.microsoft.com/office/powerpoint/2010/main" val="3722399557"/>
      </p:ext>
    </p:extLst>
  </p:cSld>
  <p:clrMapOvr>
    <a:masterClrMapping/>
  </p:clrMapOvr>
  <p:extLst>
    <p:ext uri="{DCECCB84-F9BA-43D5-87BE-67443E8EF086}">
      <p15:sldGuideLst xmlns:p15="http://schemas.microsoft.com/office/powerpoint/2012/main">
        <p15:guide id="1" orient="horz" pos="3838">
          <p15:clr>
            <a:srgbClr val="FBAE40"/>
          </p15:clr>
        </p15:guide>
        <p15:guide id="3" orient="horz" pos="346">
          <p15:clr>
            <a:srgbClr val="FBAE40"/>
          </p15:clr>
        </p15:guide>
        <p15:guide id="4" pos="597">
          <p15:clr>
            <a:srgbClr val="FBAE40"/>
          </p15:clr>
        </p15:guide>
        <p15:guide id="5" pos="706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1_Title Slide_B">
    <p:spTree>
      <p:nvGrpSpPr>
        <p:cNvPr id="1" name=""/>
        <p:cNvGrpSpPr/>
        <p:nvPr/>
      </p:nvGrpSpPr>
      <p:grpSpPr>
        <a:xfrm>
          <a:off x="0" y="0"/>
          <a:ext cx="0" cy="0"/>
          <a:chOff x="0" y="0"/>
          <a:chExt cx="0" cy="0"/>
        </a:xfrm>
      </p:grpSpPr>
      <p:pic>
        <p:nvPicPr>
          <p:cNvPr id="6" name="図 5" descr="屋外, 大きい, ブルー, ボート が含まれている画像&#10;&#10;自動的に生成された説明">
            <a:extLst>
              <a:ext uri="{FF2B5EF4-FFF2-40B4-BE49-F238E27FC236}">
                <a16:creationId xmlns:a16="http://schemas.microsoft.com/office/drawing/2014/main" id="{5A24B653-4F92-5C46-BD5F-EEB7C1C01D4A}"/>
              </a:ext>
            </a:extLst>
          </p:cNvPr>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6350" y="0"/>
            <a:ext cx="12185650" cy="6858000"/>
          </a:xfrm>
          <a:prstGeom prst="rect">
            <a:avLst/>
          </a:prstGeom>
        </p:spPr>
      </p:pic>
      <p:pic>
        <p:nvPicPr>
          <p:cNvPr id="11" name="図 10" descr="ロゴ&#10;&#10;自動的に生成された説明">
            <a:extLst>
              <a:ext uri="{FF2B5EF4-FFF2-40B4-BE49-F238E27FC236}">
                <a16:creationId xmlns:a16="http://schemas.microsoft.com/office/drawing/2014/main" id="{96905CA6-EF23-8946-A8A0-EAC0ABE06FEC}"/>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496322" y="2667459"/>
            <a:ext cx="2159000" cy="716032"/>
          </a:xfrm>
          <a:prstGeom prst="rect">
            <a:avLst/>
          </a:prstGeom>
        </p:spPr>
      </p:pic>
      <p:sp>
        <p:nvSpPr>
          <p:cNvPr id="13" name="object 13">
            <a:extLst>
              <a:ext uri="{FF2B5EF4-FFF2-40B4-BE49-F238E27FC236}">
                <a16:creationId xmlns:a16="http://schemas.microsoft.com/office/drawing/2014/main" id="{C454CD4D-A3C7-634B-B96C-F9C8A21C72FB}"/>
              </a:ext>
            </a:extLst>
          </p:cNvPr>
          <p:cNvSpPr txBox="1"/>
          <p:nvPr/>
        </p:nvSpPr>
        <p:spPr>
          <a:xfrm>
            <a:off x="8426998" y="6523040"/>
            <a:ext cx="3765001" cy="262123"/>
          </a:xfrm>
          <a:prstGeom prst="rect">
            <a:avLst/>
          </a:prstGeom>
        </p:spPr>
        <p:txBody>
          <a:bodyPr vert="horz" wrap="square" lIns="0" tIns="0" rIns="0" bIns="0" rtlCol="0">
            <a:spAutoFit/>
          </a:bodyPr>
          <a:lstStyle/>
          <a:p>
            <a:pPr marL="0">
              <a:lnSpc>
                <a:spcPts val="2000"/>
              </a:lnSpc>
              <a:spcBef>
                <a:spcPts val="0"/>
              </a:spcBef>
            </a:pPr>
            <a:r>
              <a:rPr sz="2000" b="0" i="0" kern="0" spc="100" baseline="0">
                <a:solidFill>
                  <a:srgbClr val="FFFFFF"/>
                </a:solidFill>
                <a:latin typeface="游ゴシック" panose="020B0400000000000000" pitchFamily="50" charset="-128"/>
                <a:ea typeface="游ゴシック" panose="020B0400000000000000" pitchFamily="50" charset="-128"/>
                <a:cs typeface="Roboto-Light"/>
              </a:rPr>
              <a:t>Humanware By Systemware</a:t>
            </a:r>
            <a:endParaRPr sz="2000" b="0" i="0" kern="0" spc="100" baseline="0">
              <a:latin typeface="游ゴシック" panose="020B0400000000000000" pitchFamily="50" charset="-128"/>
              <a:ea typeface="游ゴシック" panose="020B0400000000000000" pitchFamily="50" charset="-128"/>
              <a:cs typeface="Roboto-Light"/>
            </a:endParaRPr>
          </a:p>
        </p:txBody>
      </p:sp>
      <p:sp>
        <p:nvSpPr>
          <p:cNvPr id="15" name="テキスト プレースホルダー 7">
            <a:extLst>
              <a:ext uri="{FF2B5EF4-FFF2-40B4-BE49-F238E27FC236}">
                <a16:creationId xmlns:a16="http://schemas.microsoft.com/office/drawing/2014/main" id="{E354CFE2-B758-3645-AE2B-D5C8B993F5C3}"/>
              </a:ext>
            </a:extLst>
          </p:cNvPr>
          <p:cNvSpPr>
            <a:spLocks noGrp="1"/>
          </p:cNvSpPr>
          <p:nvPr>
            <p:ph type="body" sz="quarter" idx="10" hasCustomPrompt="1"/>
          </p:nvPr>
        </p:nvSpPr>
        <p:spPr>
          <a:xfrm>
            <a:off x="4483100" y="3830852"/>
            <a:ext cx="7708900" cy="461280"/>
          </a:xfrm>
          <a:prstGeom prst="rect">
            <a:avLst/>
          </a:prstGeom>
        </p:spPr>
        <p:txBody>
          <a:bodyPr lIns="0" tIns="0" rIns="0" bIns="0"/>
          <a:lstStyle>
            <a:lvl1pPr marL="72000" marR="0" indent="0" defTabSz="914400" eaLnBrk="1" fontAlgn="auto" latinLnBrk="0" hangingPunct="1">
              <a:lnSpc>
                <a:spcPct val="110000"/>
              </a:lnSpc>
              <a:spcBef>
                <a:spcPts val="0"/>
              </a:spcBef>
              <a:spcAft>
                <a:spcPts val="0"/>
              </a:spcAft>
              <a:buClrTx/>
              <a:buSzTx/>
              <a:buFontTx/>
              <a:buNone/>
              <a:tabLst/>
              <a:defRPr sz="140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kumimoji="1" lang="en-US" altLang="ja-JP"/>
              <a:t>2022.4.1</a:t>
            </a:r>
            <a:br>
              <a:rPr kumimoji="1" lang="en-US" altLang="ja-JP"/>
            </a:br>
            <a:r>
              <a:rPr kumimoji="1" lang="ja-JP" altLang="en-US"/>
              <a:t>サービスソリューション事業本部</a:t>
            </a:r>
          </a:p>
        </p:txBody>
      </p:sp>
      <p:sp>
        <p:nvSpPr>
          <p:cNvPr id="8" name="タイトル 3">
            <a:extLst>
              <a:ext uri="{FF2B5EF4-FFF2-40B4-BE49-F238E27FC236}">
                <a16:creationId xmlns:a16="http://schemas.microsoft.com/office/drawing/2014/main" id="{856D77D9-FB83-4B59-89CA-9DCF5609FE18}"/>
              </a:ext>
            </a:extLst>
          </p:cNvPr>
          <p:cNvSpPr>
            <a:spLocks noGrp="1"/>
          </p:cNvSpPr>
          <p:nvPr>
            <p:ph type="title" hasCustomPrompt="1"/>
          </p:nvPr>
        </p:nvSpPr>
        <p:spPr>
          <a:xfrm>
            <a:off x="4483100" y="1869059"/>
            <a:ext cx="7708900" cy="1647567"/>
          </a:xfrm>
          <a:prstGeom prst="rect">
            <a:avLst/>
          </a:prstGeom>
        </p:spPr>
        <p:txBody>
          <a:bodyPr anchor="b" anchorCtr="0"/>
          <a:lstStyle>
            <a:lvl1pPr>
              <a:lnSpc>
                <a:spcPct val="110000"/>
              </a:lnSpc>
              <a:defRPr sz="5000" b="1" spc="-70" baseline="0">
                <a:solidFill>
                  <a:schemeClr val="bg1"/>
                </a:solidFill>
                <a:latin typeface="游ゴシック" panose="020B0400000000000000" pitchFamily="50" charset="-128"/>
              </a:defRPr>
            </a:lvl1pPr>
          </a:lstStyle>
          <a:p>
            <a:r>
              <a:rPr kumimoji="1" lang="en" altLang="ja-JP"/>
              <a:t>IoT</a:t>
            </a:r>
            <a:r>
              <a:rPr kumimoji="1" lang="ja-JP" altLang="en-US"/>
              <a:t>ソリューションの</a:t>
            </a:r>
            <a:br>
              <a:rPr kumimoji="1" lang="ja-JP" altLang="en-US"/>
            </a:br>
            <a:r>
              <a:rPr kumimoji="1" lang="ja-JP" altLang="en-US"/>
              <a:t>ご紹介</a:t>
            </a:r>
          </a:p>
        </p:txBody>
      </p:sp>
    </p:spTree>
    <p:extLst>
      <p:ext uri="{BB962C8B-B14F-4D97-AF65-F5344CB8AC3E}">
        <p14:creationId xmlns:p14="http://schemas.microsoft.com/office/powerpoint/2010/main" val="4276436081"/>
      </p:ext>
    </p:extLst>
  </p:cSld>
  <p:clrMapOvr>
    <a:masterClrMapping/>
  </p:clrMapOvr>
  <p:extLst>
    <p:ext uri="{DCECCB84-F9BA-43D5-87BE-67443E8EF086}">
      <p15:sldGuideLst xmlns:p15="http://schemas.microsoft.com/office/powerpoint/2012/main">
        <p15:guide id="1" orient="horz" pos="3838">
          <p15:clr>
            <a:srgbClr val="FBAE40"/>
          </p15:clr>
        </p15:guide>
        <p15:guide id="2" pos="2275">
          <p15:clr>
            <a:srgbClr val="FBAE40"/>
          </p15:clr>
        </p15:guide>
        <p15:guide id="3" orient="horz" pos="346">
          <p15:clr>
            <a:srgbClr val="FBAE40"/>
          </p15:clr>
        </p15:guide>
        <p15:guide id="4" pos="619">
          <p15:clr>
            <a:srgbClr val="FBAE40"/>
          </p15:clr>
        </p15:guide>
        <p15:guide id="5" pos="706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1_Title Slide_C">
    <p:spTree>
      <p:nvGrpSpPr>
        <p:cNvPr id="1" name=""/>
        <p:cNvGrpSpPr/>
        <p:nvPr/>
      </p:nvGrpSpPr>
      <p:grpSpPr>
        <a:xfrm>
          <a:off x="0" y="0"/>
          <a:ext cx="0" cy="0"/>
          <a:chOff x="0" y="0"/>
          <a:chExt cx="0" cy="0"/>
        </a:xfrm>
      </p:grpSpPr>
      <p:pic>
        <p:nvPicPr>
          <p:cNvPr id="3" name="図 2" descr="大きい, ブルー, 飛行機, 光 が含まれている画像&#10;&#10;自動的に生成された説明">
            <a:extLst>
              <a:ext uri="{FF2B5EF4-FFF2-40B4-BE49-F238E27FC236}">
                <a16:creationId xmlns:a16="http://schemas.microsoft.com/office/drawing/2014/main" id="{AF869BF1-1A12-4043-ABCF-28CF31774D12}"/>
              </a:ext>
            </a:extLst>
          </p:cNvPr>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6350" y="0"/>
            <a:ext cx="12185650" cy="6858000"/>
          </a:xfrm>
          <a:prstGeom prst="rect">
            <a:avLst/>
          </a:prstGeom>
        </p:spPr>
      </p:pic>
      <p:pic>
        <p:nvPicPr>
          <p:cNvPr id="11" name="図 10" descr="ロゴ&#10;&#10;自動的に生成された説明">
            <a:extLst>
              <a:ext uri="{FF2B5EF4-FFF2-40B4-BE49-F238E27FC236}">
                <a16:creationId xmlns:a16="http://schemas.microsoft.com/office/drawing/2014/main" id="{FE3C3301-CDAD-C045-B43F-BCB0C445CAD5}"/>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496322" y="2667459"/>
            <a:ext cx="2159000" cy="716032"/>
          </a:xfrm>
          <a:prstGeom prst="rect">
            <a:avLst/>
          </a:prstGeom>
        </p:spPr>
      </p:pic>
      <p:sp>
        <p:nvSpPr>
          <p:cNvPr id="13" name="object 13">
            <a:extLst>
              <a:ext uri="{FF2B5EF4-FFF2-40B4-BE49-F238E27FC236}">
                <a16:creationId xmlns:a16="http://schemas.microsoft.com/office/drawing/2014/main" id="{F73AAB62-C13A-924A-9827-18B80A17C9C9}"/>
              </a:ext>
            </a:extLst>
          </p:cNvPr>
          <p:cNvSpPr txBox="1"/>
          <p:nvPr/>
        </p:nvSpPr>
        <p:spPr>
          <a:xfrm>
            <a:off x="8426998" y="6523040"/>
            <a:ext cx="3765001" cy="262123"/>
          </a:xfrm>
          <a:prstGeom prst="rect">
            <a:avLst/>
          </a:prstGeom>
        </p:spPr>
        <p:txBody>
          <a:bodyPr vert="horz" wrap="square" lIns="0" tIns="0" rIns="0" bIns="0" rtlCol="0">
            <a:spAutoFit/>
          </a:bodyPr>
          <a:lstStyle/>
          <a:p>
            <a:pPr marL="0">
              <a:lnSpc>
                <a:spcPts val="2000"/>
              </a:lnSpc>
              <a:spcBef>
                <a:spcPts val="0"/>
              </a:spcBef>
            </a:pPr>
            <a:r>
              <a:rPr sz="2000" b="0" i="0" kern="0" spc="100" baseline="0">
                <a:solidFill>
                  <a:srgbClr val="FFFFFF"/>
                </a:solidFill>
                <a:latin typeface="游ゴシック" panose="020B0400000000000000" pitchFamily="50" charset="-128"/>
                <a:ea typeface="游ゴシック" panose="020B0400000000000000" pitchFamily="50" charset="-128"/>
                <a:cs typeface="Roboto-Light"/>
              </a:rPr>
              <a:t>Humanware By Systemware</a:t>
            </a:r>
            <a:endParaRPr sz="2000" b="0" i="0" kern="0" spc="100" baseline="0">
              <a:latin typeface="游ゴシック" panose="020B0400000000000000" pitchFamily="50" charset="-128"/>
              <a:ea typeface="游ゴシック" panose="020B0400000000000000" pitchFamily="50" charset="-128"/>
              <a:cs typeface="Roboto-Light"/>
            </a:endParaRPr>
          </a:p>
        </p:txBody>
      </p:sp>
      <p:sp>
        <p:nvSpPr>
          <p:cNvPr id="15" name="テキスト プレースホルダー 7">
            <a:extLst>
              <a:ext uri="{FF2B5EF4-FFF2-40B4-BE49-F238E27FC236}">
                <a16:creationId xmlns:a16="http://schemas.microsoft.com/office/drawing/2014/main" id="{4C2BC7E7-9F85-0245-9D38-13B5AC40B84E}"/>
              </a:ext>
            </a:extLst>
          </p:cNvPr>
          <p:cNvSpPr>
            <a:spLocks noGrp="1"/>
          </p:cNvSpPr>
          <p:nvPr>
            <p:ph type="body" sz="quarter" idx="10" hasCustomPrompt="1"/>
          </p:nvPr>
        </p:nvSpPr>
        <p:spPr>
          <a:xfrm>
            <a:off x="4483100" y="3830852"/>
            <a:ext cx="7708900" cy="461280"/>
          </a:xfrm>
          <a:prstGeom prst="rect">
            <a:avLst/>
          </a:prstGeom>
        </p:spPr>
        <p:txBody>
          <a:bodyPr lIns="0" tIns="0" rIns="0" bIns="0"/>
          <a:lstStyle>
            <a:lvl1pPr marL="72000" marR="0" indent="0" defTabSz="914400" eaLnBrk="1" fontAlgn="auto" latinLnBrk="0" hangingPunct="1">
              <a:lnSpc>
                <a:spcPct val="110000"/>
              </a:lnSpc>
              <a:spcBef>
                <a:spcPts val="0"/>
              </a:spcBef>
              <a:spcAft>
                <a:spcPts val="0"/>
              </a:spcAft>
              <a:buClrTx/>
              <a:buSzTx/>
              <a:buFontTx/>
              <a:buNone/>
              <a:tabLst/>
              <a:defRPr sz="140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kumimoji="1" lang="en-US" altLang="ja-JP"/>
              <a:t>2022.4.1</a:t>
            </a:r>
            <a:br>
              <a:rPr kumimoji="1" lang="en-US" altLang="ja-JP"/>
            </a:br>
            <a:r>
              <a:rPr kumimoji="1" lang="ja-JP" altLang="en-US"/>
              <a:t>サービスソリューション事業本部</a:t>
            </a:r>
          </a:p>
        </p:txBody>
      </p:sp>
      <p:sp>
        <p:nvSpPr>
          <p:cNvPr id="8" name="タイトル 3">
            <a:extLst>
              <a:ext uri="{FF2B5EF4-FFF2-40B4-BE49-F238E27FC236}">
                <a16:creationId xmlns:a16="http://schemas.microsoft.com/office/drawing/2014/main" id="{D1414726-42B8-4CB2-9AF3-CEBCCE9C15D8}"/>
              </a:ext>
            </a:extLst>
          </p:cNvPr>
          <p:cNvSpPr>
            <a:spLocks noGrp="1"/>
          </p:cNvSpPr>
          <p:nvPr>
            <p:ph type="title" hasCustomPrompt="1"/>
          </p:nvPr>
        </p:nvSpPr>
        <p:spPr>
          <a:xfrm>
            <a:off x="4483100" y="1869059"/>
            <a:ext cx="7708900" cy="1647567"/>
          </a:xfrm>
          <a:prstGeom prst="rect">
            <a:avLst/>
          </a:prstGeom>
        </p:spPr>
        <p:txBody>
          <a:bodyPr anchor="b" anchorCtr="0"/>
          <a:lstStyle>
            <a:lvl1pPr>
              <a:lnSpc>
                <a:spcPct val="110000"/>
              </a:lnSpc>
              <a:defRPr sz="5000" b="1" spc="-70" baseline="0">
                <a:solidFill>
                  <a:schemeClr val="bg1"/>
                </a:solidFill>
                <a:latin typeface="游ゴシック" panose="020B0400000000000000" pitchFamily="50" charset="-128"/>
              </a:defRPr>
            </a:lvl1pPr>
          </a:lstStyle>
          <a:p>
            <a:r>
              <a:rPr kumimoji="1" lang="en" altLang="ja-JP"/>
              <a:t>IoT</a:t>
            </a:r>
            <a:r>
              <a:rPr kumimoji="1" lang="ja-JP" altLang="en-US"/>
              <a:t>ソリューションの</a:t>
            </a:r>
            <a:br>
              <a:rPr kumimoji="1" lang="ja-JP" altLang="en-US"/>
            </a:br>
            <a:r>
              <a:rPr kumimoji="1" lang="ja-JP" altLang="en-US"/>
              <a:t>ご紹介</a:t>
            </a:r>
          </a:p>
        </p:txBody>
      </p:sp>
    </p:spTree>
    <p:extLst>
      <p:ext uri="{BB962C8B-B14F-4D97-AF65-F5344CB8AC3E}">
        <p14:creationId xmlns:p14="http://schemas.microsoft.com/office/powerpoint/2010/main" val="2856407805"/>
      </p:ext>
    </p:extLst>
  </p:cSld>
  <p:clrMapOvr>
    <a:masterClrMapping/>
  </p:clrMapOvr>
  <p:extLst>
    <p:ext uri="{DCECCB84-F9BA-43D5-87BE-67443E8EF086}">
      <p15:sldGuideLst xmlns:p15="http://schemas.microsoft.com/office/powerpoint/2012/main">
        <p15:guide id="1" orient="horz" pos="3838">
          <p15:clr>
            <a:srgbClr val="FBAE40"/>
          </p15:clr>
        </p15:guide>
        <p15:guide id="2" pos="2275">
          <p15:clr>
            <a:srgbClr val="FBAE40"/>
          </p15:clr>
        </p15:guide>
        <p15:guide id="3" orient="horz" pos="346">
          <p15:clr>
            <a:srgbClr val="FBAE40"/>
          </p15:clr>
        </p15:guide>
        <p15:guide id="4" pos="619">
          <p15:clr>
            <a:srgbClr val="FBAE40"/>
          </p15:clr>
        </p15:guide>
        <p15:guide id="5" pos="706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1_Title Slide_D">
    <p:spTree>
      <p:nvGrpSpPr>
        <p:cNvPr id="1" name=""/>
        <p:cNvGrpSpPr/>
        <p:nvPr/>
      </p:nvGrpSpPr>
      <p:grpSpPr>
        <a:xfrm>
          <a:off x="0" y="0"/>
          <a:ext cx="0" cy="0"/>
          <a:chOff x="0" y="0"/>
          <a:chExt cx="0" cy="0"/>
        </a:xfrm>
      </p:grpSpPr>
      <p:pic>
        <p:nvPicPr>
          <p:cNvPr id="4" name="図 3" descr="ブルー, テーブル, 座る, コンピュータ が含まれている画像&#10;&#10;自動的に生成された説明">
            <a:extLst>
              <a:ext uri="{FF2B5EF4-FFF2-40B4-BE49-F238E27FC236}">
                <a16:creationId xmlns:a16="http://schemas.microsoft.com/office/drawing/2014/main" id="{0E27D772-2AE1-8E45-A8BE-9112DB24610A}"/>
              </a:ext>
            </a:extLst>
          </p:cNvPr>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6350" y="0"/>
            <a:ext cx="12185650" cy="6858000"/>
          </a:xfrm>
          <a:prstGeom prst="rect">
            <a:avLst/>
          </a:prstGeom>
        </p:spPr>
      </p:pic>
      <p:pic>
        <p:nvPicPr>
          <p:cNvPr id="11" name="図 10" descr="ロゴ&#10;&#10;自動的に生成された説明">
            <a:extLst>
              <a:ext uri="{FF2B5EF4-FFF2-40B4-BE49-F238E27FC236}">
                <a16:creationId xmlns:a16="http://schemas.microsoft.com/office/drawing/2014/main" id="{C855CF72-1EA8-9442-AA3B-ADA2D1D51BF9}"/>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496322" y="2667459"/>
            <a:ext cx="2159000" cy="716032"/>
          </a:xfrm>
          <a:prstGeom prst="rect">
            <a:avLst/>
          </a:prstGeom>
        </p:spPr>
      </p:pic>
      <p:sp>
        <p:nvSpPr>
          <p:cNvPr id="13" name="object 13">
            <a:extLst>
              <a:ext uri="{FF2B5EF4-FFF2-40B4-BE49-F238E27FC236}">
                <a16:creationId xmlns:a16="http://schemas.microsoft.com/office/drawing/2014/main" id="{B15AD20B-A506-6D4E-857E-6B5E3D6B4904}"/>
              </a:ext>
            </a:extLst>
          </p:cNvPr>
          <p:cNvSpPr txBox="1"/>
          <p:nvPr/>
        </p:nvSpPr>
        <p:spPr>
          <a:xfrm>
            <a:off x="8426998" y="6523040"/>
            <a:ext cx="3765001" cy="262123"/>
          </a:xfrm>
          <a:prstGeom prst="rect">
            <a:avLst/>
          </a:prstGeom>
        </p:spPr>
        <p:txBody>
          <a:bodyPr vert="horz" wrap="square" lIns="0" tIns="0" rIns="0" bIns="0" rtlCol="0">
            <a:spAutoFit/>
          </a:bodyPr>
          <a:lstStyle/>
          <a:p>
            <a:pPr marL="0">
              <a:lnSpc>
                <a:spcPts val="2000"/>
              </a:lnSpc>
              <a:spcBef>
                <a:spcPts val="0"/>
              </a:spcBef>
            </a:pPr>
            <a:r>
              <a:rPr sz="2000" b="0" i="0" kern="0" spc="100" baseline="0">
                <a:solidFill>
                  <a:srgbClr val="FFFFFF"/>
                </a:solidFill>
                <a:latin typeface="游ゴシック" panose="020B0400000000000000" pitchFamily="50" charset="-128"/>
                <a:ea typeface="游ゴシック" panose="020B0400000000000000" pitchFamily="50" charset="-128"/>
                <a:cs typeface="Roboto-Light"/>
              </a:rPr>
              <a:t>Humanware By Systemware</a:t>
            </a:r>
            <a:endParaRPr sz="2000" b="0" i="0" kern="0" spc="100" baseline="0">
              <a:latin typeface="游ゴシック" panose="020B0400000000000000" pitchFamily="50" charset="-128"/>
              <a:ea typeface="游ゴシック" panose="020B0400000000000000" pitchFamily="50" charset="-128"/>
              <a:cs typeface="Roboto-Light"/>
            </a:endParaRPr>
          </a:p>
        </p:txBody>
      </p:sp>
      <p:sp>
        <p:nvSpPr>
          <p:cNvPr id="14" name="タイトル 3">
            <a:extLst>
              <a:ext uri="{FF2B5EF4-FFF2-40B4-BE49-F238E27FC236}">
                <a16:creationId xmlns:a16="http://schemas.microsoft.com/office/drawing/2014/main" id="{CDC066BE-1EEA-F840-AE5C-E783F2EACEB7}"/>
              </a:ext>
            </a:extLst>
          </p:cNvPr>
          <p:cNvSpPr>
            <a:spLocks noGrp="1"/>
          </p:cNvSpPr>
          <p:nvPr>
            <p:ph type="title" hasCustomPrompt="1"/>
          </p:nvPr>
        </p:nvSpPr>
        <p:spPr>
          <a:xfrm>
            <a:off x="4483100" y="1869059"/>
            <a:ext cx="7708900" cy="1647567"/>
          </a:xfrm>
          <a:prstGeom prst="rect">
            <a:avLst/>
          </a:prstGeom>
        </p:spPr>
        <p:txBody>
          <a:bodyPr anchor="b" anchorCtr="0"/>
          <a:lstStyle>
            <a:lvl1pPr>
              <a:lnSpc>
                <a:spcPct val="110000"/>
              </a:lnSpc>
              <a:defRPr sz="5000" b="1" spc="-70" baseline="0">
                <a:solidFill>
                  <a:schemeClr val="bg1"/>
                </a:solidFill>
                <a:latin typeface="游ゴシック" panose="020B0400000000000000" pitchFamily="50" charset="-128"/>
              </a:defRPr>
            </a:lvl1pPr>
          </a:lstStyle>
          <a:p>
            <a:r>
              <a:rPr kumimoji="1" lang="en" altLang="ja-JP"/>
              <a:t>IoT</a:t>
            </a:r>
            <a:r>
              <a:rPr kumimoji="1" lang="ja-JP" altLang="en-US"/>
              <a:t>ソリューションの</a:t>
            </a:r>
            <a:br>
              <a:rPr kumimoji="1" lang="ja-JP" altLang="en-US"/>
            </a:br>
            <a:r>
              <a:rPr kumimoji="1" lang="ja-JP" altLang="en-US"/>
              <a:t>ご紹介</a:t>
            </a:r>
          </a:p>
        </p:txBody>
      </p:sp>
      <p:sp>
        <p:nvSpPr>
          <p:cNvPr id="15" name="テキスト プレースホルダー 7">
            <a:extLst>
              <a:ext uri="{FF2B5EF4-FFF2-40B4-BE49-F238E27FC236}">
                <a16:creationId xmlns:a16="http://schemas.microsoft.com/office/drawing/2014/main" id="{B4B28868-5BF0-1746-B3CD-9B19D4031EEA}"/>
              </a:ext>
            </a:extLst>
          </p:cNvPr>
          <p:cNvSpPr>
            <a:spLocks noGrp="1"/>
          </p:cNvSpPr>
          <p:nvPr>
            <p:ph type="body" sz="quarter" idx="10" hasCustomPrompt="1"/>
          </p:nvPr>
        </p:nvSpPr>
        <p:spPr>
          <a:xfrm>
            <a:off x="4483100" y="3830852"/>
            <a:ext cx="7708900" cy="461280"/>
          </a:xfrm>
          <a:prstGeom prst="rect">
            <a:avLst/>
          </a:prstGeom>
        </p:spPr>
        <p:txBody>
          <a:bodyPr lIns="0" tIns="0" rIns="0" bIns="0"/>
          <a:lstStyle>
            <a:lvl1pPr marL="72000" marR="0" indent="0" defTabSz="914400" eaLnBrk="1" fontAlgn="auto" latinLnBrk="0" hangingPunct="1">
              <a:lnSpc>
                <a:spcPct val="110000"/>
              </a:lnSpc>
              <a:spcBef>
                <a:spcPts val="0"/>
              </a:spcBef>
              <a:spcAft>
                <a:spcPts val="0"/>
              </a:spcAft>
              <a:buClrTx/>
              <a:buSzTx/>
              <a:buFontTx/>
              <a:buNone/>
              <a:tabLst/>
              <a:defRPr sz="140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kumimoji="1" lang="en-US" altLang="ja-JP"/>
              <a:t>2022.4.1</a:t>
            </a:r>
            <a:br>
              <a:rPr kumimoji="1" lang="en-US" altLang="ja-JP"/>
            </a:br>
            <a:r>
              <a:rPr kumimoji="1" lang="ja-JP" altLang="en-US"/>
              <a:t>サービスソリューション事業本部</a:t>
            </a:r>
          </a:p>
        </p:txBody>
      </p:sp>
    </p:spTree>
    <p:extLst>
      <p:ext uri="{BB962C8B-B14F-4D97-AF65-F5344CB8AC3E}">
        <p14:creationId xmlns:p14="http://schemas.microsoft.com/office/powerpoint/2010/main" val="1686716222"/>
      </p:ext>
    </p:extLst>
  </p:cSld>
  <p:clrMapOvr>
    <a:masterClrMapping/>
  </p:clrMapOvr>
  <p:extLst>
    <p:ext uri="{DCECCB84-F9BA-43D5-87BE-67443E8EF086}">
      <p15:sldGuideLst xmlns:p15="http://schemas.microsoft.com/office/powerpoint/2012/main">
        <p15:guide id="1" orient="horz" pos="3838">
          <p15:clr>
            <a:srgbClr val="FBAE40"/>
          </p15:clr>
        </p15:guide>
        <p15:guide id="2" pos="2275">
          <p15:clr>
            <a:srgbClr val="FBAE40"/>
          </p15:clr>
        </p15:guide>
        <p15:guide id="3" orient="horz" pos="346">
          <p15:clr>
            <a:srgbClr val="FBAE40"/>
          </p15:clr>
        </p15:guide>
        <p15:guide id="4" pos="619">
          <p15:clr>
            <a:srgbClr val="FBAE40"/>
          </p15:clr>
        </p15:guide>
        <p15:guide id="5" pos="706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2_BASIC">
    <p:spTree>
      <p:nvGrpSpPr>
        <p:cNvPr id="1" name=""/>
        <p:cNvGrpSpPr/>
        <p:nvPr/>
      </p:nvGrpSpPr>
      <p:grpSpPr>
        <a:xfrm>
          <a:off x="0" y="0"/>
          <a:ext cx="0" cy="0"/>
          <a:chOff x="0" y="0"/>
          <a:chExt cx="0" cy="0"/>
        </a:xfrm>
      </p:grpSpPr>
      <p:sp>
        <p:nvSpPr>
          <p:cNvPr id="12" name="Holder 2">
            <a:extLst>
              <a:ext uri="{FF2B5EF4-FFF2-40B4-BE49-F238E27FC236}">
                <a16:creationId xmlns:a16="http://schemas.microsoft.com/office/drawing/2014/main" id="{BCA7EB43-4EB5-3748-ACFE-C4696148CB6A}"/>
              </a:ext>
            </a:extLst>
          </p:cNvPr>
          <p:cNvSpPr>
            <a:spLocks noGrp="1"/>
          </p:cNvSpPr>
          <p:nvPr>
            <p:ph type="title"/>
          </p:nvPr>
        </p:nvSpPr>
        <p:spPr>
          <a:xfrm>
            <a:off x="661728" y="234190"/>
            <a:ext cx="10153650" cy="604519"/>
          </a:xfrm>
          <a:prstGeom prst="rect">
            <a:avLst/>
          </a:prstGeom>
        </p:spPr>
        <p:txBody>
          <a:bodyPr lIns="0" tIns="0" rIns="0" bIns="0"/>
          <a:lstStyle>
            <a:lvl1pPr>
              <a:defRPr sz="3800" b="0" i="0" spc="-70" baseline="0">
                <a:solidFill>
                  <a:schemeClr val="tx2"/>
                </a:solidFill>
                <a:latin typeface="+mj-ea"/>
                <a:ea typeface="+mj-ea"/>
                <a:cs typeface="游ゴシック" panose="020B0400000000000000" pitchFamily="50" charset="-128"/>
              </a:defRPr>
            </a:lvl1pPr>
          </a:lstStyle>
          <a:p>
            <a:r>
              <a:rPr lang="ja-JP" altLang="en-US"/>
              <a:t>マスター タイトルの書式設定</a:t>
            </a:r>
            <a:endParaRPr/>
          </a:p>
        </p:txBody>
      </p:sp>
      <p:sp>
        <p:nvSpPr>
          <p:cNvPr id="13" name="Holder 6">
            <a:extLst>
              <a:ext uri="{FF2B5EF4-FFF2-40B4-BE49-F238E27FC236}">
                <a16:creationId xmlns:a16="http://schemas.microsoft.com/office/drawing/2014/main" id="{F2D706C3-33A9-5243-B948-806E9E28E951}"/>
              </a:ext>
            </a:extLst>
          </p:cNvPr>
          <p:cNvSpPr>
            <a:spLocks noGrp="1"/>
          </p:cNvSpPr>
          <p:nvPr>
            <p:ph type="sldNum" sz="quarter" idx="7"/>
          </p:nvPr>
        </p:nvSpPr>
        <p:spPr>
          <a:xfrm>
            <a:off x="11521440" y="6518701"/>
            <a:ext cx="375920" cy="150246"/>
          </a:xfrm>
          <a:prstGeom prst="rect">
            <a:avLst/>
          </a:prstGeom>
        </p:spPr>
        <p:txBody>
          <a:bodyPr lIns="0" tIns="0" rIns="0" bIns="0"/>
          <a:lstStyle>
            <a:lvl1pPr algn="r">
              <a:defRPr sz="1200" b="0" i="0">
                <a:solidFill>
                  <a:schemeClr val="tx1"/>
                </a:solidFill>
                <a:latin typeface="+mn-ea"/>
                <a:ea typeface="+mn-ea"/>
              </a:defRPr>
            </a:lvl1pPr>
          </a:lstStyle>
          <a:p>
            <a:fld id="{AC996294-C933-4CEB-A64A-3F05677A95D0}" type="slidenum">
              <a:rPr kumimoji="1" lang="ja-JP" altLang="en-US" smtClean="0"/>
              <a:t>‹#›</a:t>
            </a:fld>
            <a:endParaRPr kumimoji="1" lang="ja-JP" altLang="en-US"/>
          </a:p>
        </p:txBody>
      </p:sp>
      <p:sp>
        <p:nvSpPr>
          <p:cNvPr id="16" name="object 10">
            <a:extLst>
              <a:ext uri="{FF2B5EF4-FFF2-40B4-BE49-F238E27FC236}">
                <a16:creationId xmlns:a16="http://schemas.microsoft.com/office/drawing/2014/main" id="{C606A044-4610-7C43-8D37-13180508D5CA}"/>
              </a:ext>
            </a:extLst>
          </p:cNvPr>
          <p:cNvSpPr/>
          <p:nvPr/>
        </p:nvSpPr>
        <p:spPr>
          <a:xfrm>
            <a:off x="127000" y="325499"/>
            <a:ext cx="190500" cy="706755"/>
          </a:xfrm>
          <a:custGeom>
            <a:avLst/>
            <a:gdLst/>
            <a:ahLst/>
            <a:cxnLst/>
            <a:rect l="l" t="t" r="r" b="b"/>
            <a:pathLst>
              <a:path w="190500" h="706755">
                <a:moveTo>
                  <a:pt x="190500" y="0"/>
                </a:moveTo>
                <a:lnTo>
                  <a:pt x="0" y="0"/>
                </a:lnTo>
                <a:lnTo>
                  <a:pt x="0" y="706501"/>
                </a:lnTo>
                <a:lnTo>
                  <a:pt x="190500" y="516000"/>
                </a:lnTo>
                <a:lnTo>
                  <a:pt x="190500" y="0"/>
                </a:lnTo>
                <a:close/>
              </a:path>
            </a:pathLst>
          </a:custGeom>
          <a:solidFill>
            <a:schemeClr val="bg2"/>
          </a:solidFill>
        </p:spPr>
        <p:txBody>
          <a:bodyPr wrap="square" lIns="0" tIns="0" rIns="0" bIns="0" rtlCol="0"/>
          <a:lstStyle/>
          <a:p>
            <a:endParaRPr/>
          </a:p>
        </p:txBody>
      </p:sp>
      <p:sp>
        <p:nvSpPr>
          <p:cNvPr id="17" name="object 11">
            <a:extLst>
              <a:ext uri="{FF2B5EF4-FFF2-40B4-BE49-F238E27FC236}">
                <a16:creationId xmlns:a16="http://schemas.microsoft.com/office/drawing/2014/main" id="{BA922A8D-7A60-6446-AE73-13BDFB0ADE71}"/>
              </a:ext>
            </a:extLst>
          </p:cNvPr>
          <p:cNvSpPr/>
          <p:nvPr/>
        </p:nvSpPr>
        <p:spPr>
          <a:xfrm>
            <a:off x="0" y="0"/>
            <a:ext cx="317500" cy="6858000"/>
          </a:xfrm>
          <a:custGeom>
            <a:avLst/>
            <a:gdLst/>
            <a:ahLst/>
            <a:cxnLst/>
            <a:rect l="l" t="t" r="r" b="b"/>
            <a:pathLst>
              <a:path w="317500" h="6858000">
                <a:moveTo>
                  <a:pt x="317500" y="0"/>
                </a:moveTo>
                <a:lnTo>
                  <a:pt x="0" y="0"/>
                </a:lnTo>
                <a:lnTo>
                  <a:pt x="0" y="6858000"/>
                </a:lnTo>
                <a:lnTo>
                  <a:pt x="127000" y="6858000"/>
                </a:lnTo>
                <a:lnTo>
                  <a:pt x="127000" y="897001"/>
                </a:lnTo>
                <a:lnTo>
                  <a:pt x="317500" y="706501"/>
                </a:lnTo>
                <a:lnTo>
                  <a:pt x="317500" y="0"/>
                </a:lnTo>
                <a:close/>
              </a:path>
            </a:pathLst>
          </a:custGeom>
          <a:solidFill>
            <a:schemeClr val="tx2"/>
          </a:solidFill>
        </p:spPr>
        <p:txBody>
          <a:bodyPr wrap="square" lIns="0" tIns="0" rIns="0" bIns="0" rtlCol="0"/>
          <a:lstStyle/>
          <a:p>
            <a:endParaRPr/>
          </a:p>
        </p:txBody>
      </p:sp>
      <p:grpSp>
        <p:nvGrpSpPr>
          <p:cNvPr id="18" name="object 13">
            <a:extLst>
              <a:ext uri="{FF2B5EF4-FFF2-40B4-BE49-F238E27FC236}">
                <a16:creationId xmlns:a16="http://schemas.microsoft.com/office/drawing/2014/main" id="{3B9CA242-E922-4046-A4A0-2A19F5515D15}"/>
              </a:ext>
            </a:extLst>
          </p:cNvPr>
          <p:cNvGrpSpPr/>
          <p:nvPr/>
        </p:nvGrpSpPr>
        <p:grpSpPr>
          <a:xfrm>
            <a:off x="12065000" y="0"/>
            <a:ext cx="127000" cy="6858000"/>
            <a:chOff x="12065000" y="0"/>
            <a:chExt cx="127000" cy="6858000"/>
          </a:xfrm>
        </p:grpSpPr>
        <p:sp>
          <p:nvSpPr>
            <p:cNvPr id="19" name="object 14">
              <a:extLst>
                <a:ext uri="{FF2B5EF4-FFF2-40B4-BE49-F238E27FC236}">
                  <a16:creationId xmlns:a16="http://schemas.microsoft.com/office/drawing/2014/main" id="{CA4B219B-A175-EF40-A15F-A701A079558D}"/>
                </a:ext>
              </a:extLst>
            </p:cNvPr>
            <p:cNvSpPr/>
            <p:nvPr/>
          </p:nvSpPr>
          <p:spPr>
            <a:xfrm>
              <a:off x="12065000" y="0"/>
              <a:ext cx="127000" cy="5143500"/>
            </a:xfrm>
            <a:custGeom>
              <a:avLst/>
              <a:gdLst/>
              <a:ahLst/>
              <a:cxnLst/>
              <a:rect l="l" t="t" r="r" b="b"/>
              <a:pathLst>
                <a:path w="127000" h="5143500">
                  <a:moveTo>
                    <a:pt x="0" y="5143500"/>
                  </a:moveTo>
                  <a:lnTo>
                    <a:pt x="127000" y="5143500"/>
                  </a:lnTo>
                  <a:lnTo>
                    <a:pt x="127000" y="0"/>
                  </a:lnTo>
                  <a:lnTo>
                    <a:pt x="0" y="0"/>
                  </a:lnTo>
                  <a:lnTo>
                    <a:pt x="0" y="5143500"/>
                  </a:lnTo>
                  <a:close/>
                </a:path>
              </a:pathLst>
            </a:custGeom>
            <a:solidFill>
              <a:schemeClr val="tx2"/>
            </a:solidFill>
          </p:spPr>
          <p:txBody>
            <a:bodyPr wrap="square" lIns="0" tIns="0" rIns="0" bIns="0" rtlCol="0"/>
            <a:lstStyle/>
            <a:p>
              <a:endParaRPr/>
            </a:p>
          </p:txBody>
        </p:sp>
        <p:sp>
          <p:nvSpPr>
            <p:cNvPr id="20" name="object 15">
              <a:extLst>
                <a:ext uri="{FF2B5EF4-FFF2-40B4-BE49-F238E27FC236}">
                  <a16:creationId xmlns:a16="http://schemas.microsoft.com/office/drawing/2014/main" id="{C8D469FA-9FDD-EF41-ACCC-B01BE68742AB}"/>
                </a:ext>
              </a:extLst>
            </p:cNvPr>
            <p:cNvSpPr/>
            <p:nvPr/>
          </p:nvSpPr>
          <p:spPr>
            <a:xfrm>
              <a:off x="12065000" y="5143500"/>
              <a:ext cx="127000" cy="1714500"/>
            </a:xfrm>
            <a:custGeom>
              <a:avLst/>
              <a:gdLst/>
              <a:ahLst/>
              <a:cxnLst/>
              <a:rect l="l" t="t" r="r" b="b"/>
              <a:pathLst>
                <a:path w="127000" h="1714500">
                  <a:moveTo>
                    <a:pt x="127000" y="0"/>
                  </a:moveTo>
                  <a:lnTo>
                    <a:pt x="0" y="0"/>
                  </a:lnTo>
                  <a:lnTo>
                    <a:pt x="0" y="1714500"/>
                  </a:lnTo>
                  <a:lnTo>
                    <a:pt x="127000" y="1714500"/>
                  </a:lnTo>
                  <a:lnTo>
                    <a:pt x="127000" y="0"/>
                  </a:lnTo>
                  <a:close/>
                </a:path>
              </a:pathLst>
            </a:custGeom>
            <a:solidFill>
              <a:schemeClr val="bg2"/>
            </a:solidFill>
          </p:spPr>
          <p:txBody>
            <a:bodyPr wrap="square" lIns="0" tIns="0" rIns="0" bIns="0" rtlCol="0"/>
            <a:lstStyle/>
            <a:p>
              <a:endParaRPr/>
            </a:p>
          </p:txBody>
        </p:sp>
      </p:grpSp>
    </p:spTree>
    <p:extLst>
      <p:ext uri="{BB962C8B-B14F-4D97-AF65-F5344CB8AC3E}">
        <p14:creationId xmlns:p14="http://schemas.microsoft.com/office/powerpoint/2010/main" val="1714077847"/>
      </p:ext>
    </p:extLst>
  </p:cSld>
  <p:clrMapOvr>
    <a:masterClrMapping/>
  </p:clrMapOvr>
  <p:extLst>
    <p:ext uri="{DCECCB84-F9BA-43D5-87BE-67443E8EF086}">
      <p15:sldGuideLst xmlns:p15="http://schemas.microsoft.com/office/powerpoint/2012/main">
        <p15:guide id="1" orient="horz" pos="3884">
          <p15:clr>
            <a:srgbClr val="FBAE40"/>
          </p15:clr>
        </p15:guide>
        <p15:guide id="3" orient="horz" pos="142">
          <p15:clr>
            <a:srgbClr val="FBAE40"/>
          </p15:clr>
        </p15:guide>
        <p15:guide id="4" pos="642">
          <p15:clr>
            <a:srgbClr val="FBAE40"/>
          </p15:clr>
        </p15:guide>
        <p15:guide id="5" pos="7038">
          <p15:clr>
            <a:srgbClr val="FBAE40"/>
          </p15:clr>
        </p15:guide>
        <p15:guide id="6" orient="horz" pos="777">
          <p15:clr>
            <a:srgbClr val="FBAE40"/>
          </p15:clr>
        </p15:guide>
        <p15:guide id="7" pos="3704">
          <p15:clr>
            <a:srgbClr val="FBAE40"/>
          </p15:clr>
        </p15:guide>
        <p15:guide id="8" pos="3976">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BASIC_nega_A">
    <p:spTree>
      <p:nvGrpSpPr>
        <p:cNvPr id="1" name=""/>
        <p:cNvGrpSpPr/>
        <p:nvPr/>
      </p:nvGrpSpPr>
      <p:grpSpPr>
        <a:xfrm>
          <a:off x="0" y="0"/>
          <a:ext cx="0" cy="0"/>
          <a:chOff x="0" y="0"/>
          <a:chExt cx="0" cy="0"/>
        </a:xfrm>
      </p:grpSpPr>
      <p:pic>
        <p:nvPicPr>
          <p:cNvPr id="14" name="図 13" descr="夜の街のcg&#10;&#10;低い精度で自動的に生成された説明">
            <a:extLst>
              <a:ext uri="{FF2B5EF4-FFF2-40B4-BE49-F238E27FC236}">
                <a16:creationId xmlns:a16="http://schemas.microsoft.com/office/drawing/2014/main" id="{95937898-1A23-B240-840C-CB957B364ED7}"/>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6350" y="0"/>
            <a:ext cx="12179300" cy="6858000"/>
          </a:xfrm>
          <a:prstGeom prst="rect">
            <a:avLst/>
          </a:prstGeom>
        </p:spPr>
      </p:pic>
      <p:sp>
        <p:nvSpPr>
          <p:cNvPr id="13" name="Holder 6">
            <a:extLst>
              <a:ext uri="{FF2B5EF4-FFF2-40B4-BE49-F238E27FC236}">
                <a16:creationId xmlns:a16="http://schemas.microsoft.com/office/drawing/2014/main" id="{F2D706C3-33A9-5243-B948-806E9E28E951}"/>
              </a:ext>
            </a:extLst>
          </p:cNvPr>
          <p:cNvSpPr>
            <a:spLocks noGrp="1"/>
          </p:cNvSpPr>
          <p:nvPr>
            <p:ph type="sldNum" sz="quarter" idx="7"/>
          </p:nvPr>
        </p:nvSpPr>
        <p:spPr>
          <a:xfrm>
            <a:off x="11521440" y="6518701"/>
            <a:ext cx="375920" cy="150246"/>
          </a:xfrm>
          <a:prstGeom prst="rect">
            <a:avLst/>
          </a:prstGeom>
        </p:spPr>
        <p:txBody>
          <a:bodyPr lIns="0" tIns="0" rIns="0" bIns="0"/>
          <a:lstStyle>
            <a:lvl1pPr algn="r">
              <a:defRPr sz="1200" b="0" i="0">
                <a:solidFill>
                  <a:schemeClr val="bg1"/>
                </a:solidFill>
                <a:latin typeface="+mn-ea"/>
                <a:ea typeface="+mn-ea"/>
              </a:defRPr>
            </a:lvl1pPr>
          </a:lstStyle>
          <a:p>
            <a:fld id="{AC996294-C933-4CEB-A64A-3F05677A95D0}" type="slidenum">
              <a:rPr kumimoji="1" lang="ja-JP" altLang="en-US" smtClean="0"/>
              <a:t>‹#›</a:t>
            </a:fld>
            <a:endParaRPr kumimoji="1" lang="ja-JP" altLang="en-US"/>
          </a:p>
        </p:txBody>
      </p:sp>
      <p:sp>
        <p:nvSpPr>
          <p:cNvPr id="16" name="object 10">
            <a:extLst>
              <a:ext uri="{FF2B5EF4-FFF2-40B4-BE49-F238E27FC236}">
                <a16:creationId xmlns:a16="http://schemas.microsoft.com/office/drawing/2014/main" id="{C606A044-4610-7C43-8D37-13180508D5CA}"/>
              </a:ext>
            </a:extLst>
          </p:cNvPr>
          <p:cNvSpPr/>
          <p:nvPr/>
        </p:nvSpPr>
        <p:spPr>
          <a:xfrm>
            <a:off x="127000" y="325499"/>
            <a:ext cx="190500" cy="706755"/>
          </a:xfrm>
          <a:custGeom>
            <a:avLst/>
            <a:gdLst/>
            <a:ahLst/>
            <a:cxnLst/>
            <a:rect l="l" t="t" r="r" b="b"/>
            <a:pathLst>
              <a:path w="190500" h="706755">
                <a:moveTo>
                  <a:pt x="190500" y="0"/>
                </a:moveTo>
                <a:lnTo>
                  <a:pt x="0" y="0"/>
                </a:lnTo>
                <a:lnTo>
                  <a:pt x="0" y="706501"/>
                </a:lnTo>
                <a:lnTo>
                  <a:pt x="190500" y="516000"/>
                </a:lnTo>
                <a:lnTo>
                  <a:pt x="190500" y="0"/>
                </a:lnTo>
                <a:close/>
              </a:path>
            </a:pathLst>
          </a:custGeom>
          <a:solidFill>
            <a:schemeClr val="bg2"/>
          </a:solidFill>
        </p:spPr>
        <p:txBody>
          <a:bodyPr wrap="square" lIns="0" tIns="0" rIns="0" bIns="0" rtlCol="0"/>
          <a:lstStyle/>
          <a:p>
            <a:endParaRPr/>
          </a:p>
        </p:txBody>
      </p:sp>
      <p:sp>
        <p:nvSpPr>
          <p:cNvPr id="17" name="object 11">
            <a:extLst>
              <a:ext uri="{FF2B5EF4-FFF2-40B4-BE49-F238E27FC236}">
                <a16:creationId xmlns:a16="http://schemas.microsoft.com/office/drawing/2014/main" id="{BA922A8D-7A60-6446-AE73-13BDFB0ADE71}"/>
              </a:ext>
            </a:extLst>
          </p:cNvPr>
          <p:cNvSpPr/>
          <p:nvPr/>
        </p:nvSpPr>
        <p:spPr>
          <a:xfrm>
            <a:off x="0" y="0"/>
            <a:ext cx="317500" cy="6858000"/>
          </a:xfrm>
          <a:custGeom>
            <a:avLst/>
            <a:gdLst/>
            <a:ahLst/>
            <a:cxnLst/>
            <a:rect l="l" t="t" r="r" b="b"/>
            <a:pathLst>
              <a:path w="317500" h="6858000">
                <a:moveTo>
                  <a:pt x="317500" y="0"/>
                </a:moveTo>
                <a:lnTo>
                  <a:pt x="0" y="0"/>
                </a:lnTo>
                <a:lnTo>
                  <a:pt x="0" y="6858000"/>
                </a:lnTo>
                <a:lnTo>
                  <a:pt x="127000" y="6858000"/>
                </a:lnTo>
                <a:lnTo>
                  <a:pt x="127000" y="897001"/>
                </a:lnTo>
                <a:lnTo>
                  <a:pt x="317500" y="706501"/>
                </a:lnTo>
                <a:lnTo>
                  <a:pt x="317500" y="0"/>
                </a:lnTo>
                <a:close/>
              </a:path>
            </a:pathLst>
          </a:custGeom>
          <a:solidFill>
            <a:schemeClr val="tx2"/>
          </a:solidFill>
        </p:spPr>
        <p:txBody>
          <a:bodyPr wrap="square" lIns="0" tIns="0" rIns="0" bIns="0" rtlCol="0"/>
          <a:lstStyle/>
          <a:p>
            <a:endParaRPr/>
          </a:p>
        </p:txBody>
      </p:sp>
      <p:grpSp>
        <p:nvGrpSpPr>
          <p:cNvPr id="18" name="object 13">
            <a:extLst>
              <a:ext uri="{FF2B5EF4-FFF2-40B4-BE49-F238E27FC236}">
                <a16:creationId xmlns:a16="http://schemas.microsoft.com/office/drawing/2014/main" id="{3B9CA242-E922-4046-A4A0-2A19F5515D15}"/>
              </a:ext>
            </a:extLst>
          </p:cNvPr>
          <p:cNvGrpSpPr/>
          <p:nvPr/>
        </p:nvGrpSpPr>
        <p:grpSpPr>
          <a:xfrm>
            <a:off x="12065000" y="0"/>
            <a:ext cx="127000" cy="6858000"/>
            <a:chOff x="12065000" y="0"/>
            <a:chExt cx="127000" cy="6858000"/>
          </a:xfrm>
        </p:grpSpPr>
        <p:sp>
          <p:nvSpPr>
            <p:cNvPr id="19" name="object 14">
              <a:extLst>
                <a:ext uri="{FF2B5EF4-FFF2-40B4-BE49-F238E27FC236}">
                  <a16:creationId xmlns:a16="http://schemas.microsoft.com/office/drawing/2014/main" id="{CA4B219B-A175-EF40-A15F-A701A079558D}"/>
                </a:ext>
              </a:extLst>
            </p:cNvPr>
            <p:cNvSpPr/>
            <p:nvPr/>
          </p:nvSpPr>
          <p:spPr>
            <a:xfrm>
              <a:off x="12065000" y="0"/>
              <a:ext cx="127000" cy="5143500"/>
            </a:xfrm>
            <a:custGeom>
              <a:avLst/>
              <a:gdLst/>
              <a:ahLst/>
              <a:cxnLst/>
              <a:rect l="l" t="t" r="r" b="b"/>
              <a:pathLst>
                <a:path w="127000" h="5143500">
                  <a:moveTo>
                    <a:pt x="0" y="5143500"/>
                  </a:moveTo>
                  <a:lnTo>
                    <a:pt x="127000" y="5143500"/>
                  </a:lnTo>
                  <a:lnTo>
                    <a:pt x="127000" y="0"/>
                  </a:lnTo>
                  <a:lnTo>
                    <a:pt x="0" y="0"/>
                  </a:lnTo>
                  <a:lnTo>
                    <a:pt x="0" y="5143500"/>
                  </a:lnTo>
                  <a:close/>
                </a:path>
              </a:pathLst>
            </a:custGeom>
            <a:solidFill>
              <a:schemeClr val="tx2"/>
            </a:solidFill>
          </p:spPr>
          <p:txBody>
            <a:bodyPr wrap="square" lIns="0" tIns="0" rIns="0" bIns="0" rtlCol="0"/>
            <a:lstStyle/>
            <a:p>
              <a:endParaRPr/>
            </a:p>
          </p:txBody>
        </p:sp>
        <p:sp>
          <p:nvSpPr>
            <p:cNvPr id="20" name="object 15">
              <a:extLst>
                <a:ext uri="{FF2B5EF4-FFF2-40B4-BE49-F238E27FC236}">
                  <a16:creationId xmlns:a16="http://schemas.microsoft.com/office/drawing/2014/main" id="{C8D469FA-9FDD-EF41-ACCC-B01BE68742AB}"/>
                </a:ext>
              </a:extLst>
            </p:cNvPr>
            <p:cNvSpPr/>
            <p:nvPr/>
          </p:nvSpPr>
          <p:spPr>
            <a:xfrm>
              <a:off x="12065000" y="5143500"/>
              <a:ext cx="127000" cy="1714500"/>
            </a:xfrm>
            <a:custGeom>
              <a:avLst/>
              <a:gdLst/>
              <a:ahLst/>
              <a:cxnLst/>
              <a:rect l="l" t="t" r="r" b="b"/>
              <a:pathLst>
                <a:path w="127000" h="1714500">
                  <a:moveTo>
                    <a:pt x="127000" y="0"/>
                  </a:moveTo>
                  <a:lnTo>
                    <a:pt x="0" y="0"/>
                  </a:lnTo>
                  <a:lnTo>
                    <a:pt x="0" y="1714500"/>
                  </a:lnTo>
                  <a:lnTo>
                    <a:pt x="127000" y="1714500"/>
                  </a:lnTo>
                  <a:lnTo>
                    <a:pt x="127000" y="0"/>
                  </a:lnTo>
                  <a:close/>
                </a:path>
              </a:pathLst>
            </a:custGeom>
            <a:solidFill>
              <a:schemeClr val="bg2"/>
            </a:solidFill>
          </p:spPr>
          <p:txBody>
            <a:bodyPr wrap="square" lIns="0" tIns="0" rIns="0" bIns="0" rtlCol="0"/>
            <a:lstStyle/>
            <a:p>
              <a:endParaRPr/>
            </a:p>
          </p:txBody>
        </p:sp>
      </p:grpSp>
      <p:pic>
        <p:nvPicPr>
          <p:cNvPr id="21" name="図 20">
            <a:extLst>
              <a:ext uri="{FF2B5EF4-FFF2-40B4-BE49-F238E27FC236}">
                <a16:creationId xmlns:a16="http://schemas.microsoft.com/office/drawing/2014/main" id="{DCB5A4C5-DB82-7746-ADCF-9DE372DE0333}"/>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326390" y="6412407"/>
            <a:ext cx="772896" cy="256028"/>
          </a:xfrm>
          <a:prstGeom prst="rect">
            <a:avLst/>
          </a:prstGeom>
        </p:spPr>
      </p:pic>
      <p:sp>
        <p:nvSpPr>
          <p:cNvPr id="11" name="Holder 2">
            <a:extLst>
              <a:ext uri="{FF2B5EF4-FFF2-40B4-BE49-F238E27FC236}">
                <a16:creationId xmlns:a16="http://schemas.microsoft.com/office/drawing/2014/main" id="{7CAF233F-8700-C23C-55F3-C41C6C673E5D}"/>
              </a:ext>
            </a:extLst>
          </p:cNvPr>
          <p:cNvSpPr>
            <a:spLocks noGrp="1"/>
          </p:cNvSpPr>
          <p:nvPr>
            <p:ph type="title"/>
          </p:nvPr>
        </p:nvSpPr>
        <p:spPr>
          <a:xfrm>
            <a:off x="661728" y="234190"/>
            <a:ext cx="10153650" cy="604519"/>
          </a:xfrm>
          <a:prstGeom prst="rect">
            <a:avLst/>
          </a:prstGeom>
        </p:spPr>
        <p:txBody>
          <a:bodyPr lIns="0" tIns="0" rIns="0" bIns="0"/>
          <a:lstStyle>
            <a:lvl1pPr>
              <a:defRPr sz="3800" b="0" i="0" spc="-70" baseline="0">
                <a:solidFill>
                  <a:schemeClr val="bg1"/>
                </a:solidFill>
                <a:latin typeface="+mj-ea"/>
                <a:ea typeface="+mj-ea"/>
                <a:cs typeface="游ゴシック" panose="020B0400000000000000" pitchFamily="50" charset="-128"/>
              </a:defRPr>
            </a:lvl1pPr>
          </a:lstStyle>
          <a:p>
            <a:r>
              <a:rPr lang="ja-JP" altLang="en-US"/>
              <a:t>マスター タイトルの書式設定</a:t>
            </a:r>
            <a:endParaRPr/>
          </a:p>
        </p:txBody>
      </p:sp>
    </p:spTree>
    <p:extLst>
      <p:ext uri="{BB962C8B-B14F-4D97-AF65-F5344CB8AC3E}">
        <p14:creationId xmlns:p14="http://schemas.microsoft.com/office/powerpoint/2010/main" val="2145165513"/>
      </p:ext>
    </p:extLst>
  </p:cSld>
  <p:clrMapOvr>
    <a:masterClrMapping/>
  </p:clrMapOvr>
  <p:extLst>
    <p:ext uri="{DCECCB84-F9BA-43D5-87BE-67443E8EF086}">
      <p15:sldGuideLst xmlns:p15="http://schemas.microsoft.com/office/powerpoint/2012/main">
        <p15:guide id="1" orient="horz" pos="3884">
          <p15:clr>
            <a:srgbClr val="FBAE40"/>
          </p15:clr>
        </p15:guide>
        <p15:guide id="3" orient="horz" pos="142">
          <p15:clr>
            <a:srgbClr val="FBAE40"/>
          </p15:clr>
        </p15:guide>
        <p15:guide id="4" pos="642">
          <p15:clr>
            <a:srgbClr val="FBAE40"/>
          </p15:clr>
        </p15:guide>
        <p15:guide id="5" pos="7038">
          <p15:clr>
            <a:srgbClr val="FBAE40"/>
          </p15:clr>
        </p15:guide>
        <p15:guide id="6" orient="horz" pos="777">
          <p15:clr>
            <a:srgbClr val="FBAE40"/>
          </p15:clr>
        </p15:guide>
        <p15:guide id="7" pos="3704">
          <p15:clr>
            <a:srgbClr val="FBAE40"/>
          </p15:clr>
        </p15:guide>
        <p15:guide id="8" pos="3976">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_BASIC_nega_B">
    <p:spTree>
      <p:nvGrpSpPr>
        <p:cNvPr id="1" name=""/>
        <p:cNvGrpSpPr/>
        <p:nvPr/>
      </p:nvGrpSpPr>
      <p:grpSpPr>
        <a:xfrm>
          <a:off x="0" y="0"/>
          <a:ext cx="0" cy="0"/>
          <a:chOff x="0" y="0"/>
          <a:chExt cx="0" cy="0"/>
        </a:xfrm>
      </p:grpSpPr>
      <p:pic>
        <p:nvPicPr>
          <p:cNvPr id="15" name="図 14" descr="屋外, 建物, ブルー, 記号 が含まれている画像&#10;&#10;自動的に生成された説明">
            <a:extLst>
              <a:ext uri="{FF2B5EF4-FFF2-40B4-BE49-F238E27FC236}">
                <a16:creationId xmlns:a16="http://schemas.microsoft.com/office/drawing/2014/main" id="{DA95B498-5BE1-4946-AF4D-A22AC4F7293E}"/>
              </a:ext>
            </a:extLst>
          </p:cNvPr>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6350" y="0"/>
            <a:ext cx="12179300" cy="6858000"/>
          </a:xfrm>
          <a:prstGeom prst="rect">
            <a:avLst/>
          </a:prstGeom>
        </p:spPr>
      </p:pic>
      <p:sp>
        <p:nvSpPr>
          <p:cNvPr id="13" name="Holder 6">
            <a:extLst>
              <a:ext uri="{FF2B5EF4-FFF2-40B4-BE49-F238E27FC236}">
                <a16:creationId xmlns:a16="http://schemas.microsoft.com/office/drawing/2014/main" id="{F2D706C3-33A9-5243-B948-806E9E28E951}"/>
              </a:ext>
            </a:extLst>
          </p:cNvPr>
          <p:cNvSpPr>
            <a:spLocks noGrp="1"/>
          </p:cNvSpPr>
          <p:nvPr>
            <p:ph type="sldNum" sz="quarter" idx="7"/>
          </p:nvPr>
        </p:nvSpPr>
        <p:spPr>
          <a:xfrm>
            <a:off x="11521440" y="6518701"/>
            <a:ext cx="375920" cy="150246"/>
          </a:xfrm>
          <a:prstGeom prst="rect">
            <a:avLst/>
          </a:prstGeom>
        </p:spPr>
        <p:txBody>
          <a:bodyPr lIns="0" tIns="0" rIns="0" bIns="0"/>
          <a:lstStyle>
            <a:lvl1pPr algn="r">
              <a:defRPr sz="1200" b="0" i="0">
                <a:solidFill>
                  <a:schemeClr val="bg1"/>
                </a:solidFill>
                <a:latin typeface="+mn-ea"/>
                <a:ea typeface="+mn-ea"/>
              </a:defRPr>
            </a:lvl1pPr>
          </a:lstStyle>
          <a:p>
            <a:fld id="{AC996294-C933-4CEB-A64A-3F05677A95D0}" type="slidenum">
              <a:rPr kumimoji="1" lang="ja-JP" altLang="en-US" smtClean="0"/>
              <a:t>‹#›</a:t>
            </a:fld>
            <a:endParaRPr kumimoji="1" lang="ja-JP" altLang="en-US"/>
          </a:p>
        </p:txBody>
      </p:sp>
      <p:sp>
        <p:nvSpPr>
          <p:cNvPr id="16" name="object 10">
            <a:extLst>
              <a:ext uri="{FF2B5EF4-FFF2-40B4-BE49-F238E27FC236}">
                <a16:creationId xmlns:a16="http://schemas.microsoft.com/office/drawing/2014/main" id="{C606A044-4610-7C43-8D37-13180508D5CA}"/>
              </a:ext>
            </a:extLst>
          </p:cNvPr>
          <p:cNvSpPr/>
          <p:nvPr/>
        </p:nvSpPr>
        <p:spPr>
          <a:xfrm>
            <a:off x="127000" y="325499"/>
            <a:ext cx="190500" cy="706755"/>
          </a:xfrm>
          <a:custGeom>
            <a:avLst/>
            <a:gdLst/>
            <a:ahLst/>
            <a:cxnLst/>
            <a:rect l="l" t="t" r="r" b="b"/>
            <a:pathLst>
              <a:path w="190500" h="706755">
                <a:moveTo>
                  <a:pt x="190500" y="0"/>
                </a:moveTo>
                <a:lnTo>
                  <a:pt x="0" y="0"/>
                </a:lnTo>
                <a:lnTo>
                  <a:pt x="0" y="706501"/>
                </a:lnTo>
                <a:lnTo>
                  <a:pt x="190500" y="516000"/>
                </a:lnTo>
                <a:lnTo>
                  <a:pt x="190500" y="0"/>
                </a:lnTo>
                <a:close/>
              </a:path>
            </a:pathLst>
          </a:custGeom>
          <a:solidFill>
            <a:schemeClr val="bg2"/>
          </a:solidFill>
        </p:spPr>
        <p:txBody>
          <a:bodyPr wrap="square" lIns="0" tIns="0" rIns="0" bIns="0" rtlCol="0"/>
          <a:lstStyle/>
          <a:p>
            <a:endParaRPr/>
          </a:p>
        </p:txBody>
      </p:sp>
      <p:sp>
        <p:nvSpPr>
          <p:cNvPr id="17" name="object 11">
            <a:extLst>
              <a:ext uri="{FF2B5EF4-FFF2-40B4-BE49-F238E27FC236}">
                <a16:creationId xmlns:a16="http://schemas.microsoft.com/office/drawing/2014/main" id="{BA922A8D-7A60-6446-AE73-13BDFB0ADE71}"/>
              </a:ext>
            </a:extLst>
          </p:cNvPr>
          <p:cNvSpPr/>
          <p:nvPr/>
        </p:nvSpPr>
        <p:spPr>
          <a:xfrm>
            <a:off x="0" y="0"/>
            <a:ext cx="317500" cy="6858000"/>
          </a:xfrm>
          <a:custGeom>
            <a:avLst/>
            <a:gdLst/>
            <a:ahLst/>
            <a:cxnLst/>
            <a:rect l="l" t="t" r="r" b="b"/>
            <a:pathLst>
              <a:path w="317500" h="6858000">
                <a:moveTo>
                  <a:pt x="317500" y="0"/>
                </a:moveTo>
                <a:lnTo>
                  <a:pt x="0" y="0"/>
                </a:lnTo>
                <a:lnTo>
                  <a:pt x="0" y="6858000"/>
                </a:lnTo>
                <a:lnTo>
                  <a:pt x="127000" y="6858000"/>
                </a:lnTo>
                <a:lnTo>
                  <a:pt x="127000" y="897001"/>
                </a:lnTo>
                <a:lnTo>
                  <a:pt x="317500" y="706501"/>
                </a:lnTo>
                <a:lnTo>
                  <a:pt x="317500" y="0"/>
                </a:lnTo>
                <a:close/>
              </a:path>
            </a:pathLst>
          </a:custGeom>
          <a:solidFill>
            <a:schemeClr val="tx2"/>
          </a:solidFill>
        </p:spPr>
        <p:txBody>
          <a:bodyPr wrap="square" lIns="0" tIns="0" rIns="0" bIns="0" rtlCol="0"/>
          <a:lstStyle/>
          <a:p>
            <a:endParaRPr/>
          </a:p>
        </p:txBody>
      </p:sp>
      <p:grpSp>
        <p:nvGrpSpPr>
          <p:cNvPr id="18" name="object 13">
            <a:extLst>
              <a:ext uri="{FF2B5EF4-FFF2-40B4-BE49-F238E27FC236}">
                <a16:creationId xmlns:a16="http://schemas.microsoft.com/office/drawing/2014/main" id="{3B9CA242-E922-4046-A4A0-2A19F5515D15}"/>
              </a:ext>
            </a:extLst>
          </p:cNvPr>
          <p:cNvGrpSpPr/>
          <p:nvPr/>
        </p:nvGrpSpPr>
        <p:grpSpPr>
          <a:xfrm>
            <a:off x="12065000" y="0"/>
            <a:ext cx="127000" cy="6858000"/>
            <a:chOff x="12065000" y="0"/>
            <a:chExt cx="127000" cy="6858000"/>
          </a:xfrm>
        </p:grpSpPr>
        <p:sp>
          <p:nvSpPr>
            <p:cNvPr id="19" name="object 14">
              <a:extLst>
                <a:ext uri="{FF2B5EF4-FFF2-40B4-BE49-F238E27FC236}">
                  <a16:creationId xmlns:a16="http://schemas.microsoft.com/office/drawing/2014/main" id="{CA4B219B-A175-EF40-A15F-A701A079558D}"/>
                </a:ext>
              </a:extLst>
            </p:cNvPr>
            <p:cNvSpPr/>
            <p:nvPr/>
          </p:nvSpPr>
          <p:spPr>
            <a:xfrm>
              <a:off x="12065000" y="0"/>
              <a:ext cx="127000" cy="5143500"/>
            </a:xfrm>
            <a:custGeom>
              <a:avLst/>
              <a:gdLst/>
              <a:ahLst/>
              <a:cxnLst/>
              <a:rect l="l" t="t" r="r" b="b"/>
              <a:pathLst>
                <a:path w="127000" h="5143500">
                  <a:moveTo>
                    <a:pt x="0" y="5143500"/>
                  </a:moveTo>
                  <a:lnTo>
                    <a:pt x="127000" y="5143500"/>
                  </a:lnTo>
                  <a:lnTo>
                    <a:pt x="127000" y="0"/>
                  </a:lnTo>
                  <a:lnTo>
                    <a:pt x="0" y="0"/>
                  </a:lnTo>
                  <a:lnTo>
                    <a:pt x="0" y="5143500"/>
                  </a:lnTo>
                  <a:close/>
                </a:path>
              </a:pathLst>
            </a:custGeom>
            <a:solidFill>
              <a:schemeClr val="tx2"/>
            </a:solidFill>
          </p:spPr>
          <p:txBody>
            <a:bodyPr wrap="square" lIns="0" tIns="0" rIns="0" bIns="0" rtlCol="0"/>
            <a:lstStyle/>
            <a:p>
              <a:endParaRPr/>
            </a:p>
          </p:txBody>
        </p:sp>
        <p:sp>
          <p:nvSpPr>
            <p:cNvPr id="20" name="object 15">
              <a:extLst>
                <a:ext uri="{FF2B5EF4-FFF2-40B4-BE49-F238E27FC236}">
                  <a16:creationId xmlns:a16="http://schemas.microsoft.com/office/drawing/2014/main" id="{C8D469FA-9FDD-EF41-ACCC-B01BE68742AB}"/>
                </a:ext>
              </a:extLst>
            </p:cNvPr>
            <p:cNvSpPr/>
            <p:nvPr/>
          </p:nvSpPr>
          <p:spPr>
            <a:xfrm>
              <a:off x="12065000" y="5143500"/>
              <a:ext cx="127000" cy="1714500"/>
            </a:xfrm>
            <a:custGeom>
              <a:avLst/>
              <a:gdLst/>
              <a:ahLst/>
              <a:cxnLst/>
              <a:rect l="l" t="t" r="r" b="b"/>
              <a:pathLst>
                <a:path w="127000" h="1714500">
                  <a:moveTo>
                    <a:pt x="127000" y="0"/>
                  </a:moveTo>
                  <a:lnTo>
                    <a:pt x="0" y="0"/>
                  </a:lnTo>
                  <a:lnTo>
                    <a:pt x="0" y="1714500"/>
                  </a:lnTo>
                  <a:lnTo>
                    <a:pt x="127000" y="1714500"/>
                  </a:lnTo>
                  <a:lnTo>
                    <a:pt x="127000" y="0"/>
                  </a:lnTo>
                  <a:close/>
                </a:path>
              </a:pathLst>
            </a:custGeom>
            <a:solidFill>
              <a:schemeClr val="bg2"/>
            </a:solidFill>
          </p:spPr>
          <p:txBody>
            <a:bodyPr wrap="square" lIns="0" tIns="0" rIns="0" bIns="0" rtlCol="0"/>
            <a:lstStyle/>
            <a:p>
              <a:endParaRPr/>
            </a:p>
          </p:txBody>
        </p:sp>
      </p:grpSp>
      <p:pic>
        <p:nvPicPr>
          <p:cNvPr id="21" name="図 20">
            <a:extLst>
              <a:ext uri="{FF2B5EF4-FFF2-40B4-BE49-F238E27FC236}">
                <a16:creationId xmlns:a16="http://schemas.microsoft.com/office/drawing/2014/main" id="{DCB5A4C5-DB82-7746-ADCF-9DE372DE0333}"/>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326390" y="6412407"/>
            <a:ext cx="772896" cy="256028"/>
          </a:xfrm>
          <a:prstGeom prst="rect">
            <a:avLst/>
          </a:prstGeom>
        </p:spPr>
      </p:pic>
      <p:sp>
        <p:nvSpPr>
          <p:cNvPr id="11" name="Holder 2">
            <a:extLst>
              <a:ext uri="{FF2B5EF4-FFF2-40B4-BE49-F238E27FC236}">
                <a16:creationId xmlns:a16="http://schemas.microsoft.com/office/drawing/2014/main" id="{D29AFF9D-2E35-F78D-2982-9ECB747F4375}"/>
              </a:ext>
            </a:extLst>
          </p:cNvPr>
          <p:cNvSpPr>
            <a:spLocks noGrp="1"/>
          </p:cNvSpPr>
          <p:nvPr>
            <p:ph type="title"/>
          </p:nvPr>
        </p:nvSpPr>
        <p:spPr>
          <a:xfrm>
            <a:off x="661728" y="234190"/>
            <a:ext cx="10153650" cy="604519"/>
          </a:xfrm>
          <a:prstGeom prst="rect">
            <a:avLst/>
          </a:prstGeom>
        </p:spPr>
        <p:txBody>
          <a:bodyPr lIns="0" tIns="0" rIns="0" bIns="0"/>
          <a:lstStyle>
            <a:lvl1pPr>
              <a:defRPr sz="3800" b="0" i="0" spc="-70" baseline="0">
                <a:solidFill>
                  <a:schemeClr val="bg1"/>
                </a:solidFill>
                <a:latin typeface="+mj-ea"/>
                <a:ea typeface="+mj-ea"/>
                <a:cs typeface="游ゴシック" panose="020B0400000000000000" pitchFamily="50" charset="-128"/>
              </a:defRPr>
            </a:lvl1pPr>
          </a:lstStyle>
          <a:p>
            <a:r>
              <a:rPr lang="ja-JP" altLang="en-US"/>
              <a:t>マスター タイトルの書式設定</a:t>
            </a:r>
            <a:endParaRPr/>
          </a:p>
        </p:txBody>
      </p:sp>
    </p:spTree>
    <p:extLst>
      <p:ext uri="{BB962C8B-B14F-4D97-AF65-F5344CB8AC3E}">
        <p14:creationId xmlns:p14="http://schemas.microsoft.com/office/powerpoint/2010/main" val="2106002527"/>
      </p:ext>
    </p:extLst>
  </p:cSld>
  <p:clrMapOvr>
    <a:masterClrMapping/>
  </p:clrMapOvr>
  <p:extLst>
    <p:ext uri="{DCECCB84-F9BA-43D5-87BE-67443E8EF086}">
      <p15:sldGuideLst xmlns:p15="http://schemas.microsoft.com/office/powerpoint/2012/main">
        <p15:guide id="1" orient="horz" pos="3884">
          <p15:clr>
            <a:srgbClr val="FBAE40"/>
          </p15:clr>
        </p15:guide>
        <p15:guide id="3" orient="horz" pos="142">
          <p15:clr>
            <a:srgbClr val="FBAE40"/>
          </p15:clr>
        </p15:guide>
        <p15:guide id="4" pos="642">
          <p15:clr>
            <a:srgbClr val="FBAE40"/>
          </p15:clr>
        </p15:guide>
        <p15:guide id="5" pos="7038">
          <p15:clr>
            <a:srgbClr val="FBAE40"/>
          </p15:clr>
        </p15:guide>
        <p15:guide id="6" orient="horz" pos="777">
          <p15:clr>
            <a:srgbClr val="FBAE40"/>
          </p15:clr>
        </p15:guide>
        <p15:guide id="7" pos="3704">
          <p15:clr>
            <a:srgbClr val="FBAE40"/>
          </p15:clr>
        </p15:guide>
        <p15:guide id="8" pos="3976">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2_BASIC_nega_C">
    <p:spTree>
      <p:nvGrpSpPr>
        <p:cNvPr id="1" name=""/>
        <p:cNvGrpSpPr/>
        <p:nvPr/>
      </p:nvGrpSpPr>
      <p:grpSpPr>
        <a:xfrm>
          <a:off x="0" y="0"/>
          <a:ext cx="0" cy="0"/>
          <a:chOff x="0" y="0"/>
          <a:chExt cx="0" cy="0"/>
        </a:xfrm>
      </p:grpSpPr>
      <p:pic>
        <p:nvPicPr>
          <p:cNvPr id="15" name="図 14" descr="夜に光っている建物&#10;&#10;自動的に生成された説明">
            <a:extLst>
              <a:ext uri="{FF2B5EF4-FFF2-40B4-BE49-F238E27FC236}">
                <a16:creationId xmlns:a16="http://schemas.microsoft.com/office/drawing/2014/main" id="{AC57EB1C-5557-2E48-BA92-3D966678C6A3}"/>
              </a:ext>
            </a:extLst>
          </p:cNvPr>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6350" y="0"/>
            <a:ext cx="12179300" cy="6858000"/>
          </a:xfrm>
          <a:prstGeom prst="rect">
            <a:avLst/>
          </a:prstGeom>
        </p:spPr>
      </p:pic>
      <p:sp>
        <p:nvSpPr>
          <p:cNvPr id="13" name="Holder 6">
            <a:extLst>
              <a:ext uri="{FF2B5EF4-FFF2-40B4-BE49-F238E27FC236}">
                <a16:creationId xmlns:a16="http://schemas.microsoft.com/office/drawing/2014/main" id="{F2D706C3-33A9-5243-B948-806E9E28E951}"/>
              </a:ext>
            </a:extLst>
          </p:cNvPr>
          <p:cNvSpPr>
            <a:spLocks noGrp="1"/>
          </p:cNvSpPr>
          <p:nvPr>
            <p:ph type="sldNum" sz="quarter" idx="7"/>
          </p:nvPr>
        </p:nvSpPr>
        <p:spPr>
          <a:xfrm>
            <a:off x="11521440" y="6518701"/>
            <a:ext cx="375920" cy="150246"/>
          </a:xfrm>
          <a:prstGeom prst="rect">
            <a:avLst/>
          </a:prstGeom>
        </p:spPr>
        <p:txBody>
          <a:bodyPr lIns="0" tIns="0" rIns="0" bIns="0"/>
          <a:lstStyle>
            <a:lvl1pPr algn="r">
              <a:defRPr sz="1200" b="0" i="0">
                <a:solidFill>
                  <a:schemeClr val="bg1"/>
                </a:solidFill>
                <a:latin typeface="+mn-ea"/>
                <a:ea typeface="+mn-ea"/>
              </a:defRPr>
            </a:lvl1pPr>
          </a:lstStyle>
          <a:p>
            <a:fld id="{AC996294-C933-4CEB-A64A-3F05677A95D0}" type="slidenum">
              <a:rPr kumimoji="1" lang="ja-JP" altLang="en-US" smtClean="0"/>
              <a:t>‹#›</a:t>
            </a:fld>
            <a:endParaRPr kumimoji="1" lang="ja-JP" altLang="en-US"/>
          </a:p>
        </p:txBody>
      </p:sp>
      <p:sp>
        <p:nvSpPr>
          <p:cNvPr id="16" name="object 10">
            <a:extLst>
              <a:ext uri="{FF2B5EF4-FFF2-40B4-BE49-F238E27FC236}">
                <a16:creationId xmlns:a16="http://schemas.microsoft.com/office/drawing/2014/main" id="{C606A044-4610-7C43-8D37-13180508D5CA}"/>
              </a:ext>
            </a:extLst>
          </p:cNvPr>
          <p:cNvSpPr/>
          <p:nvPr/>
        </p:nvSpPr>
        <p:spPr>
          <a:xfrm>
            <a:off x="127000" y="325499"/>
            <a:ext cx="190500" cy="706755"/>
          </a:xfrm>
          <a:custGeom>
            <a:avLst/>
            <a:gdLst/>
            <a:ahLst/>
            <a:cxnLst/>
            <a:rect l="l" t="t" r="r" b="b"/>
            <a:pathLst>
              <a:path w="190500" h="706755">
                <a:moveTo>
                  <a:pt x="190500" y="0"/>
                </a:moveTo>
                <a:lnTo>
                  <a:pt x="0" y="0"/>
                </a:lnTo>
                <a:lnTo>
                  <a:pt x="0" y="706501"/>
                </a:lnTo>
                <a:lnTo>
                  <a:pt x="190500" y="516000"/>
                </a:lnTo>
                <a:lnTo>
                  <a:pt x="190500" y="0"/>
                </a:lnTo>
                <a:close/>
              </a:path>
            </a:pathLst>
          </a:custGeom>
          <a:solidFill>
            <a:schemeClr val="bg2"/>
          </a:solidFill>
        </p:spPr>
        <p:txBody>
          <a:bodyPr wrap="square" lIns="0" tIns="0" rIns="0" bIns="0" rtlCol="0"/>
          <a:lstStyle/>
          <a:p>
            <a:endParaRPr/>
          </a:p>
        </p:txBody>
      </p:sp>
      <p:sp>
        <p:nvSpPr>
          <p:cNvPr id="17" name="object 11">
            <a:extLst>
              <a:ext uri="{FF2B5EF4-FFF2-40B4-BE49-F238E27FC236}">
                <a16:creationId xmlns:a16="http://schemas.microsoft.com/office/drawing/2014/main" id="{BA922A8D-7A60-6446-AE73-13BDFB0ADE71}"/>
              </a:ext>
            </a:extLst>
          </p:cNvPr>
          <p:cNvSpPr/>
          <p:nvPr/>
        </p:nvSpPr>
        <p:spPr>
          <a:xfrm>
            <a:off x="0" y="0"/>
            <a:ext cx="317500" cy="6858000"/>
          </a:xfrm>
          <a:custGeom>
            <a:avLst/>
            <a:gdLst/>
            <a:ahLst/>
            <a:cxnLst/>
            <a:rect l="l" t="t" r="r" b="b"/>
            <a:pathLst>
              <a:path w="317500" h="6858000">
                <a:moveTo>
                  <a:pt x="317500" y="0"/>
                </a:moveTo>
                <a:lnTo>
                  <a:pt x="0" y="0"/>
                </a:lnTo>
                <a:lnTo>
                  <a:pt x="0" y="6858000"/>
                </a:lnTo>
                <a:lnTo>
                  <a:pt x="127000" y="6858000"/>
                </a:lnTo>
                <a:lnTo>
                  <a:pt x="127000" y="897001"/>
                </a:lnTo>
                <a:lnTo>
                  <a:pt x="317500" y="706501"/>
                </a:lnTo>
                <a:lnTo>
                  <a:pt x="317500" y="0"/>
                </a:lnTo>
                <a:close/>
              </a:path>
            </a:pathLst>
          </a:custGeom>
          <a:solidFill>
            <a:schemeClr val="tx2"/>
          </a:solidFill>
        </p:spPr>
        <p:txBody>
          <a:bodyPr wrap="square" lIns="0" tIns="0" rIns="0" bIns="0" rtlCol="0"/>
          <a:lstStyle/>
          <a:p>
            <a:endParaRPr/>
          </a:p>
        </p:txBody>
      </p:sp>
      <p:grpSp>
        <p:nvGrpSpPr>
          <p:cNvPr id="18" name="object 13">
            <a:extLst>
              <a:ext uri="{FF2B5EF4-FFF2-40B4-BE49-F238E27FC236}">
                <a16:creationId xmlns:a16="http://schemas.microsoft.com/office/drawing/2014/main" id="{3B9CA242-E922-4046-A4A0-2A19F5515D15}"/>
              </a:ext>
            </a:extLst>
          </p:cNvPr>
          <p:cNvGrpSpPr/>
          <p:nvPr/>
        </p:nvGrpSpPr>
        <p:grpSpPr>
          <a:xfrm>
            <a:off x="12065000" y="0"/>
            <a:ext cx="127000" cy="6858000"/>
            <a:chOff x="12065000" y="0"/>
            <a:chExt cx="127000" cy="6858000"/>
          </a:xfrm>
        </p:grpSpPr>
        <p:sp>
          <p:nvSpPr>
            <p:cNvPr id="19" name="object 14">
              <a:extLst>
                <a:ext uri="{FF2B5EF4-FFF2-40B4-BE49-F238E27FC236}">
                  <a16:creationId xmlns:a16="http://schemas.microsoft.com/office/drawing/2014/main" id="{CA4B219B-A175-EF40-A15F-A701A079558D}"/>
                </a:ext>
              </a:extLst>
            </p:cNvPr>
            <p:cNvSpPr/>
            <p:nvPr/>
          </p:nvSpPr>
          <p:spPr>
            <a:xfrm>
              <a:off x="12065000" y="0"/>
              <a:ext cx="127000" cy="5143500"/>
            </a:xfrm>
            <a:custGeom>
              <a:avLst/>
              <a:gdLst/>
              <a:ahLst/>
              <a:cxnLst/>
              <a:rect l="l" t="t" r="r" b="b"/>
              <a:pathLst>
                <a:path w="127000" h="5143500">
                  <a:moveTo>
                    <a:pt x="0" y="5143500"/>
                  </a:moveTo>
                  <a:lnTo>
                    <a:pt x="127000" y="5143500"/>
                  </a:lnTo>
                  <a:lnTo>
                    <a:pt x="127000" y="0"/>
                  </a:lnTo>
                  <a:lnTo>
                    <a:pt x="0" y="0"/>
                  </a:lnTo>
                  <a:lnTo>
                    <a:pt x="0" y="5143500"/>
                  </a:lnTo>
                  <a:close/>
                </a:path>
              </a:pathLst>
            </a:custGeom>
            <a:solidFill>
              <a:schemeClr val="tx2"/>
            </a:solidFill>
          </p:spPr>
          <p:txBody>
            <a:bodyPr wrap="square" lIns="0" tIns="0" rIns="0" bIns="0" rtlCol="0"/>
            <a:lstStyle/>
            <a:p>
              <a:endParaRPr/>
            </a:p>
          </p:txBody>
        </p:sp>
        <p:sp>
          <p:nvSpPr>
            <p:cNvPr id="20" name="object 15">
              <a:extLst>
                <a:ext uri="{FF2B5EF4-FFF2-40B4-BE49-F238E27FC236}">
                  <a16:creationId xmlns:a16="http://schemas.microsoft.com/office/drawing/2014/main" id="{C8D469FA-9FDD-EF41-ACCC-B01BE68742AB}"/>
                </a:ext>
              </a:extLst>
            </p:cNvPr>
            <p:cNvSpPr/>
            <p:nvPr/>
          </p:nvSpPr>
          <p:spPr>
            <a:xfrm>
              <a:off x="12065000" y="5143500"/>
              <a:ext cx="127000" cy="1714500"/>
            </a:xfrm>
            <a:custGeom>
              <a:avLst/>
              <a:gdLst/>
              <a:ahLst/>
              <a:cxnLst/>
              <a:rect l="l" t="t" r="r" b="b"/>
              <a:pathLst>
                <a:path w="127000" h="1714500">
                  <a:moveTo>
                    <a:pt x="127000" y="0"/>
                  </a:moveTo>
                  <a:lnTo>
                    <a:pt x="0" y="0"/>
                  </a:lnTo>
                  <a:lnTo>
                    <a:pt x="0" y="1714500"/>
                  </a:lnTo>
                  <a:lnTo>
                    <a:pt x="127000" y="1714500"/>
                  </a:lnTo>
                  <a:lnTo>
                    <a:pt x="127000" y="0"/>
                  </a:lnTo>
                  <a:close/>
                </a:path>
              </a:pathLst>
            </a:custGeom>
            <a:solidFill>
              <a:schemeClr val="bg2"/>
            </a:solidFill>
          </p:spPr>
          <p:txBody>
            <a:bodyPr wrap="square" lIns="0" tIns="0" rIns="0" bIns="0" rtlCol="0"/>
            <a:lstStyle/>
            <a:p>
              <a:endParaRPr/>
            </a:p>
          </p:txBody>
        </p:sp>
      </p:grpSp>
      <p:pic>
        <p:nvPicPr>
          <p:cNvPr id="21" name="図 20">
            <a:extLst>
              <a:ext uri="{FF2B5EF4-FFF2-40B4-BE49-F238E27FC236}">
                <a16:creationId xmlns:a16="http://schemas.microsoft.com/office/drawing/2014/main" id="{DCB5A4C5-DB82-7746-ADCF-9DE372DE0333}"/>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326390" y="6412407"/>
            <a:ext cx="772896" cy="256028"/>
          </a:xfrm>
          <a:prstGeom prst="rect">
            <a:avLst/>
          </a:prstGeom>
        </p:spPr>
      </p:pic>
      <p:sp>
        <p:nvSpPr>
          <p:cNvPr id="22" name="Holder 2">
            <a:extLst>
              <a:ext uri="{FF2B5EF4-FFF2-40B4-BE49-F238E27FC236}">
                <a16:creationId xmlns:a16="http://schemas.microsoft.com/office/drawing/2014/main" id="{F8FDCB20-82C8-F135-DBF9-347B6028C293}"/>
              </a:ext>
            </a:extLst>
          </p:cNvPr>
          <p:cNvSpPr>
            <a:spLocks noGrp="1"/>
          </p:cNvSpPr>
          <p:nvPr>
            <p:ph type="title"/>
          </p:nvPr>
        </p:nvSpPr>
        <p:spPr>
          <a:xfrm>
            <a:off x="661728" y="234190"/>
            <a:ext cx="10153650" cy="604519"/>
          </a:xfrm>
          <a:prstGeom prst="rect">
            <a:avLst/>
          </a:prstGeom>
        </p:spPr>
        <p:txBody>
          <a:bodyPr lIns="0" tIns="0" rIns="0" bIns="0"/>
          <a:lstStyle>
            <a:lvl1pPr>
              <a:defRPr sz="3800" b="0" i="0" spc="-70" baseline="0">
                <a:solidFill>
                  <a:schemeClr val="bg1"/>
                </a:solidFill>
                <a:latin typeface="+mj-ea"/>
                <a:ea typeface="+mj-ea"/>
                <a:cs typeface="游ゴシック" panose="020B0400000000000000" pitchFamily="50" charset="-128"/>
              </a:defRPr>
            </a:lvl1pPr>
          </a:lstStyle>
          <a:p>
            <a:r>
              <a:rPr lang="ja-JP" altLang="en-US"/>
              <a:t>マスター タイトルの書式設定</a:t>
            </a:r>
            <a:endParaRPr/>
          </a:p>
        </p:txBody>
      </p:sp>
    </p:spTree>
    <p:extLst>
      <p:ext uri="{BB962C8B-B14F-4D97-AF65-F5344CB8AC3E}">
        <p14:creationId xmlns:p14="http://schemas.microsoft.com/office/powerpoint/2010/main" val="847083574"/>
      </p:ext>
    </p:extLst>
  </p:cSld>
  <p:clrMapOvr>
    <a:masterClrMapping/>
  </p:clrMapOvr>
  <p:extLst>
    <p:ext uri="{DCECCB84-F9BA-43D5-87BE-67443E8EF086}">
      <p15:sldGuideLst xmlns:p15="http://schemas.microsoft.com/office/powerpoint/2012/main">
        <p15:guide id="1" orient="horz" pos="3884">
          <p15:clr>
            <a:srgbClr val="FBAE40"/>
          </p15:clr>
        </p15:guide>
        <p15:guide id="3" orient="horz" pos="142">
          <p15:clr>
            <a:srgbClr val="FBAE40"/>
          </p15:clr>
        </p15:guide>
        <p15:guide id="4" pos="642">
          <p15:clr>
            <a:srgbClr val="FBAE40"/>
          </p15:clr>
        </p15:guide>
        <p15:guide id="5" pos="7038">
          <p15:clr>
            <a:srgbClr val="FBAE40"/>
          </p15:clr>
        </p15:guide>
        <p15:guide id="6" orient="horz" pos="777">
          <p15:clr>
            <a:srgbClr val="FBAE40"/>
          </p15:clr>
        </p15:guide>
        <p15:guide id="7" pos="3704">
          <p15:clr>
            <a:srgbClr val="FBAE40"/>
          </p15:clr>
        </p15:guide>
        <p15:guide id="8" pos="3976">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2_BASIC_nega_D">
    <p:spTree>
      <p:nvGrpSpPr>
        <p:cNvPr id="1" name=""/>
        <p:cNvGrpSpPr/>
        <p:nvPr/>
      </p:nvGrpSpPr>
      <p:grpSpPr>
        <a:xfrm>
          <a:off x="0" y="0"/>
          <a:ext cx="0" cy="0"/>
          <a:chOff x="0" y="0"/>
          <a:chExt cx="0" cy="0"/>
        </a:xfrm>
      </p:grpSpPr>
      <p:pic>
        <p:nvPicPr>
          <p:cNvPr id="15" name="図 14" descr="屋外, ブルー, 記号, ストリート が含まれている画像&#10;&#10;自動的に生成された説明">
            <a:extLst>
              <a:ext uri="{FF2B5EF4-FFF2-40B4-BE49-F238E27FC236}">
                <a16:creationId xmlns:a16="http://schemas.microsoft.com/office/drawing/2014/main" id="{D454CBFD-E484-244D-9CC7-24A751516882}"/>
              </a:ext>
            </a:extLst>
          </p:cNvPr>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6350" y="0"/>
            <a:ext cx="12179300" cy="6858000"/>
          </a:xfrm>
          <a:prstGeom prst="rect">
            <a:avLst/>
          </a:prstGeom>
        </p:spPr>
      </p:pic>
      <p:sp>
        <p:nvSpPr>
          <p:cNvPr id="13" name="Holder 6">
            <a:extLst>
              <a:ext uri="{FF2B5EF4-FFF2-40B4-BE49-F238E27FC236}">
                <a16:creationId xmlns:a16="http://schemas.microsoft.com/office/drawing/2014/main" id="{F2D706C3-33A9-5243-B948-806E9E28E951}"/>
              </a:ext>
            </a:extLst>
          </p:cNvPr>
          <p:cNvSpPr>
            <a:spLocks noGrp="1"/>
          </p:cNvSpPr>
          <p:nvPr>
            <p:ph type="sldNum" sz="quarter" idx="7"/>
          </p:nvPr>
        </p:nvSpPr>
        <p:spPr>
          <a:xfrm>
            <a:off x="11521440" y="6518701"/>
            <a:ext cx="375920" cy="150246"/>
          </a:xfrm>
          <a:prstGeom prst="rect">
            <a:avLst/>
          </a:prstGeom>
        </p:spPr>
        <p:txBody>
          <a:bodyPr lIns="0" tIns="0" rIns="0" bIns="0"/>
          <a:lstStyle>
            <a:lvl1pPr algn="r">
              <a:defRPr sz="1200" b="0" i="0">
                <a:solidFill>
                  <a:schemeClr val="bg1"/>
                </a:solidFill>
                <a:latin typeface="+mn-ea"/>
                <a:ea typeface="+mn-ea"/>
              </a:defRPr>
            </a:lvl1pPr>
          </a:lstStyle>
          <a:p>
            <a:fld id="{AC996294-C933-4CEB-A64A-3F05677A95D0}" type="slidenum">
              <a:rPr kumimoji="1" lang="ja-JP" altLang="en-US" smtClean="0"/>
              <a:t>‹#›</a:t>
            </a:fld>
            <a:endParaRPr kumimoji="1" lang="ja-JP" altLang="en-US"/>
          </a:p>
        </p:txBody>
      </p:sp>
      <p:sp>
        <p:nvSpPr>
          <p:cNvPr id="16" name="object 10">
            <a:extLst>
              <a:ext uri="{FF2B5EF4-FFF2-40B4-BE49-F238E27FC236}">
                <a16:creationId xmlns:a16="http://schemas.microsoft.com/office/drawing/2014/main" id="{C606A044-4610-7C43-8D37-13180508D5CA}"/>
              </a:ext>
            </a:extLst>
          </p:cNvPr>
          <p:cNvSpPr/>
          <p:nvPr/>
        </p:nvSpPr>
        <p:spPr>
          <a:xfrm>
            <a:off x="127000" y="325499"/>
            <a:ext cx="190500" cy="706755"/>
          </a:xfrm>
          <a:custGeom>
            <a:avLst/>
            <a:gdLst/>
            <a:ahLst/>
            <a:cxnLst/>
            <a:rect l="l" t="t" r="r" b="b"/>
            <a:pathLst>
              <a:path w="190500" h="706755">
                <a:moveTo>
                  <a:pt x="190500" y="0"/>
                </a:moveTo>
                <a:lnTo>
                  <a:pt x="0" y="0"/>
                </a:lnTo>
                <a:lnTo>
                  <a:pt x="0" y="706501"/>
                </a:lnTo>
                <a:lnTo>
                  <a:pt x="190500" y="516000"/>
                </a:lnTo>
                <a:lnTo>
                  <a:pt x="190500" y="0"/>
                </a:lnTo>
                <a:close/>
              </a:path>
            </a:pathLst>
          </a:custGeom>
          <a:solidFill>
            <a:schemeClr val="bg2"/>
          </a:solidFill>
        </p:spPr>
        <p:txBody>
          <a:bodyPr wrap="square" lIns="0" tIns="0" rIns="0" bIns="0" rtlCol="0"/>
          <a:lstStyle/>
          <a:p>
            <a:endParaRPr/>
          </a:p>
        </p:txBody>
      </p:sp>
      <p:sp>
        <p:nvSpPr>
          <p:cNvPr id="17" name="object 11">
            <a:extLst>
              <a:ext uri="{FF2B5EF4-FFF2-40B4-BE49-F238E27FC236}">
                <a16:creationId xmlns:a16="http://schemas.microsoft.com/office/drawing/2014/main" id="{BA922A8D-7A60-6446-AE73-13BDFB0ADE71}"/>
              </a:ext>
            </a:extLst>
          </p:cNvPr>
          <p:cNvSpPr/>
          <p:nvPr/>
        </p:nvSpPr>
        <p:spPr>
          <a:xfrm>
            <a:off x="0" y="0"/>
            <a:ext cx="317500" cy="6858000"/>
          </a:xfrm>
          <a:custGeom>
            <a:avLst/>
            <a:gdLst/>
            <a:ahLst/>
            <a:cxnLst/>
            <a:rect l="l" t="t" r="r" b="b"/>
            <a:pathLst>
              <a:path w="317500" h="6858000">
                <a:moveTo>
                  <a:pt x="317500" y="0"/>
                </a:moveTo>
                <a:lnTo>
                  <a:pt x="0" y="0"/>
                </a:lnTo>
                <a:lnTo>
                  <a:pt x="0" y="6858000"/>
                </a:lnTo>
                <a:lnTo>
                  <a:pt x="127000" y="6858000"/>
                </a:lnTo>
                <a:lnTo>
                  <a:pt x="127000" y="897001"/>
                </a:lnTo>
                <a:lnTo>
                  <a:pt x="317500" y="706501"/>
                </a:lnTo>
                <a:lnTo>
                  <a:pt x="317500" y="0"/>
                </a:lnTo>
                <a:close/>
              </a:path>
            </a:pathLst>
          </a:custGeom>
          <a:solidFill>
            <a:schemeClr val="tx2"/>
          </a:solidFill>
        </p:spPr>
        <p:txBody>
          <a:bodyPr wrap="square" lIns="0" tIns="0" rIns="0" bIns="0" rtlCol="0"/>
          <a:lstStyle/>
          <a:p>
            <a:endParaRPr/>
          </a:p>
        </p:txBody>
      </p:sp>
      <p:grpSp>
        <p:nvGrpSpPr>
          <p:cNvPr id="18" name="object 13">
            <a:extLst>
              <a:ext uri="{FF2B5EF4-FFF2-40B4-BE49-F238E27FC236}">
                <a16:creationId xmlns:a16="http://schemas.microsoft.com/office/drawing/2014/main" id="{3B9CA242-E922-4046-A4A0-2A19F5515D15}"/>
              </a:ext>
            </a:extLst>
          </p:cNvPr>
          <p:cNvGrpSpPr/>
          <p:nvPr/>
        </p:nvGrpSpPr>
        <p:grpSpPr>
          <a:xfrm>
            <a:off x="12065000" y="0"/>
            <a:ext cx="127000" cy="6858000"/>
            <a:chOff x="12065000" y="0"/>
            <a:chExt cx="127000" cy="6858000"/>
          </a:xfrm>
        </p:grpSpPr>
        <p:sp>
          <p:nvSpPr>
            <p:cNvPr id="19" name="object 14">
              <a:extLst>
                <a:ext uri="{FF2B5EF4-FFF2-40B4-BE49-F238E27FC236}">
                  <a16:creationId xmlns:a16="http://schemas.microsoft.com/office/drawing/2014/main" id="{CA4B219B-A175-EF40-A15F-A701A079558D}"/>
                </a:ext>
              </a:extLst>
            </p:cNvPr>
            <p:cNvSpPr/>
            <p:nvPr/>
          </p:nvSpPr>
          <p:spPr>
            <a:xfrm>
              <a:off x="12065000" y="0"/>
              <a:ext cx="127000" cy="5143500"/>
            </a:xfrm>
            <a:custGeom>
              <a:avLst/>
              <a:gdLst/>
              <a:ahLst/>
              <a:cxnLst/>
              <a:rect l="l" t="t" r="r" b="b"/>
              <a:pathLst>
                <a:path w="127000" h="5143500">
                  <a:moveTo>
                    <a:pt x="0" y="5143500"/>
                  </a:moveTo>
                  <a:lnTo>
                    <a:pt x="127000" y="5143500"/>
                  </a:lnTo>
                  <a:lnTo>
                    <a:pt x="127000" y="0"/>
                  </a:lnTo>
                  <a:lnTo>
                    <a:pt x="0" y="0"/>
                  </a:lnTo>
                  <a:lnTo>
                    <a:pt x="0" y="5143500"/>
                  </a:lnTo>
                  <a:close/>
                </a:path>
              </a:pathLst>
            </a:custGeom>
            <a:solidFill>
              <a:schemeClr val="tx2"/>
            </a:solidFill>
          </p:spPr>
          <p:txBody>
            <a:bodyPr wrap="square" lIns="0" tIns="0" rIns="0" bIns="0" rtlCol="0"/>
            <a:lstStyle/>
            <a:p>
              <a:endParaRPr/>
            </a:p>
          </p:txBody>
        </p:sp>
        <p:sp>
          <p:nvSpPr>
            <p:cNvPr id="20" name="object 15">
              <a:extLst>
                <a:ext uri="{FF2B5EF4-FFF2-40B4-BE49-F238E27FC236}">
                  <a16:creationId xmlns:a16="http://schemas.microsoft.com/office/drawing/2014/main" id="{C8D469FA-9FDD-EF41-ACCC-B01BE68742AB}"/>
                </a:ext>
              </a:extLst>
            </p:cNvPr>
            <p:cNvSpPr/>
            <p:nvPr/>
          </p:nvSpPr>
          <p:spPr>
            <a:xfrm>
              <a:off x="12065000" y="5143500"/>
              <a:ext cx="127000" cy="1714500"/>
            </a:xfrm>
            <a:custGeom>
              <a:avLst/>
              <a:gdLst/>
              <a:ahLst/>
              <a:cxnLst/>
              <a:rect l="l" t="t" r="r" b="b"/>
              <a:pathLst>
                <a:path w="127000" h="1714500">
                  <a:moveTo>
                    <a:pt x="127000" y="0"/>
                  </a:moveTo>
                  <a:lnTo>
                    <a:pt x="0" y="0"/>
                  </a:lnTo>
                  <a:lnTo>
                    <a:pt x="0" y="1714500"/>
                  </a:lnTo>
                  <a:lnTo>
                    <a:pt x="127000" y="1714500"/>
                  </a:lnTo>
                  <a:lnTo>
                    <a:pt x="127000" y="0"/>
                  </a:lnTo>
                  <a:close/>
                </a:path>
              </a:pathLst>
            </a:custGeom>
            <a:solidFill>
              <a:schemeClr val="bg2"/>
            </a:solidFill>
          </p:spPr>
          <p:txBody>
            <a:bodyPr wrap="square" lIns="0" tIns="0" rIns="0" bIns="0" rtlCol="0"/>
            <a:lstStyle/>
            <a:p>
              <a:endParaRPr/>
            </a:p>
          </p:txBody>
        </p:sp>
      </p:grpSp>
      <p:pic>
        <p:nvPicPr>
          <p:cNvPr id="21" name="図 20">
            <a:extLst>
              <a:ext uri="{FF2B5EF4-FFF2-40B4-BE49-F238E27FC236}">
                <a16:creationId xmlns:a16="http://schemas.microsoft.com/office/drawing/2014/main" id="{DCB5A4C5-DB82-7746-ADCF-9DE372DE0333}"/>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326390" y="6412407"/>
            <a:ext cx="772896" cy="256028"/>
          </a:xfrm>
          <a:prstGeom prst="rect">
            <a:avLst/>
          </a:prstGeom>
        </p:spPr>
      </p:pic>
      <p:sp>
        <p:nvSpPr>
          <p:cNvPr id="14" name="Holder 2">
            <a:extLst>
              <a:ext uri="{FF2B5EF4-FFF2-40B4-BE49-F238E27FC236}">
                <a16:creationId xmlns:a16="http://schemas.microsoft.com/office/drawing/2014/main" id="{BD27984B-A429-AB69-43C5-FC84C6AEC9D9}"/>
              </a:ext>
            </a:extLst>
          </p:cNvPr>
          <p:cNvSpPr>
            <a:spLocks noGrp="1"/>
          </p:cNvSpPr>
          <p:nvPr>
            <p:ph type="title"/>
          </p:nvPr>
        </p:nvSpPr>
        <p:spPr>
          <a:xfrm>
            <a:off x="661728" y="234190"/>
            <a:ext cx="10153650" cy="604519"/>
          </a:xfrm>
          <a:prstGeom prst="rect">
            <a:avLst/>
          </a:prstGeom>
        </p:spPr>
        <p:txBody>
          <a:bodyPr lIns="0" tIns="0" rIns="0" bIns="0"/>
          <a:lstStyle>
            <a:lvl1pPr>
              <a:defRPr sz="3800" b="0" i="0" spc="-70" baseline="0">
                <a:solidFill>
                  <a:schemeClr val="bg1"/>
                </a:solidFill>
                <a:latin typeface="+mj-ea"/>
                <a:ea typeface="+mj-ea"/>
                <a:cs typeface="游ゴシック" panose="020B0400000000000000" pitchFamily="50" charset="-128"/>
              </a:defRPr>
            </a:lvl1pPr>
          </a:lstStyle>
          <a:p>
            <a:r>
              <a:rPr lang="ja-JP" altLang="en-US"/>
              <a:t>マスター タイトルの書式設定</a:t>
            </a:r>
            <a:endParaRPr/>
          </a:p>
        </p:txBody>
      </p:sp>
    </p:spTree>
    <p:extLst>
      <p:ext uri="{BB962C8B-B14F-4D97-AF65-F5344CB8AC3E}">
        <p14:creationId xmlns:p14="http://schemas.microsoft.com/office/powerpoint/2010/main" val="1679844868"/>
      </p:ext>
    </p:extLst>
  </p:cSld>
  <p:clrMapOvr>
    <a:masterClrMapping/>
  </p:clrMapOvr>
  <p:extLst>
    <p:ext uri="{DCECCB84-F9BA-43D5-87BE-67443E8EF086}">
      <p15:sldGuideLst xmlns:p15="http://schemas.microsoft.com/office/powerpoint/2012/main">
        <p15:guide id="1" orient="horz" pos="3884">
          <p15:clr>
            <a:srgbClr val="FBAE40"/>
          </p15:clr>
        </p15:guide>
        <p15:guide id="3" orient="horz" pos="142">
          <p15:clr>
            <a:srgbClr val="FBAE40"/>
          </p15:clr>
        </p15:guide>
        <p15:guide id="4" pos="642">
          <p15:clr>
            <a:srgbClr val="FBAE40"/>
          </p15:clr>
        </p15:guide>
        <p15:guide id="5" pos="7038">
          <p15:clr>
            <a:srgbClr val="FBAE40"/>
          </p15:clr>
        </p15:guide>
        <p15:guide id="6" orient="horz" pos="777">
          <p15:clr>
            <a:srgbClr val="FBAE40"/>
          </p15:clr>
        </p15:guide>
        <p15:guide id="7" pos="3704">
          <p15:clr>
            <a:srgbClr val="FBAE40"/>
          </p15:clr>
        </p15:guide>
        <p15:guide id="8" pos="3976">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3_INDEX">
    <p:bg>
      <p:bgPr>
        <a:gradFill>
          <a:gsLst>
            <a:gs pos="0">
              <a:schemeClr val="bg1">
                <a:tint val="40000"/>
                <a:satMod val="350000"/>
              </a:schemeClr>
            </a:gs>
            <a:gs pos="40000">
              <a:schemeClr val="bg1">
                <a:tint val="45000"/>
                <a:shade val="99000"/>
                <a:satMod val="350000"/>
              </a:schemeClr>
            </a:gs>
            <a:gs pos="100000">
              <a:schemeClr val="tx2">
                <a:lumMod val="20000"/>
                <a:lumOff val="80000"/>
              </a:schemeClr>
            </a:gs>
          </a:gsLst>
          <a:path path="circle">
            <a:fillToRect l="50000" t="-80000" r="50000" b="180000"/>
          </a:path>
        </a:gradFill>
        <a:effectLst/>
      </p:bgPr>
    </p:bg>
    <p:spTree>
      <p:nvGrpSpPr>
        <p:cNvPr id="1" name=""/>
        <p:cNvGrpSpPr/>
        <p:nvPr/>
      </p:nvGrpSpPr>
      <p:grpSpPr>
        <a:xfrm>
          <a:off x="0" y="0"/>
          <a:ext cx="0" cy="0"/>
          <a:chOff x="0" y="0"/>
          <a:chExt cx="0" cy="0"/>
        </a:xfrm>
      </p:grpSpPr>
      <p:pic>
        <p:nvPicPr>
          <p:cNvPr id="14" name="図 13" descr="屋内, 座る, テーブル, コンピュータ が含まれている画像&#10;&#10;自動的に生成された説明">
            <a:extLst>
              <a:ext uri="{FF2B5EF4-FFF2-40B4-BE49-F238E27FC236}">
                <a16:creationId xmlns:a16="http://schemas.microsoft.com/office/drawing/2014/main" id="{DD874188-93A7-3B32-422C-99EB49306201}"/>
              </a:ext>
            </a:extLst>
          </p:cNvPr>
          <p:cNvPicPr>
            <a:picLocks noChangeAspect="1"/>
          </p:cNvPicPr>
          <p:nvPr userDrawn="1"/>
        </p:nvPicPr>
        <p:blipFill>
          <a:blip r:embed="rId2">
            <a:extLst>
              <a:ext uri="{28A0092B-C50C-407E-A947-70E740481C1C}">
                <a14:useLocalDpi xmlns:a14="http://schemas.microsoft.com/office/drawing/2010/main"/>
              </a:ext>
            </a:extLst>
          </a:blip>
          <a:srcRect l="34288"/>
          <a:stretch>
            <a:fillRect/>
          </a:stretch>
        </p:blipFill>
        <p:spPr>
          <a:xfrm>
            <a:off x="3818074" y="-26018"/>
            <a:ext cx="8011620" cy="6858000"/>
          </a:xfrm>
          <a:custGeom>
            <a:avLst/>
            <a:gdLst>
              <a:gd name="csX0" fmla="*/ 0 w 8011620"/>
              <a:gd name="csY0" fmla="*/ 0 h 6858000"/>
              <a:gd name="csX1" fmla="*/ 8011620 w 8011620"/>
              <a:gd name="csY1" fmla="*/ 0 h 6858000"/>
              <a:gd name="csX2" fmla="*/ 8011620 w 8011620"/>
              <a:gd name="csY2" fmla="*/ 6858000 h 6858000"/>
              <a:gd name="csX3" fmla="*/ 0 w 8011620"/>
              <a:gd name="csY3" fmla="*/ 6858000 h 6858000"/>
            </a:gdLst>
            <a:ahLst/>
            <a:cxnLst>
              <a:cxn ang="0">
                <a:pos x="csX0" y="csY0"/>
              </a:cxn>
              <a:cxn ang="0">
                <a:pos x="csX1" y="csY1"/>
              </a:cxn>
              <a:cxn ang="0">
                <a:pos x="csX2" y="csY2"/>
              </a:cxn>
              <a:cxn ang="0">
                <a:pos x="csX3" y="csY3"/>
              </a:cxn>
            </a:cxnLst>
            <a:rect l="l" t="t" r="r" b="b"/>
            <a:pathLst>
              <a:path w="8011620" h="6858000">
                <a:moveTo>
                  <a:pt x="0" y="0"/>
                </a:moveTo>
                <a:lnTo>
                  <a:pt x="8011620" y="0"/>
                </a:lnTo>
                <a:lnTo>
                  <a:pt x="8011620" y="6858000"/>
                </a:lnTo>
                <a:lnTo>
                  <a:pt x="0" y="6858000"/>
                </a:lnTo>
                <a:close/>
              </a:path>
            </a:pathLst>
          </a:custGeom>
        </p:spPr>
      </p:pic>
      <p:sp>
        <p:nvSpPr>
          <p:cNvPr id="6" name="Holder 6">
            <a:extLst>
              <a:ext uri="{FF2B5EF4-FFF2-40B4-BE49-F238E27FC236}">
                <a16:creationId xmlns:a16="http://schemas.microsoft.com/office/drawing/2014/main" id="{562E7341-9213-42C3-804D-2469A55D5955}"/>
              </a:ext>
            </a:extLst>
          </p:cNvPr>
          <p:cNvSpPr>
            <a:spLocks noGrp="1"/>
          </p:cNvSpPr>
          <p:nvPr>
            <p:ph type="sldNum" sz="quarter" idx="7"/>
          </p:nvPr>
        </p:nvSpPr>
        <p:spPr>
          <a:xfrm>
            <a:off x="11521440" y="6518701"/>
            <a:ext cx="375920" cy="150246"/>
          </a:xfrm>
          <a:prstGeom prst="rect">
            <a:avLst/>
          </a:prstGeom>
        </p:spPr>
        <p:txBody>
          <a:bodyPr lIns="0" tIns="0" rIns="0" bIns="0"/>
          <a:lstStyle>
            <a:lvl1pPr algn="r">
              <a:defRPr sz="1200" b="0" i="0">
                <a:solidFill>
                  <a:schemeClr val="bg1"/>
                </a:solidFill>
                <a:latin typeface="+mn-ea"/>
                <a:ea typeface="+mn-ea"/>
              </a:defRPr>
            </a:lvl1pPr>
          </a:lstStyle>
          <a:p>
            <a:fld id="{AC996294-C933-4CEB-A64A-3F05677A95D0}" type="slidenum">
              <a:rPr kumimoji="1" lang="ja-JP" altLang="en-US" smtClean="0"/>
              <a:t>‹#›</a:t>
            </a:fld>
            <a:endParaRPr kumimoji="1" lang="ja-JP" altLang="en-US"/>
          </a:p>
        </p:txBody>
      </p:sp>
      <p:sp>
        <p:nvSpPr>
          <p:cNvPr id="15" name="object 27">
            <a:extLst>
              <a:ext uri="{FF2B5EF4-FFF2-40B4-BE49-F238E27FC236}">
                <a16:creationId xmlns:a16="http://schemas.microsoft.com/office/drawing/2014/main" id="{180AC538-9F50-1611-0017-750990A8C813}"/>
              </a:ext>
            </a:extLst>
          </p:cNvPr>
          <p:cNvSpPr txBox="1"/>
          <p:nvPr userDrawn="1"/>
        </p:nvSpPr>
        <p:spPr>
          <a:xfrm>
            <a:off x="1254874" y="6641817"/>
            <a:ext cx="2540000" cy="166712"/>
          </a:xfrm>
          <a:prstGeom prst="rect">
            <a:avLst/>
          </a:prstGeom>
        </p:spPr>
        <p:txBody>
          <a:bodyPr vert="horz" wrap="square" lIns="0" tIns="12700" rIns="0" bIns="0" rtlCol="0">
            <a:spAutoFit/>
          </a:bodyPr>
          <a:lstStyle/>
          <a:p>
            <a:pPr marL="12700">
              <a:lnSpc>
                <a:spcPct val="100000"/>
              </a:lnSpc>
              <a:spcBef>
                <a:spcPts val="100"/>
              </a:spcBef>
            </a:pPr>
            <a:r>
              <a:rPr lang="en" sz="1000" b="1" i="0" spc="-5">
                <a:solidFill>
                  <a:schemeClr val="tx2"/>
                </a:solidFill>
                <a:latin typeface="+mj-ea"/>
                <a:ea typeface="+mj-ea"/>
                <a:cs typeface="Arial"/>
              </a:rPr>
              <a:t>NSW Inc. </a:t>
            </a:r>
            <a:r>
              <a:rPr lang="en" sz="1000" b="0" i="0" spc="-5">
                <a:solidFill>
                  <a:schemeClr val="tx2"/>
                </a:solidFill>
                <a:latin typeface="+mj-ea"/>
                <a:ea typeface="+mj-ea"/>
                <a:cs typeface="Arial"/>
              </a:rPr>
              <a:t>| Confidential and Proprietary</a:t>
            </a:r>
            <a:endParaRPr sz="1000" b="0" i="0">
              <a:solidFill>
                <a:schemeClr val="tx2"/>
              </a:solidFill>
              <a:latin typeface="+mj-ea"/>
              <a:ea typeface="+mj-ea"/>
              <a:cs typeface="Arial"/>
            </a:endParaRPr>
          </a:p>
        </p:txBody>
      </p:sp>
      <p:pic>
        <p:nvPicPr>
          <p:cNvPr id="16" name="図 15" descr="ロゴ&#10;&#10;自動的に生成された説明">
            <a:extLst>
              <a:ext uri="{FF2B5EF4-FFF2-40B4-BE49-F238E27FC236}">
                <a16:creationId xmlns:a16="http://schemas.microsoft.com/office/drawing/2014/main" id="{54C759D6-B411-005F-6D5A-BAB29297285D}"/>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293930" y="6550967"/>
            <a:ext cx="776605" cy="257561"/>
          </a:xfrm>
          <a:prstGeom prst="rect">
            <a:avLst/>
          </a:prstGeom>
        </p:spPr>
      </p:pic>
      <p:pic>
        <p:nvPicPr>
          <p:cNvPr id="20" name="図 19" descr="背景パターン&#10;&#10;自動的に生成された説明">
            <a:extLst>
              <a:ext uri="{FF2B5EF4-FFF2-40B4-BE49-F238E27FC236}">
                <a16:creationId xmlns:a16="http://schemas.microsoft.com/office/drawing/2014/main" id="{2D367742-EEED-4EBF-4EC6-B5E07A22268B}"/>
              </a:ext>
            </a:extLst>
          </p:cNvPr>
          <p:cNvPicPr>
            <a:picLocks noChangeAspect="1"/>
          </p:cNvPicPr>
          <p:nvPr userDrawn="1"/>
        </p:nvPicPr>
        <p:blipFill rotWithShape="1">
          <a:blip r:embed="rId4" cstate="print">
            <a:extLst>
              <a:ext uri="{28A0092B-C50C-407E-A947-70E740481C1C}">
                <a14:useLocalDpi xmlns:a14="http://schemas.microsoft.com/office/drawing/2010/main"/>
              </a:ext>
            </a:extLst>
          </a:blip>
          <a:srcRect r="35094"/>
          <a:stretch/>
        </p:blipFill>
        <p:spPr>
          <a:xfrm>
            <a:off x="3924960" y="-26018"/>
            <a:ext cx="8267040" cy="6858000"/>
          </a:xfrm>
          <a:custGeom>
            <a:avLst/>
            <a:gdLst>
              <a:gd name="csX0" fmla="*/ 0 w 7913358"/>
              <a:gd name="csY0" fmla="*/ 0 h 6858000"/>
              <a:gd name="csX1" fmla="*/ 7913358 w 7913358"/>
              <a:gd name="csY1" fmla="*/ 0 h 6858000"/>
              <a:gd name="csX2" fmla="*/ 7913358 w 7913358"/>
              <a:gd name="csY2" fmla="*/ 6858000 h 6858000"/>
              <a:gd name="csX3" fmla="*/ 0 w 7913358"/>
              <a:gd name="csY3" fmla="*/ 6858000 h 6858000"/>
            </a:gdLst>
            <a:ahLst/>
            <a:cxnLst>
              <a:cxn ang="0">
                <a:pos x="csX0" y="csY0"/>
              </a:cxn>
              <a:cxn ang="0">
                <a:pos x="csX1" y="csY1"/>
              </a:cxn>
              <a:cxn ang="0">
                <a:pos x="csX2" y="csY2"/>
              </a:cxn>
              <a:cxn ang="0">
                <a:pos x="csX3" y="csY3"/>
              </a:cxn>
            </a:cxnLst>
            <a:rect l="l" t="t" r="r" b="b"/>
            <a:pathLst>
              <a:path w="7913358" h="6858000">
                <a:moveTo>
                  <a:pt x="0" y="0"/>
                </a:moveTo>
                <a:lnTo>
                  <a:pt x="7913358" y="0"/>
                </a:lnTo>
                <a:lnTo>
                  <a:pt x="7913358" y="6858000"/>
                </a:lnTo>
                <a:lnTo>
                  <a:pt x="0" y="6858000"/>
                </a:lnTo>
                <a:close/>
              </a:path>
            </a:pathLst>
          </a:custGeom>
        </p:spPr>
      </p:pic>
    </p:spTree>
    <p:extLst>
      <p:ext uri="{BB962C8B-B14F-4D97-AF65-F5344CB8AC3E}">
        <p14:creationId xmlns:p14="http://schemas.microsoft.com/office/powerpoint/2010/main" val="670877210"/>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3838">
          <p15:clr>
            <a:srgbClr val="FBAE40"/>
          </p15:clr>
        </p15:guide>
        <p15:guide id="2" pos="2275">
          <p15:clr>
            <a:srgbClr val="FBAE40"/>
          </p15:clr>
        </p15:guide>
        <p15:guide id="3" orient="horz" pos="346">
          <p15:clr>
            <a:srgbClr val="FBAE40"/>
          </p15:clr>
        </p15:guide>
        <p15:guide id="4" pos="619">
          <p15:clr>
            <a:srgbClr val="FBAE40"/>
          </p15:clr>
        </p15:guide>
        <p15:guide id="5" pos="706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5_INDEX">
    <p:bg>
      <p:bgPr>
        <a:gradFill>
          <a:gsLst>
            <a:gs pos="0">
              <a:schemeClr val="bg1">
                <a:tint val="40000"/>
                <a:satMod val="350000"/>
              </a:schemeClr>
            </a:gs>
            <a:gs pos="40000">
              <a:schemeClr val="bg1">
                <a:tint val="45000"/>
                <a:shade val="99000"/>
                <a:satMod val="350000"/>
              </a:schemeClr>
            </a:gs>
            <a:gs pos="100000">
              <a:schemeClr val="tx2">
                <a:lumMod val="20000"/>
                <a:lumOff val="80000"/>
              </a:schemeClr>
            </a:gs>
          </a:gsLst>
          <a:path path="circle">
            <a:fillToRect l="50000" t="-80000" r="50000" b="180000"/>
          </a:path>
        </a:gradFill>
        <a:effectLst/>
      </p:bgPr>
    </p:bg>
    <p:spTree>
      <p:nvGrpSpPr>
        <p:cNvPr id="1" name=""/>
        <p:cNvGrpSpPr/>
        <p:nvPr/>
      </p:nvGrpSpPr>
      <p:grpSpPr>
        <a:xfrm>
          <a:off x="0" y="0"/>
          <a:ext cx="0" cy="0"/>
          <a:chOff x="0" y="0"/>
          <a:chExt cx="0" cy="0"/>
        </a:xfrm>
      </p:grpSpPr>
      <p:pic>
        <p:nvPicPr>
          <p:cNvPr id="14" name="図 13" descr="屋内, 座る, テーブル, コンピュータ が含まれている画像&#10;&#10;自動的に生成された説明">
            <a:extLst>
              <a:ext uri="{FF2B5EF4-FFF2-40B4-BE49-F238E27FC236}">
                <a16:creationId xmlns:a16="http://schemas.microsoft.com/office/drawing/2014/main" id="{DD874188-93A7-3B32-422C-99EB49306201}"/>
              </a:ext>
            </a:extLst>
          </p:cNvPr>
          <p:cNvPicPr>
            <a:picLocks noChangeAspect="1"/>
          </p:cNvPicPr>
          <p:nvPr userDrawn="1"/>
        </p:nvPicPr>
        <p:blipFill>
          <a:blip r:embed="rId2">
            <a:extLst>
              <a:ext uri="{28A0092B-C50C-407E-A947-70E740481C1C}">
                <a14:useLocalDpi xmlns:a14="http://schemas.microsoft.com/office/drawing/2010/main"/>
              </a:ext>
            </a:extLst>
          </a:blip>
          <a:srcRect l="34288"/>
          <a:stretch>
            <a:fillRect/>
          </a:stretch>
        </p:blipFill>
        <p:spPr>
          <a:xfrm>
            <a:off x="3818074" y="-26018"/>
            <a:ext cx="8011620" cy="6858000"/>
          </a:xfrm>
          <a:custGeom>
            <a:avLst/>
            <a:gdLst>
              <a:gd name="csX0" fmla="*/ 0 w 8011620"/>
              <a:gd name="csY0" fmla="*/ 0 h 6858000"/>
              <a:gd name="csX1" fmla="*/ 8011620 w 8011620"/>
              <a:gd name="csY1" fmla="*/ 0 h 6858000"/>
              <a:gd name="csX2" fmla="*/ 8011620 w 8011620"/>
              <a:gd name="csY2" fmla="*/ 6858000 h 6858000"/>
              <a:gd name="csX3" fmla="*/ 0 w 8011620"/>
              <a:gd name="csY3" fmla="*/ 6858000 h 6858000"/>
            </a:gdLst>
            <a:ahLst/>
            <a:cxnLst>
              <a:cxn ang="0">
                <a:pos x="csX0" y="csY0"/>
              </a:cxn>
              <a:cxn ang="0">
                <a:pos x="csX1" y="csY1"/>
              </a:cxn>
              <a:cxn ang="0">
                <a:pos x="csX2" y="csY2"/>
              </a:cxn>
              <a:cxn ang="0">
                <a:pos x="csX3" y="csY3"/>
              </a:cxn>
            </a:cxnLst>
            <a:rect l="l" t="t" r="r" b="b"/>
            <a:pathLst>
              <a:path w="8011620" h="6858000">
                <a:moveTo>
                  <a:pt x="0" y="0"/>
                </a:moveTo>
                <a:lnTo>
                  <a:pt x="8011620" y="0"/>
                </a:lnTo>
                <a:lnTo>
                  <a:pt x="8011620" y="6858000"/>
                </a:lnTo>
                <a:lnTo>
                  <a:pt x="0" y="6858000"/>
                </a:lnTo>
                <a:close/>
              </a:path>
            </a:pathLst>
          </a:custGeom>
        </p:spPr>
      </p:pic>
      <p:sp>
        <p:nvSpPr>
          <p:cNvPr id="5" name="object 2">
            <a:extLst>
              <a:ext uri="{FF2B5EF4-FFF2-40B4-BE49-F238E27FC236}">
                <a16:creationId xmlns:a16="http://schemas.microsoft.com/office/drawing/2014/main" id="{844EF896-2216-1049-85CC-9690A84CF016}"/>
              </a:ext>
            </a:extLst>
          </p:cNvPr>
          <p:cNvSpPr txBox="1"/>
          <p:nvPr/>
        </p:nvSpPr>
        <p:spPr>
          <a:xfrm>
            <a:off x="1254874" y="3141395"/>
            <a:ext cx="2670086" cy="878840"/>
          </a:xfrm>
          <a:prstGeom prst="rect">
            <a:avLst/>
          </a:prstGeom>
        </p:spPr>
        <p:txBody>
          <a:bodyPr vert="horz" wrap="square" lIns="0" tIns="12700" rIns="0" bIns="0" rtlCol="0">
            <a:spAutoFit/>
          </a:bodyPr>
          <a:lstStyle/>
          <a:p>
            <a:pPr marL="12700">
              <a:lnSpc>
                <a:spcPct val="100000"/>
              </a:lnSpc>
              <a:spcBef>
                <a:spcPts val="100"/>
              </a:spcBef>
            </a:pPr>
            <a:r>
              <a:rPr sz="5600" spc="-5">
                <a:solidFill>
                  <a:schemeClr val="tx2"/>
                </a:solidFill>
                <a:latin typeface="+mn-ea"/>
                <a:ea typeface="+mn-ea"/>
                <a:cs typeface="Roboto-Light"/>
              </a:rPr>
              <a:t>INDEX</a:t>
            </a:r>
            <a:endParaRPr sz="5600">
              <a:solidFill>
                <a:schemeClr val="tx2"/>
              </a:solidFill>
              <a:latin typeface="+mn-ea"/>
              <a:ea typeface="+mn-ea"/>
              <a:cs typeface="Roboto-Light"/>
            </a:endParaRPr>
          </a:p>
        </p:txBody>
      </p:sp>
      <p:sp>
        <p:nvSpPr>
          <p:cNvPr id="6" name="Holder 6">
            <a:extLst>
              <a:ext uri="{FF2B5EF4-FFF2-40B4-BE49-F238E27FC236}">
                <a16:creationId xmlns:a16="http://schemas.microsoft.com/office/drawing/2014/main" id="{562E7341-9213-42C3-804D-2469A55D5955}"/>
              </a:ext>
            </a:extLst>
          </p:cNvPr>
          <p:cNvSpPr>
            <a:spLocks noGrp="1"/>
          </p:cNvSpPr>
          <p:nvPr>
            <p:ph type="sldNum" sz="quarter" idx="7"/>
          </p:nvPr>
        </p:nvSpPr>
        <p:spPr>
          <a:xfrm>
            <a:off x="11521440" y="6518701"/>
            <a:ext cx="375920" cy="150246"/>
          </a:xfrm>
          <a:prstGeom prst="rect">
            <a:avLst/>
          </a:prstGeom>
        </p:spPr>
        <p:txBody>
          <a:bodyPr lIns="0" tIns="0" rIns="0" bIns="0"/>
          <a:lstStyle>
            <a:lvl1pPr algn="r">
              <a:defRPr sz="1200" b="0" i="0">
                <a:solidFill>
                  <a:schemeClr val="bg1"/>
                </a:solidFill>
                <a:latin typeface="+mn-ea"/>
                <a:ea typeface="+mn-ea"/>
              </a:defRPr>
            </a:lvl1pPr>
          </a:lstStyle>
          <a:p>
            <a:fld id="{AC996294-C933-4CEB-A64A-3F05677A95D0}" type="slidenum">
              <a:rPr kumimoji="1" lang="ja-JP" altLang="en-US" smtClean="0"/>
              <a:t>‹#›</a:t>
            </a:fld>
            <a:endParaRPr kumimoji="1" lang="ja-JP" altLang="en-US"/>
          </a:p>
        </p:txBody>
      </p:sp>
      <p:sp>
        <p:nvSpPr>
          <p:cNvPr id="15" name="object 27">
            <a:extLst>
              <a:ext uri="{FF2B5EF4-FFF2-40B4-BE49-F238E27FC236}">
                <a16:creationId xmlns:a16="http://schemas.microsoft.com/office/drawing/2014/main" id="{180AC538-9F50-1611-0017-750990A8C813}"/>
              </a:ext>
            </a:extLst>
          </p:cNvPr>
          <p:cNvSpPr txBox="1"/>
          <p:nvPr userDrawn="1"/>
        </p:nvSpPr>
        <p:spPr>
          <a:xfrm>
            <a:off x="1254874" y="6641817"/>
            <a:ext cx="2540000" cy="166712"/>
          </a:xfrm>
          <a:prstGeom prst="rect">
            <a:avLst/>
          </a:prstGeom>
        </p:spPr>
        <p:txBody>
          <a:bodyPr vert="horz" wrap="square" lIns="0" tIns="12700" rIns="0" bIns="0" rtlCol="0">
            <a:spAutoFit/>
          </a:bodyPr>
          <a:lstStyle/>
          <a:p>
            <a:pPr marL="12700">
              <a:lnSpc>
                <a:spcPct val="100000"/>
              </a:lnSpc>
              <a:spcBef>
                <a:spcPts val="100"/>
              </a:spcBef>
            </a:pPr>
            <a:r>
              <a:rPr lang="en" sz="1000" b="1" i="0" spc="-5">
                <a:solidFill>
                  <a:schemeClr val="tx2"/>
                </a:solidFill>
                <a:latin typeface="+mj-ea"/>
                <a:ea typeface="+mj-ea"/>
                <a:cs typeface="Arial"/>
              </a:rPr>
              <a:t>NSW Inc. </a:t>
            </a:r>
            <a:r>
              <a:rPr lang="en" sz="1000" b="0" i="0" spc="-5">
                <a:solidFill>
                  <a:schemeClr val="tx2"/>
                </a:solidFill>
                <a:latin typeface="+mj-ea"/>
                <a:ea typeface="+mj-ea"/>
                <a:cs typeface="Arial"/>
              </a:rPr>
              <a:t>| Confidential and Proprietary</a:t>
            </a:r>
            <a:endParaRPr sz="1000" b="0" i="0">
              <a:solidFill>
                <a:schemeClr val="tx2"/>
              </a:solidFill>
              <a:latin typeface="+mj-ea"/>
              <a:ea typeface="+mj-ea"/>
              <a:cs typeface="Arial"/>
            </a:endParaRPr>
          </a:p>
        </p:txBody>
      </p:sp>
      <p:pic>
        <p:nvPicPr>
          <p:cNvPr id="16" name="図 15" descr="ロゴ&#10;&#10;自動的に生成された説明">
            <a:extLst>
              <a:ext uri="{FF2B5EF4-FFF2-40B4-BE49-F238E27FC236}">
                <a16:creationId xmlns:a16="http://schemas.microsoft.com/office/drawing/2014/main" id="{54C759D6-B411-005F-6D5A-BAB29297285D}"/>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293930" y="6550967"/>
            <a:ext cx="776605" cy="257561"/>
          </a:xfrm>
          <a:prstGeom prst="rect">
            <a:avLst/>
          </a:prstGeom>
        </p:spPr>
      </p:pic>
      <p:pic>
        <p:nvPicPr>
          <p:cNvPr id="20" name="図 19" descr="背景パターン&#10;&#10;自動的に生成された説明">
            <a:extLst>
              <a:ext uri="{FF2B5EF4-FFF2-40B4-BE49-F238E27FC236}">
                <a16:creationId xmlns:a16="http://schemas.microsoft.com/office/drawing/2014/main" id="{2D367742-EEED-4EBF-4EC6-B5E07A22268B}"/>
              </a:ext>
            </a:extLst>
          </p:cNvPr>
          <p:cNvPicPr>
            <a:picLocks noChangeAspect="1"/>
          </p:cNvPicPr>
          <p:nvPr userDrawn="1"/>
        </p:nvPicPr>
        <p:blipFill rotWithShape="1">
          <a:blip r:embed="rId4" cstate="print">
            <a:extLst>
              <a:ext uri="{28A0092B-C50C-407E-A947-70E740481C1C}">
                <a14:useLocalDpi xmlns:a14="http://schemas.microsoft.com/office/drawing/2010/main"/>
              </a:ext>
            </a:extLst>
          </a:blip>
          <a:srcRect r="35094"/>
          <a:stretch/>
        </p:blipFill>
        <p:spPr>
          <a:xfrm>
            <a:off x="3924960" y="-26018"/>
            <a:ext cx="8267040" cy="6858000"/>
          </a:xfrm>
          <a:custGeom>
            <a:avLst/>
            <a:gdLst>
              <a:gd name="csX0" fmla="*/ 0 w 7913358"/>
              <a:gd name="csY0" fmla="*/ 0 h 6858000"/>
              <a:gd name="csX1" fmla="*/ 7913358 w 7913358"/>
              <a:gd name="csY1" fmla="*/ 0 h 6858000"/>
              <a:gd name="csX2" fmla="*/ 7913358 w 7913358"/>
              <a:gd name="csY2" fmla="*/ 6858000 h 6858000"/>
              <a:gd name="csX3" fmla="*/ 0 w 7913358"/>
              <a:gd name="csY3" fmla="*/ 6858000 h 6858000"/>
            </a:gdLst>
            <a:ahLst/>
            <a:cxnLst>
              <a:cxn ang="0">
                <a:pos x="csX0" y="csY0"/>
              </a:cxn>
              <a:cxn ang="0">
                <a:pos x="csX1" y="csY1"/>
              </a:cxn>
              <a:cxn ang="0">
                <a:pos x="csX2" y="csY2"/>
              </a:cxn>
              <a:cxn ang="0">
                <a:pos x="csX3" y="csY3"/>
              </a:cxn>
            </a:cxnLst>
            <a:rect l="l" t="t" r="r" b="b"/>
            <a:pathLst>
              <a:path w="7913358" h="6858000">
                <a:moveTo>
                  <a:pt x="0" y="0"/>
                </a:moveTo>
                <a:lnTo>
                  <a:pt x="7913358" y="0"/>
                </a:lnTo>
                <a:lnTo>
                  <a:pt x="7913358" y="6858000"/>
                </a:lnTo>
                <a:lnTo>
                  <a:pt x="0" y="6858000"/>
                </a:lnTo>
                <a:close/>
              </a:path>
            </a:pathLst>
          </a:custGeom>
        </p:spPr>
      </p:pic>
    </p:spTree>
    <p:extLst>
      <p:ext uri="{BB962C8B-B14F-4D97-AF65-F5344CB8AC3E}">
        <p14:creationId xmlns:p14="http://schemas.microsoft.com/office/powerpoint/2010/main" val="2119339679"/>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3838">
          <p15:clr>
            <a:srgbClr val="FBAE40"/>
          </p15:clr>
        </p15:guide>
        <p15:guide id="2" pos="2275">
          <p15:clr>
            <a:srgbClr val="FBAE40"/>
          </p15:clr>
        </p15:guide>
        <p15:guide id="3" orient="horz" pos="346">
          <p15:clr>
            <a:srgbClr val="FBAE40"/>
          </p15:clr>
        </p15:guide>
        <p15:guide id="4" pos="619">
          <p15:clr>
            <a:srgbClr val="FBAE40"/>
          </p15:clr>
        </p15:guide>
        <p15:guide id="5" pos="706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4_INDEX">
    <p:spTree>
      <p:nvGrpSpPr>
        <p:cNvPr id="1" name=""/>
        <p:cNvGrpSpPr/>
        <p:nvPr/>
      </p:nvGrpSpPr>
      <p:grpSpPr>
        <a:xfrm>
          <a:off x="0" y="0"/>
          <a:ext cx="0" cy="0"/>
          <a:chOff x="0" y="0"/>
          <a:chExt cx="0" cy="0"/>
        </a:xfrm>
      </p:grpSpPr>
      <p:pic>
        <p:nvPicPr>
          <p:cNvPr id="3" name="図 2" descr="屋内, 座る, テーブル, コンピュータ が含まれている画像&#10;&#10;自動的に生成された説明">
            <a:extLst>
              <a:ext uri="{FF2B5EF4-FFF2-40B4-BE49-F238E27FC236}">
                <a16:creationId xmlns:a16="http://schemas.microsoft.com/office/drawing/2014/main" id="{9F587420-997C-4D4E-B3E0-2697D954CD59}"/>
              </a:ext>
            </a:extLst>
          </p:cNvPr>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5" name="object 2">
            <a:extLst>
              <a:ext uri="{FF2B5EF4-FFF2-40B4-BE49-F238E27FC236}">
                <a16:creationId xmlns:a16="http://schemas.microsoft.com/office/drawing/2014/main" id="{844EF896-2216-1049-85CC-9690A84CF016}"/>
              </a:ext>
            </a:extLst>
          </p:cNvPr>
          <p:cNvSpPr txBox="1"/>
          <p:nvPr/>
        </p:nvSpPr>
        <p:spPr>
          <a:xfrm>
            <a:off x="982664" y="2952709"/>
            <a:ext cx="3200538" cy="878840"/>
          </a:xfrm>
          <a:prstGeom prst="rect">
            <a:avLst/>
          </a:prstGeom>
        </p:spPr>
        <p:txBody>
          <a:bodyPr vert="horz" wrap="square" lIns="0" tIns="12700" rIns="0" bIns="0" rtlCol="0">
            <a:spAutoFit/>
          </a:bodyPr>
          <a:lstStyle/>
          <a:p>
            <a:pPr marL="12700">
              <a:lnSpc>
                <a:spcPct val="100000"/>
              </a:lnSpc>
              <a:spcBef>
                <a:spcPts val="100"/>
              </a:spcBef>
            </a:pPr>
            <a:r>
              <a:rPr sz="5600" spc="-5">
                <a:solidFill>
                  <a:schemeClr val="tx2"/>
                </a:solidFill>
                <a:latin typeface="+mn-ea"/>
                <a:ea typeface="+mn-ea"/>
                <a:cs typeface="Roboto-Light"/>
              </a:rPr>
              <a:t>INDEX</a:t>
            </a:r>
            <a:endParaRPr sz="5600">
              <a:solidFill>
                <a:schemeClr val="tx2"/>
              </a:solidFill>
              <a:latin typeface="+mn-ea"/>
              <a:ea typeface="+mn-ea"/>
              <a:cs typeface="Roboto-Light"/>
            </a:endParaRPr>
          </a:p>
        </p:txBody>
      </p:sp>
      <p:sp>
        <p:nvSpPr>
          <p:cNvPr id="6" name="Holder 6">
            <a:extLst>
              <a:ext uri="{FF2B5EF4-FFF2-40B4-BE49-F238E27FC236}">
                <a16:creationId xmlns:a16="http://schemas.microsoft.com/office/drawing/2014/main" id="{562E7341-9213-42C3-804D-2469A55D5955}"/>
              </a:ext>
            </a:extLst>
          </p:cNvPr>
          <p:cNvSpPr>
            <a:spLocks noGrp="1"/>
          </p:cNvSpPr>
          <p:nvPr>
            <p:ph type="sldNum" sz="quarter" idx="7"/>
          </p:nvPr>
        </p:nvSpPr>
        <p:spPr>
          <a:xfrm>
            <a:off x="11521440" y="6518701"/>
            <a:ext cx="375920" cy="150246"/>
          </a:xfrm>
          <a:prstGeom prst="rect">
            <a:avLst/>
          </a:prstGeom>
        </p:spPr>
        <p:txBody>
          <a:bodyPr lIns="0" tIns="0" rIns="0" bIns="0"/>
          <a:lstStyle>
            <a:lvl1pPr algn="r">
              <a:defRPr sz="1200" b="0" i="0">
                <a:solidFill>
                  <a:schemeClr val="bg1"/>
                </a:solidFill>
                <a:latin typeface="+mn-ea"/>
                <a:ea typeface="+mn-ea"/>
              </a:defRPr>
            </a:lvl1pPr>
          </a:lstStyle>
          <a:p>
            <a:fld id="{AC996294-C933-4CEB-A64A-3F05677A95D0}" type="slidenum">
              <a:rPr kumimoji="1" lang="ja-JP" altLang="en-US" smtClean="0"/>
              <a:t>‹#›</a:t>
            </a:fld>
            <a:endParaRPr kumimoji="1" lang="ja-JP" altLang="en-US"/>
          </a:p>
        </p:txBody>
      </p:sp>
    </p:spTree>
    <p:extLst>
      <p:ext uri="{BB962C8B-B14F-4D97-AF65-F5344CB8AC3E}">
        <p14:creationId xmlns:p14="http://schemas.microsoft.com/office/powerpoint/2010/main" val="2400073875"/>
      </p:ext>
    </p:extLst>
  </p:cSld>
  <p:clrMapOvr>
    <a:masterClrMapping/>
  </p:clrMapOvr>
  <p:extLst>
    <p:ext uri="{DCECCB84-F9BA-43D5-87BE-67443E8EF086}">
      <p15:sldGuideLst xmlns:p15="http://schemas.microsoft.com/office/powerpoint/2012/main">
        <p15:guide id="1" orient="horz" pos="3838">
          <p15:clr>
            <a:srgbClr val="FBAE40"/>
          </p15:clr>
        </p15:guide>
        <p15:guide id="2" pos="2275">
          <p15:clr>
            <a:srgbClr val="FBAE40"/>
          </p15:clr>
        </p15:guide>
        <p15:guide id="3" orient="horz" pos="346">
          <p15:clr>
            <a:srgbClr val="FBAE40"/>
          </p15:clr>
        </p15:guide>
        <p15:guide id="4" pos="619">
          <p15:clr>
            <a:srgbClr val="FBAE40"/>
          </p15:clr>
        </p15:guide>
        <p15:guide id="5" pos="706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4_TOBIRA">
    <p:spTree>
      <p:nvGrpSpPr>
        <p:cNvPr id="1" name=""/>
        <p:cNvGrpSpPr/>
        <p:nvPr/>
      </p:nvGrpSpPr>
      <p:grpSpPr>
        <a:xfrm>
          <a:off x="0" y="0"/>
          <a:ext cx="0" cy="0"/>
          <a:chOff x="0" y="0"/>
          <a:chExt cx="0" cy="0"/>
        </a:xfrm>
      </p:grpSpPr>
      <p:pic>
        <p:nvPicPr>
          <p:cNvPr id="7" name="図 6" descr="背景パターン が含まれている画像&#10;&#10;自動的に生成された説明">
            <a:extLst>
              <a:ext uri="{FF2B5EF4-FFF2-40B4-BE49-F238E27FC236}">
                <a16:creationId xmlns:a16="http://schemas.microsoft.com/office/drawing/2014/main" id="{A415ADC2-F3EB-804F-88FF-C6D5A3F64789}"/>
              </a:ext>
            </a:extLst>
          </p:cNvPr>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4" name="object 27">
            <a:extLst>
              <a:ext uri="{FF2B5EF4-FFF2-40B4-BE49-F238E27FC236}">
                <a16:creationId xmlns:a16="http://schemas.microsoft.com/office/drawing/2014/main" id="{E2B5DF63-EE46-3148-8704-03CB0A7FD340}"/>
              </a:ext>
            </a:extLst>
          </p:cNvPr>
          <p:cNvSpPr txBox="1"/>
          <p:nvPr/>
        </p:nvSpPr>
        <p:spPr>
          <a:xfrm>
            <a:off x="1283625" y="6509295"/>
            <a:ext cx="2540000" cy="166712"/>
          </a:xfrm>
          <a:prstGeom prst="rect">
            <a:avLst/>
          </a:prstGeom>
        </p:spPr>
        <p:txBody>
          <a:bodyPr vert="horz" wrap="square" lIns="0" tIns="12700" rIns="0" bIns="0" rtlCol="0">
            <a:spAutoFit/>
          </a:bodyPr>
          <a:lstStyle/>
          <a:p>
            <a:pPr marL="12700">
              <a:lnSpc>
                <a:spcPct val="100000"/>
              </a:lnSpc>
              <a:spcBef>
                <a:spcPts val="100"/>
              </a:spcBef>
            </a:pPr>
            <a:r>
              <a:rPr lang="en" sz="1000" b="1" i="0" spc="-5">
                <a:solidFill>
                  <a:schemeClr val="tx2"/>
                </a:solidFill>
                <a:latin typeface="+mj-ea"/>
                <a:ea typeface="+mj-ea"/>
                <a:cs typeface="Arial"/>
              </a:rPr>
              <a:t>NSW Inc. </a:t>
            </a:r>
            <a:r>
              <a:rPr lang="en" sz="1000" b="0" i="0" spc="-5">
                <a:solidFill>
                  <a:schemeClr val="tx2"/>
                </a:solidFill>
                <a:latin typeface="+mj-ea"/>
                <a:ea typeface="+mj-ea"/>
                <a:cs typeface="Arial"/>
              </a:rPr>
              <a:t>| Confidential and Proprietary</a:t>
            </a:r>
            <a:endParaRPr sz="1000" b="0" i="0">
              <a:solidFill>
                <a:schemeClr val="tx2"/>
              </a:solidFill>
              <a:latin typeface="+mj-ea"/>
              <a:ea typeface="+mj-ea"/>
              <a:cs typeface="Arial"/>
            </a:endParaRPr>
          </a:p>
        </p:txBody>
      </p:sp>
      <p:pic>
        <p:nvPicPr>
          <p:cNvPr id="10" name="図 9" descr="ロゴ&#10;&#10;自動的に生成された説明">
            <a:extLst>
              <a:ext uri="{FF2B5EF4-FFF2-40B4-BE49-F238E27FC236}">
                <a16:creationId xmlns:a16="http://schemas.microsoft.com/office/drawing/2014/main" id="{1ACA1B12-1784-4646-9AD6-A0A3998E3C1B}"/>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322681" y="6418445"/>
            <a:ext cx="776605" cy="257561"/>
          </a:xfrm>
          <a:prstGeom prst="rect">
            <a:avLst/>
          </a:prstGeom>
        </p:spPr>
      </p:pic>
      <p:sp>
        <p:nvSpPr>
          <p:cNvPr id="8" name="Holder 6">
            <a:extLst>
              <a:ext uri="{FF2B5EF4-FFF2-40B4-BE49-F238E27FC236}">
                <a16:creationId xmlns:a16="http://schemas.microsoft.com/office/drawing/2014/main" id="{E84DCF86-5E44-446F-8386-E513A3D4DBC1}"/>
              </a:ext>
            </a:extLst>
          </p:cNvPr>
          <p:cNvSpPr>
            <a:spLocks noGrp="1"/>
          </p:cNvSpPr>
          <p:nvPr>
            <p:ph type="sldNum" sz="quarter" idx="7"/>
          </p:nvPr>
        </p:nvSpPr>
        <p:spPr>
          <a:xfrm>
            <a:off x="11521440" y="6518701"/>
            <a:ext cx="375920" cy="150246"/>
          </a:xfrm>
          <a:prstGeom prst="rect">
            <a:avLst/>
          </a:prstGeom>
        </p:spPr>
        <p:txBody>
          <a:bodyPr lIns="0" tIns="0" rIns="0" bIns="0"/>
          <a:lstStyle>
            <a:lvl1pPr algn="r">
              <a:defRPr sz="1200" b="0" i="0">
                <a:solidFill>
                  <a:schemeClr val="tx1"/>
                </a:solidFill>
                <a:latin typeface="+mn-ea"/>
                <a:ea typeface="+mn-ea"/>
              </a:defRPr>
            </a:lvl1pPr>
          </a:lstStyle>
          <a:p>
            <a:fld id="{AC996294-C933-4CEB-A64A-3F05677A95D0}" type="slidenum">
              <a:rPr kumimoji="1" lang="ja-JP" altLang="en-US" smtClean="0"/>
              <a:t>‹#›</a:t>
            </a:fld>
            <a:endParaRPr kumimoji="1" lang="ja-JP" altLang="en-US"/>
          </a:p>
        </p:txBody>
      </p:sp>
      <p:sp>
        <p:nvSpPr>
          <p:cNvPr id="5" name="タイトル 4">
            <a:extLst>
              <a:ext uri="{FF2B5EF4-FFF2-40B4-BE49-F238E27FC236}">
                <a16:creationId xmlns:a16="http://schemas.microsoft.com/office/drawing/2014/main" id="{8B78541C-58DC-4105-A87E-4C71A9D25300}"/>
              </a:ext>
            </a:extLst>
          </p:cNvPr>
          <p:cNvSpPr>
            <a:spLocks noGrp="1"/>
          </p:cNvSpPr>
          <p:nvPr>
            <p:ph type="title" hasCustomPrompt="1"/>
          </p:nvPr>
        </p:nvSpPr>
        <p:spPr>
          <a:xfrm>
            <a:off x="0" y="2870883"/>
            <a:ext cx="12192000" cy="769441"/>
          </a:xfrm>
          <a:prstGeom prst="rect">
            <a:avLst/>
          </a:prstGeom>
        </p:spPr>
        <p:txBody>
          <a:bodyPr lIns="0" tIns="0" rIns="0" bIns="0" anchor="ctr" anchorCtr="0">
            <a:spAutoFit/>
          </a:bodyPr>
          <a:lstStyle>
            <a:lvl1pPr algn="ctr">
              <a:defRPr>
                <a:solidFill>
                  <a:schemeClr val="bg1"/>
                </a:solidFill>
              </a:defRPr>
            </a:lvl1pPr>
          </a:lstStyle>
          <a:p>
            <a:r>
              <a:rPr kumimoji="1" lang="en-US" altLang="ja-JP"/>
              <a:t>NSW</a:t>
            </a:r>
            <a:r>
              <a:rPr kumimoji="1" lang="ja-JP" altLang="en-US"/>
              <a:t>のご紹介</a:t>
            </a:r>
          </a:p>
        </p:txBody>
      </p:sp>
    </p:spTree>
    <p:extLst>
      <p:ext uri="{BB962C8B-B14F-4D97-AF65-F5344CB8AC3E}">
        <p14:creationId xmlns:p14="http://schemas.microsoft.com/office/powerpoint/2010/main" val="2603439444"/>
      </p:ext>
    </p:extLst>
  </p:cSld>
  <p:clrMapOvr>
    <a:masterClrMapping/>
  </p:clrMapOvr>
  <p:extLst>
    <p:ext uri="{DCECCB84-F9BA-43D5-87BE-67443E8EF086}">
      <p15:sldGuideLst xmlns:p15="http://schemas.microsoft.com/office/powerpoint/2012/main">
        <p15:guide id="1" orient="horz" pos="3838">
          <p15:clr>
            <a:srgbClr val="FBAE40"/>
          </p15:clr>
        </p15:guide>
        <p15:guide id="2" pos="2275">
          <p15:clr>
            <a:srgbClr val="FBAE40"/>
          </p15:clr>
        </p15:guide>
        <p15:guide id="3" orient="horz" pos="346">
          <p15:clr>
            <a:srgbClr val="FBAE40"/>
          </p15:clr>
        </p15:guide>
        <p15:guide id="4" pos="619">
          <p15:clr>
            <a:srgbClr val="FBAE40"/>
          </p15:clr>
        </p15:guide>
        <p15:guide id="5" pos="706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5_HAKUSIH">
    <p:spTree>
      <p:nvGrpSpPr>
        <p:cNvPr id="1" name=""/>
        <p:cNvGrpSpPr/>
        <p:nvPr/>
      </p:nvGrpSpPr>
      <p:grpSpPr>
        <a:xfrm>
          <a:off x="0" y="0"/>
          <a:ext cx="0" cy="0"/>
          <a:chOff x="0" y="0"/>
          <a:chExt cx="0" cy="0"/>
        </a:xfrm>
      </p:grpSpPr>
      <p:sp>
        <p:nvSpPr>
          <p:cNvPr id="3" name="Holder 6">
            <a:extLst>
              <a:ext uri="{FF2B5EF4-FFF2-40B4-BE49-F238E27FC236}">
                <a16:creationId xmlns:a16="http://schemas.microsoft.com/office/drawing/2014/main" id="{2E802A7A-3293-4D62-807F-50017565664B}"/>
              </a:ext>
            </a:extLst>
          </p:cNvPr>
          <p:cNvSpPr>
            <a:spLocks noGrp="1"/>
          </p:cNvSpPr>
          <p:nvPr>
            <p:ph type="sldNum" sz="quarter" idx="7"/>
          </p:nvPr>
        </p:nvSpPr>
        <p:spPr>
          <a:xfrm>
            <a:off x="11521440" y="6518701"/>
            <a:ext cx="375920" cy="150246"/>
          </a:xfrm>
          <a:prstGeom prst="rect">
            <a:avLst/>
          </a:prstGeom>
        </p:spPr>
        <p:txBody>
          <a:bodyPr lIns="0" tIns="0" rIns="0" bIns="0"/>
          <a:lstStyle>
            <a:lvl1pPr algn="r">
              <a:defRPr sz="1200" b="0" i="0">
                <a:solidFill>
                  <a:schemeClr val="tx1"/>
                </a:solidFill>
                <a:latin typeface="+mn-ea"/>
                <a:ea typeface="+mn-ea"/>
              </a:defRPr>
            </a:lvl1pPr>
          </a:lstStyle>
          <a:p>
            <a:fld id="{AC996294-C933-4CEB-A64A-3F05677A95D0}" type="slidenum">
              <a:rPr kumimoji="1" lang="ja-JP" altLang="en-US" smtClean="0"/>
              <a:t>‹#›</a:t>
            </a:fld>
            <a:endParaRPr kumimoji="1" lang="ja-JP" altLang="en-US"/>
          </a:p>
        </p:txBody>
      </p:sp>
    </p:spTree>
    <p:extLst>
      <p:ext uri="{BB962C8B-B14F-4D97-AF65-F5344CB8AC3E}">
        <p14:creationId xmlns:p14="http://schemas.microsoft.com/office/powerpoint/2010/main" val="1735764092"/>
      </p:ext>
    </p:extLst>
  </p:cSld>
  <p:clrMapOvr>
    <a:masterClrMapping/>
  </p:clrMapOvr>
  <p:extLst>
    <p:ext uri="{DCECCB84-F9BA-43D5-87BE-67443E8EF086}">
      <p15:sldGuideLst xmlns:p15="http://schemas.microsoft.com/office/powerpoint/2012/main">
        <p15:guide id="1" orient="horz" pos="3838">
          <p15:clr>
            <a:srgbClr val="FBAE40"/>
          </p15:clr>
        </p15:guide>
        <p15:guide id="2" pos="2275">
          <p15:clr>
            <a:srgbClr val="FBAE40"/>
          </p15:clr>
        </p15:guide>
        <p15:guide id="3" orient="horz" pos="346">
          <p15:clr>
            <a:srgbClr val="FBAE40"/>
          </p15:clr>
        </p15:guide>
        <p15:guide id="4" pos="619">
          <p15:clr>
            <a:srgbClr val="FBAE40"/>
          </p15:clr>
        </p15:guide>
        <p15:guide id="5" pos="706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6_End_1A">
    <p:spTree>
      <p:nvGrpSpPr>
        <p:cNvPr id="1" name=""/>
        <p:cNvGrpSpPr/>
        <p:nvPr/>
      </p:nvGrpSpPr>
      <p:grpSpPr>
        <a:xfrm>
          <a:off x="0" y="0"/>
          <a:ext cx="0" cy="0"/>
          <a:chOff x="0" y="0"/>
          <a:chExt cx="0" cy="0"/>
        </a:xfrm>
      </p:grpSpPr>
      <p:sp>
        <p:nvSpPr>
          <p:cNvPr id="3" name="Holder 6">
            <a:extLst>
              <a:ext uri="{FF2B5EF4-FFF2-40B4-BE49-F238E27FC236}">
                <a16:creationId xmlns:a16="http://schemas.microsoft.com/office/drawing/2014/main" id="{2E802A7A-3293-4D62-807F-50017565664B}"/>
              </a:ext>
            </a:extLst>
          </p:cNvPr>
          <p:cNvSpPr>
            <a:spLocks noGrp="1"/>
          </p:cNvSpPr>
          <p:nvPr>
            <p:ph type="sldNum" sz="quarter" idx="7"/>
          </p:nvPr>
        </p:nvSpPr>
        <p:spPr>
          <a:xfrm>
            <a:off x="11521440" y="6518701"/>
            <a:ext cx="375920" cy="150246"/>
          </a:xfrm>
          <a:prstGeom prst="rect">
            <a:avLst/>
          </a:prstGeom>
        </p:spPr>
        <p:txBody>
          <a:bodyPr lIns="0" tIns="0" rIns="0" bIns="0"/>
          <a:lstStyle>
            <a:lvl1pPr algn="r">
              <a:defRPr sz="1200" b="0" i="0">
                <a:solidFill>
                  <a:schemeClr val="tx1"/>
                </a:solidFill>
                <a:latin typeface="+mn-ea"/>
                <a:ea typeface="+mn-ea"/>
              </a:defRPr>
            </a:lvl1pPr>
          </a:lstStyle>
          <a:p>
            <a:fld id="{AC996294-C933-4CEB-A64A-3F05677A95D0}" type="slidenum">
              <a:rPr kumimoji="1" lang="ja-JP" altLang="en-US" smtClean="0"/>
              <a:t>‹#›</a:t>
            </a:fld>
            <a:endParaRPr kumimoji="1" lang="ja-JP" altLang="en-US"/>
          </a:p>
        </p:txBody>
      </p:sp>
      <p:pic>
        <p:nvPicPr>
          <p:cNvPr id="4" name="図 3" descr="背景パターン&#10;&#10;自動的に生成された説明">
            <a:extLst>
              <a:ext uri="{FF2B5EF4-FFF2-40B4-BE49-F238E27FC236}">
                <a16:creationId xmlns:a16="http://schemas.microsoft.com/office/drawing/2014/main" id="{5FCD608E-6C1C-1E41-B772-232108635A8B}"/>
              </a:ext>
            </a:extLst>
          </p:cNvPr>
          <p:cNvPicPr>
            <a:picLocks noChangeAspect="1"/>
          </p:cNvPicPr>
          <p:nvPr/>
        </p:nvPicPr>
        <p:blipFill rotWithShape="1">
          <a:blip r:embed="rId2" cstate="print">
            <a:extLst>
              <a:ext uri="{28A0092B-C50C-407E-A947-70E740481C1C}">
                <a14:useLocalDpi xmlns:a14="http://schemas.microsoft.com/office/drawing/2010/main"/>
              </a:ext>
            </a:extLst>
          </a:blip>
          <a:srcRect/>
          <a:stretch/>
        </p:blipFill>
        <p:spPr>
          <a:xfrm>
            <a:off x="0" y="0"/>
            <a:ext cx="12192000" cy="6858000"/>
          </a:xfrm>
          <a:prstGeom prst="rect">
            <a:avLst/>
          </a:prstGeom>
        </p:spPr>
      </p:pic>
      <p:pic>
        <p:nvPicPr>
          <p:cNvPr id="5" name="図 4" descr="ロゴ&#10;&#10;自動的に生成された説明">
            <a:extLst>
              <a:ext uri="{FF2B5EF4-FFF2-40B4-BE49-F238E27FC236}">
                <a16:creationId xmlns:a16="http://schemas.microsoft.com/office/drawing/2014/main" id="{DCC75DFB-5531-D745-A4B7-D4A342A58E4A}"/>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3605851" y="2536027"/>
            <a:ext cx="3865740" cy="1282072"/>
          </a:xfrm>
          <a:prstGeom prst="rect">
            <a:avLst/>
          </a:prstGeom>
        </p:spPr>
      </p:pic>
      <p:sp>
        <p:nvSpPr>
          <p:cNvPr id="6" name="object 15">
            <a:extLst>
              <a:ext uri="{FF2B5EF4-FFF2-40B4-BE49-F238E27FC236}">
                <a16:creationId xmlns:a16="http://schemas.microsoft.com/office/drawing/2014/main" id="{126A20F3-C92D-2E48-9296-AB2C8C90698E}"/>
              </a:ext>
            </a:extLst>
          </p:cNvPr>
          <p:cNvSpPr/>
          <p:nvPr/>
        </p:nvSpPr>
        <p:spPr>
          <a:xfrm>
            <a:off x="12065000" y="1"/>
            <a:ext cx="129600" cy="6858000"/>
          </a:xfrm>
          <a:custGeom>
            <a:avLst/>
            <a:gdLst/>
            <a:ahLst/>
            <a:cxnLst/>
            <a:rect l="l" t="t" r="r" b="b"/>
            <a:pathLst>
              <a:path w="127000" h="1714500">
                <a:moveTo>
                  <a:pt x="127000" y="0"/>
                </a:moveTo>
                <a:lnTo>
                  <a:pt x="0" y="0"/>
                </a:lnTo>
                <a:lnTo>
                  <a:pt x="0" y="1714500"/>
                </a:lnTo>
                <a:lnTo>
                  <a:pt x="127000" y="1714500"/>
                </a:lnTo>
                <a:lnTo>
                  <a:pt x="127000" y="0"/>
                </a:lnTo>
                <a:close/>
              </a:path>
            </a:pathLst>
          </a:custGeom>
          <a:solidFill>
            <a:srgbClr val="3278E6"/>
          </a:solidFill>
        </p:spPr>
        <p:txBody>
          <a:bodyPr wrap="square" lIns="0" tIns="0" rIns="0" bIns="0" rtlCol="0"/>
          <a:lstStyle/>
          <a:p>
            <a:endParaRPr/>
          </a:p>
        </p:txBody>
      </p:sp>
      <p:sp>
        <p:nvSpPr>
          <p:cNvPr id="7" name="object 15">
            <a:extLst>
              <a:ext uri="{FF2B5EF4-FFF2-40B4-BE49-F238E27FC236}">
                <a16:creationId xmlns:a16="http://schemas.microsoft.com/office/drawing/2014/main" id="{7B6DBFC3-B59A-ED43-8E98-2E0971D319D0}"/>
              </a:ext>
            </a:extLst>
          </p:cNvPr>
          <p:cNvSpPr/>
          <p:nvPr/>
        </p:nvSpPr>
        <p:spPr>
          <a:xfrm>
            <a:off x="0" y="1"/>
            <a:ext cx="129600" cy="6858000"/>
          </a:xfrm>
          <a:custGeom>
            <a:avLst/>
            <a:gdLst/>
            <a:ahLst/>
            <a:cxnLst/>
            <a:rect l="l" t="t" r="r" b="b"/>
            <a:pathLst>
              <a:path w="127000" h="1714500">
                <a:moveTo>
                  <a:pt x="127000" y="0"/>
                </a:moveTo>
                <a:lnTo>
                  <a:pt x="0" y="0"/>
                </a:lnTo>
                <a:lnTo>
                  <a:pt x="0" y="1714500"/>
                </a:lnTo>
                <a:lnTo>
                  <a:pt x="127000" y="1714500"/>
                </a:lnTo>
                <a:lnTo>
                  <a:pt x="127000" y="0"/>
                </a:lnTo>
                <a:close/>
              </a:path>
            </a:pathLst>
          </a:custGeom>
          <a:solidFill>
            <a:srgbClr val="3278E6"/>
          </a:solidFill>
        </p:spPr>
        <p:txBody>
          <a:bodyPr wrap="square" lIns="0" tIns="0" rIns="0" bIns="0" rtlCol="0"/>
          <a:lstStyle/>
          <a:p>
            <a:endParaRPr/>
          </a:p>
        </p:txBody>
      </p:sp>
      <p:pic>
        <p:nvPicPr>
          <p:cNvPr id="8" name="図 7" descr="テキスト&#10;&#10;低い精度で自動的に生成された説明">
            <a:extLst>
              <a:ext uri="{FF2B5EF4-FFF2-40B4-BE49-F238E27FC236}">
                <a16:creationId xmlns:a16="http://schemas.microsoft.com/office/drawing/2014/main" id="{2A5483A6-B5B1-D84A-B065-FD06DE48FC6E}"/>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7823963" y="2591945"/>
            <a:ext cx="983152" cy="1179783"/>
          </a:xfrm>
          <a:prstGeom prst="rect">
            <a:avLst/>
          </a:prstGeom>
        </p:spPr>
      </p:pic>
    </p:spTree>
    <p:extLst>
      <p:ext uri="{BB962C8B-B14F-4D97-AF65-F5344CB8AC3E}">
        <p14:creationId xmlns:p14="http://schemas.microsoft.com/office/powerpoint/2010/main" val="2981797181"/>
      </p:ext>
    </p:extLst>
  </p:cSld>
  <p:clrMapOvr>
    <a:masterClrMapping/>
  </p:clrMapOvr>
  <p:extLst>
    <p:ext uri="{DCECCB84-F9BA-43D5-87BE-67443E8EF086}">
      <p15:sldGuideLst xmlns:p15="http://schemas.microsoft.com/office/powerpoint/2012/main">
        <p15:guide id="1" orient="horz" pos="3838">
          <p15:clr>
            <a:srgbClr val="FBAE40"/>
          </p15:clr>
        </p15:guide>
        <p15:guide id="2" pos="2275">
          <p15:clr>
            <a:srgbClr val="FBAE40"/>
          </p15:clr>
        </p15:guide>
        <p15:guide id="3" orient="horz" pos="346">
          <p15:clr>
            <a:srgbClr val="FBAE40"/>
          </p15:clr>
        </p15:guide>
        <p15:guide id="4" pos="619">
          <p15:clr>
            <a:srgbClr val="FBAE40"/>
          </p15:clr>
        </p15:guide>
        <p15:guide id="5" pos="706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6_End_1B">
    <p:spTree>
      <p:nvGrpSpPr>
        <p:cNvPr id="1" name=""/>
        <p:cNvGrpSpPr/>
        <p:nvPr/>
      </p:nvGrpSpPr>
      <p:grpSpPr>
        <a:xfrm>
          <a:off x="0" y="0"/>
          <a:ext cx="0" cy="0"/>
          <a:chOff x="0" y="0"/>
          <a:chExt cx="0" cy="0"/>
        </a:xfrm>
      </p:grpSpPr>
      <p:sp>
        <p:nvSpPr>
          <p:cNvPr id="3" name="Holder 6">
            <a:extLst>
              <a:ext uri="{FF2B5EF4-FFF2-40B4-BE49-F238E27FC236}">
                <a16:creationId xmlns:a16="http://schemas.microsoft.com/office/drawing/2014/main" id="{2E802A7A-3293-4D62-807F-50017565664B}"/>
              </a:ext>
            </a:extLst>
          </p:cNvPr>
          <p:cNvSpPr>
            <a:spLocks noGrp="1"/>
          </p:cNvSpPr>
          <p:nvPr>
            <p:ph type="sldNum" sz="quarter" idx="7"/>
          </p:nvPr>
        </p:nvSpPr>
        <p:spPr>
          <a:xfrm>
            <a:off x="11521440" y="6518701"/>
            <a:ext cx="375920" cy="150246"/>
          </a:xfrm>
          <a:prstGeom prst="rect">
            <a:avLst/>
          </a:prstGeom>
        </p:spPr>
        <p:txBody>
          <a:bodyPr lIns="0" tIns="0" rIns="0" bIns="0"/>
          <a:lstStyle>
            <a:lvl1pPr algn="r">
              <a:defRPr sz="1200" b="0" i="0">
                <a:solidFill>
                  <a:schemeClr val="tx1"/>
                </a:solidFill>
                <a:latin typeface="+mn-ea"/>
                <a:ea typeface="+mn-ea"/>
              </a:defRPr>
            </a:lvl1pPr>
          </a:lstStyle>
          <a:p>
            <a:fld id="{AC996294-C933-4CEB-A64A-3F05677A95D0}" type="slidenum">
              <a:rPr kumimoji="1" lang="ja-JP" altLang="en-US" smtClean="0"/>
              <a:t>‹#›</a:t>
            </a:fld>
            <a:endParaRPr kumimoji="1" lang="ja-JP" altLang="en-US"/>
          </a:p>
        </p:txBody>
      </p:sp>
      <p:pic>
        <p:nvPicPr>
          <p:cNvPr id="4" name="図 3" descr="凧, ボート, 飛ぶ, 水 が含まれている画像&#10;&#10;自動的に生成された説明">
            <a:extLst>
              <a:ext uri="{FF2B5EF4-FFF2-40B4-BE49-F238E27FC236}">
                <a16:creationId xmlns:a16="http://schemas.microsoft.com/office/drawing/2014/main" id="{7FAC8494-4139-7A4F-90BA-C89CEFF69D82}"/>
              </a:ext>
            </a:extLst>
          </p:cNvPr>
          <p:cNvPicPr>
            <a:picLocks noChangeAspect="1"/>
          </p:cNvPicPr>
          <p:nvPr/>
        </p:nvPicPr>
        <p:blipFill rotWithShape="1">
          <a:blip r:embed="rId2" cstate="print">
            <a:extLst>
              <a:ext uri="{28A0092B-C50C-407E-A947-70E740481C1C}">
                <a14:useLocalDpi xmlns:a14="http://schemas.microsoft.com/office/drawing/2010/main"/>
              </a:ext>
            </a:extLst>
          </a:blip>
          <a:srcRect/>
          <a:stretch/>
        </p:blipFill>
        <p:spPr>
          <a:xfrm>
            <a:off x="0" y="0"/>
            <a:ext cx="12192000" cy="6858000"/>
          </a:xfrm>
          <a:prstGeom prst="rect">
            <a:avLst/>
          </a:prstGeom>
        </p:spPr>
      </p:pic>
      <p:pic>
        <p:nvPicPr>
          <p:cNvPr id="5" name="図 4" descr="ロゴ&#10;&#10;自動的に生成された説明">
            <a:extLst>
              <a:ext uri="{FF2B5EF4-FFF2-40B4-BE49-F238E27FC236}">
                <a16:creationId xmlns:a16="http://schemas.microsoft.com/office/drawing/2014/main" id="{39C2464C-99E3-4F4A-8E93-54AC15A771CD}"/>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3605851" y="2536027"/>
            <a:ext cx="3865740" cy="1282072"/>
          </a:xfrm>
          <a:prstGeom prst="rect">
            <a:avLst/>
          </a:prstGeom>
        </p:spPr>
      </p:pic>
      <p:sp>
        <p:nvSpPr>
          <p:cNvPr id="6" name="object 15">
            <a:extLst>
              <a:ext uri="{FF2B5EF4-FFF2-40B4-BE49-F238E27FC236}">
                <a16:creationId xmlns:a16="http://schemas.microsoft.com/office/drawing/2014/main" id="{ACBFB87A-4C37-D24F-9C43-F940B34A4C46}"/>
              </a:ext>
            </a:extLst>
          </p:cNvPr>
          <p:cNvSpPr/>
          <p:nvPr/>
        </p:nvSpPr>
        <p:spPr>
          <a:xfrm>
            <a:off x="12065000" y="1"/>
            <a:ext cx="129600" cy="6858000"/>
          </a:xfrm>
          <a:custGeom>
            <a:avLst/>
            <a:gdLst/>
            <a:ahLst/>
            <a:cxnLst/>
            <a:rect l="l" t="t" r="r" b="b"/>
            <a:pathLst>
              <a:path w="127000" h="1714500">
                <a:moveTo>
                  <a:pt x="127000" y="0"/>
                </a:moveTo>
                <a:lnTo>
                  <a:pt x="0" y="0"/>
                </a:lnTo>
                <a:lnTo>
                  <a:pt x="0" y="1714500"/>
                </a:lnTo>
                <a:lnTo>
                  <a:pt x="127000" y="1714500"/>
                </a:lnTo>
                <a:lnTo>
                  <a:pt x="127000" y="0"/>
                </a:lnTo>
                <a:close/>
              </a:path>
            </a:pathLst>
          </a:custGeom>
          <a:solidFill>
            <a:srgbClr val="3278E6"/>
          </a:solidFill>
        </p:spPr>
        <p:txBody>
          <a:bodyPr wrap="square" lIns="0" tIns="0" rIns="0" bIns="0" rtlCol="0"/>
          <a:lstStyle/>
          <a:p>
            <a:endParaRPr/>
          </a:p>
        </p:txBody>
      </p:sp>
      <p:sp>
        <p:nvSpPr>
          <p:cNvPr id="7" name="object 15">
            <a:extLst>
              <a:ext uri="{FF2B5EF4-FFF2-40B4-BE49-F238E27FC236}">
                <a16:creationId xmlns:a16="http://schemas.microsoft.com/office/drawing/2014/main" id="{DF1CD50F-186C-9D4C-B313-B244A33AA3AA}"/>
              </a:ext>
            </a:extLst>
          </p:cNvPr>
          <p:cNvSpPr/>
          <p:nvPr/>
        </p:nvSpPr>
        <p:spPr>
          <a:xfrm>
            <a:off x="0" y="1"/>
            <a:ext cx="129600" cy="6858000"/>
          </a:xfrm>
          <a:custGeom>
            <a:avLst/>
            <a:gdLst/>
            <a:ahLst/>
            <a:cxnLst/>
            <a:rect l="l" t="t" r="r" b="b"/>
            <a:pathLst>
              <a:path w="127000" h="1714500">
                <a:moveTo>
                  <a:pt x="127000" y="0"/>
                </a:moveTo>
                <a:lnTo>
                  <a:pt x="0" y="0"/>
                </a:lnTo>
                <a:lnTo>
                  <a:pt x="0" y="1714500"/>
                </a:lnTo>
                <a:lnTo>
                  <a:pt x="127000" y="1714500"/>
                </a:lnTo>
                <a:lnTo>
                  <a:pt x="127000" y="0"/>
                </a:lnTo>
                <a:close/>
              </a:path>
            </a:pathLst>
          </a:custGeom>
          <a:solidFill>
            <a:srgbClr val="3278E6"/>
          </a:solidFill>
        </p:spPr>
        <p:txBody>
          <a:bodyPr wrap="square" lIns="0" tIns="0" rIns="0" bIns="0" rtlCol="0"/>
          <a:lstStyle/>
          <a:p>
            <a:endParaRPr/>
          </a:p>
        </p:txBody>
      </p:sp>
      <p:pic>
        <p:nvPicPr>
          <p:cNvPr id="8" name="図 7" descr="テキスト&#10;&#10;低い精度で自動的に生成された説明">
            <a:extLst>
              <a:ext uri="{FF2B5EF4-FFF2-40B4-BE49-F238E27FC236}">
                <a16:creationId xmlns:a16="http://schemas.microsoft.com/office/drawing/2014/main" id="{D8015CFB-9884-7542-B145-9E9DA9CC60D5}"/>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7823963" y="2591945"/>
            <a:ext cx="983152" cy="1179783"/>
          </a:xfrm>
          <a:prstGeom prst="rect">
            <a:avLst/>
          </a:prstGeom>
        </p:spPr>
      </p:pic>
    </p:spTree>
    <p:extLst>
      <p:ext uri="{BB962C8B-B14F-4D97-AF65-F5344CB8AC3E}">
        <p14:creationId xmlns:p14="http://schemas.microsoft.com/office/powerpoint/2010/main" val="2799451203"/>
      </p:ext>
    </p:extLst>
  </p:cSld>
  <p:clrMapOvr>
    <a:masterClrMapping/>
  </p:clrMapOvr>
  <p:extLst>
    <p:ext uri="{DCECCB84-F9BA-43D5-87BE-67443E8EF086}">
      <p15:sldGuideLst xmlns:p15="http://schemas.microsoft.com/office/powerpoint/2012/main">
        <p15:guide id="1" orient="horz" pos="3838">
          <p15:clr>
            <a:srgbClr val="FBAE40"/>
          </p15:clr>
        </p15:guide>
        <p15:guide id="2" pos="2275">
          <p15:clr>
            <a:srgbClr val="FBAE40"/>
          </p15:clr>
        </p15:guide>
        <p15:guide id="3" orient="horz" pos="346">
          <p15:clr>
            <a:srgbClr val="FBAE40"/>
          </p15:clr>
        </p15:guide>
        <p15:guide id="4" pos="619">
          <p15:clr>
            <a:srgbClr val="FBAE40"/>
          </p15:clr>
        </p15:guide>
        <p15:guide id="5" pos="706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6_End_2A">
    <p:spTree>
      <p:nvGrpSpPr>
        <p:cNvPr id="1" name=""/>
        <p:cNvGrpSpPr/>
        <p:nvPr/>
      </p:nvGrpSpPr>
      <p:grpSpPr>
        <a:xfrm>
          <a:off x="0" y="0"/>
          <a:ext cx="0" cy="0"/>
          <a:chOff x="0" y="0"/>
          <a:chExt cx="0" cy="0"/>
        </a:xfrm>
      </p:grpSpPr>
      <p:sp>
        <p:nvSpPr>
          <p:cNvPr id="3" name="Holder 6">
            <a:extLst>
              <a:ext uri="{FF2B5EF4-FFF2-40B4-BE49-F238E27FC236}">
                <a16:creationId xmlns:a16="http://schemas.microsoft.com/office/drawing/2014/main" id="{2E802A7A-3293-4D62-807F-50017565664B}"/>
              </a:ext>
            </a:extLst>
          </p:cNvPr>
          <p:cNvSpPr>
            <a:spLocks noGrp="1"/>
          </p:cNvSpPr>
          <p:nvPr>
            <p:ph type="sldNum" sz="quarter" idx="7"/>
          </p:nvPr>
        </p:nvSpPr>
        <p:spPr>
          <a:xfrm>
            <a:off x="11521440" y="6518701"/>
            <a:ext cx="375920" cy="150246"/>
          </a:xfrm>
          <a:prstGeom prst="rect">
            <a:avLst/>
          </a:prstGeom>
        </p:spPr>
        <p:txBody>
          <a:bodyPr lIns="0" tIns="0" rIns="0" bIns="0"/>
          <a:lstStyle>
            <a:lvl1pPr algn="r">
              <a:defRPr sz="1200" b="0" i="0">
                <a:solidFill>
                  <a:schemeClr val="tx1"/>
                </a:solidFill>
                <a:latin typeface="+mn-ea"/>
                <a:ea typeface="+mn-ea"/>
              </a:defRPr>
            </a:lvl1pPr>
          </a:lstStyle>
          <a:p>
            <a:fld id="{AC996294-C933-4CEB-A64A-3F05677A95D0}" type="slidenum">
              <a:rPr kumimoji="1" lang="ja-JP" altLang="en-US" smtClean="0"/>
              <a:t>‹#›</a:t>
            </a:fld>
            <a:endParaRPr kumimoji="1" lang="ja-JP" altLang="en-US"/>
          </a:p>
        </p:txBody>
      </p:sp>
      <p:pic>
        <p:nvPicPr>
          <p:cNvPr id="4" name="図 3" descr="背景パターン&#10;&#10;自動的に生成された説明">
            <a:extLst>
              <a:ext uri="{FF2B5EF4-FFF2-40B4-BE49-F238E27FC236}">
                <a16:creationId xmlns:a16="http://schemas.microsoft.com/office/drawing/2014/main" id="{A4A08382-8AA8-B244-9471-1B4138C40FC9}"/>
              </a:ext>
            </a:extLst>
          </p:cNvPr>
          <p:cNvPicPr>
            <a:picLocks noChangeAspect="1"/>
          </p:cNvPicPr>
          <p:nvPr/>
        </p:nvPicPr>
        <p:blipFill rotWithShape="1">
          <a:blip r:embed="rId2" cstate="print">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5" name="object 15">
            <a:extLst>
              <a:ext uri="{FF2B5EF4-FFF2-40B4-BE49-F238E27FC236}">
                <a16:creationId xmlns:a16="http://schemas.microsoft.com/office/drawing/2014/main" id="{3B73208B-EF34-A34F-9B01-975B8F3E6317}"/>
              </a:ext>
            </a:extLst>
          </p:cNvPr>
          <p:cNvSpPr/>
          <p:nvPr/>
        </p:nvSpPr>
        <p:spPr>
          <a:xfrm>
            <a:off x="12065000" y="1"/>
            <a:ext cx="129600" cy="6858000"/>
          </a:xfrm>
          <a:custGeom>
            <a:avLst/>
            <a:gdLst/>
            <a:ahLst/>
            <a:cxnLst/>
            <a:rect l="l" t="t" r="r" b="b"/>
            <a:pathLst>
              <a:path w="127000" h="1714500">
                <a:moveTo>
                  <a:pt x="127000" y="0"/>
                </a:moveTo>
                <a:lnTo>
                  <a:pt x="0" y="0"/>
                </a:lnTo>
                <a:lnTo>
                  <a:pt x="0" y="1714500"/>
                </a:lnTo>
                <a:lnTo>
                  <a:pt x="127000" y="1714500"/>
                </a:lnTo>
                <a:lnTo>
                  <a:pt x="127000" y="0"/>
                </a:lnTo>
                <a:close/>
              </a:path>
            </a:pathLst>
          </a:custGeom>
          <a:solidFill>
            <a:srgbClr val="3278E6"/>
          </a:solidFill>
        </p:spPr>
        <p:txBody>
          <a:bodyPr wrap="square" lIns="0" tIns="0" rIns="0" bIns="0" rtlCol="0"/>
          <a:lstStyle/>
          <a:p>
            <a:endParaRPr/>
          </a:p>
        </p:txBody>
      </p:sp>
      <p:sp>
        <p:nvSpPr>
          <p:cNvPr id="6" name="object 15">
            <a:extLst>
              <a:ext uri="{FF2B5EF4-FFF2-40B4-BE49-F238E27FC236}">
                <a16:creationId xmlns:a16="http://schemas.microsoft.com/office/drawing/2014/main" id="{15244AA4-D3CF-024F-B8D3-BEC21C75A00D}"/>
              </a:ext>
            </a:extLst>
          </p:cNvPr>
          <p:cNvSpPr/>
          <p:nvPr/>
        </p:nvSpPr>
        <p:spPr>
          <a:xfrm>
            <a:off x="0" y="1"/>
            <a:ext cx="129600" cy="6858000"/>
          </a:xfrm>
          <a:custGeom>
            <a:avLst/>
            <a:gdLst/>
            <a:ahLst/>
            <a:cxnLst/>
            <a:rect l="l" t="t" r="r" b="b"/>
            <a:pathLst>
              <a:path w="127000" h="1714500">
                <a:moveTo>
                  <a:pt x="127000" y="0"/>
                </a:moveTo>
                <a:lnTo>
                  <a:pt x="0" y="0"/>
                </a:lnTo>
                <a:lnTo>
                  <a:pt x="0" y="1714500"/>
                </a:lnTo>
                <a:lnTo>
                  <a:pt x="127000" y="1714500"/>
                </a:lnTo>
                <a:lnTo>
                  <a:pt x="127000" y="0"/>
                </a:lnTo>
                <a:close/>
              </a:path>
            </a:pathLst>
          </a:custGeom>
          <a:solidFill>
            <a:srgbClr val="3278E6"/>
          </a:solidFill>
        </p:spPr>
        <p:txBody>
          <a:bodyPr wrap="square" lIns="0" tIns="0" rIns="0" bIns="0" rtlCol="0"/>
          <a:lstStyle/>
          <a:p>
            <a:endParaRPr/>
          </a:p>
        </p:txBody>
      </p:sp>
      <p:pic>
        <p:nvPicPr>
          <p:cNvPr id="7" name="図 6" descr="ロゴ&#10;&#10;自動的に生成された説明">
            <a:extLst>
              <a:ext uri="{FF2B5EF4-FFF2-40B4-BE49-F238E27FC236}">
                <a16:creationId xmlns:a16="http://schemas.microsoft.com/office/drawing/2014/main" id="{18AE93D2-8BA9-9E47-A317-37336748B2CD}"/>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4163218" y="2536027"/>
            <a:ext cx="3865740" cy="1282072"/>
          </a:xfrm>
          <a:prstGeom prst="rect">
            <a:avLst/>
          </a:prstGeom>
        </p:spPr>
      </p:pic>
      <p:pic>
        <p:nvPicPr>
          <p:cNvPr id="8" name="図 7">
            <a:extLst>
              <a:ext uri="{FF2B5EF4-FFF2-40B4-BE49-F238E27FC236}">
                <a16:creationId xmlns:a16="http://schemas.microsoft.com/office/drawing/2014/main" id="{26819ACD-70A0-E941-B6B3-B30595BCD06A}"/>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4036741" y="4283865"/>
            <a:ext cx="3962400" cy="406400"/>
          </a:xfrm>
          <a:prstGeom prst="rect">
            <a:avLst/>
          </a:prstGeom>
        </p:spPr>
      </p:pic>
    </p:spTree>
    <p:extLst>
      <p:ext uri="{BB962C8B-B14F-4D97-AF65-F5344CB8AC3E}">
        <p14:creationId xmlns:p14="http://schemas.microsoft.com/office/powerpoint/2010/main" val="3983083509"/>
      </p:ext>
    </p:extLst>
  </p:cSld>
  <p:clrMapOvr>
    <a:masterClrMapping/>
  </p:clrMapOvr>
  <p:extLst>
    <p:ext uri="{DCECCB84-F9BA-43D5-87BE-67443E8EF086}">
      <p15:sldGuideLst xmlns:p15="http://schemas.microsoft.com/office/powerpoint/2012/main">
        <p15:guide id="1" orient="horz" pos="3838">
          <p15:clr>
            <a:srgbClr val="FBAE40"/>
          </p15:clr>
        </p15:guide>
        <p15:guide id="2" pos="2275">
          <p15:clr>
            <a:srgbClr val="FBAE40"/>
          </p15:clr>
        </p15:guide>
        <p15:guide id="3" orient="horz" pos="346">
          <p15:clr>
            <a:srgbClr val="FBAE40"/>
          </p15:clr>
        </p15:guide>
        <p15:guide id="4" pos="619">
          <p15:clr>
            <a:srgbClr val="FBAE40"/>
          </p15:clr>
        </p15:guide>
        <p15:guide id="5" pos="7061">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6_End_2B">
    <p:spTree>
      <p:nvGrpSpPr>
        <p:cNvPr id="1" name=""/>
        <p:cNvGrpSpPr/>
        <p:nvPr/>
      </p:nvGrpSpPr>
      <p:grpSpPr>
        <a:xfrm>
          <a:off x="0" y="0"/>
          <a:ext cx="0" cy="0"/>
          <a:chOff x="0" y="0"/>
          <a:chExt cx="0" cy="0"/>
        </a:xfrm>
      </p:grpSpPr>
      <p:sp>
        <p:nvSpPr>
          <p:cNvPr id="3" name="Holder 6">
            <a:extLst>
              <a:ext uri="{FF2B5EF4-FFF2-40B4-BE49-F238E27FC236}">
                <a16:creationId xmlns:a16="http://schemas.microsoft.com/office/drawing/2014/main" id="{2E802A7A-3293-4D62-807F-50017565664B}"/>
              </a:ext>
            </a:extLst>
          </p:cNvPr>
          <p:cNvSpPr>
            <a:spLocks noGrp="1"/>
          </p:cNvSpPr>
          <p:nvPr>
            <p:ph type="sldNum" sz="quarter" idx="7"/>
          </p:nvPr>
        </p:nvSpPr>
        <p:spPr>
          <a:xfrm>
            <a:off x="11521440" y="6518701"/>
            <a:ext cx="375920" cy="150246"/>
          </a:xfrm>
          <a:prstGeom prst="rect">
            <a:avLst/>
          </a:prstGeom>
        </p:spPr>
        <p:txBody>
          <a:bodyPr lIns="0" tIns="0" rIns="0" bIns="0"/>
          <a:lstStyle>
            <a:lvl1pPr algn="r">
              <a:defRPr sz="1200" b="0" i="0">
                <a:solidFill>
                  <a:schemeClr val="tx1"/>
                </a:solidFill>
                <a:latin typeface="+mn-ea"/>
                <a:ea typeface="+mn-ea"/>
              </a:defRPr>
            </a:lvl1pPr>
          </a:lstStyle>
          <a:p>
            <a:fld id="{AC996294-C933-4CEB-A64A-3F05677A95D0}" type="slidenum">
              <a:rPr kumimoji="1" lang="ja-JP" altLang="en-US" smtClean="0"/>
              <a:t>‹#›</a:t>
            </a:fld>
            <a:endParaRPr kumimoji="1" lang="ja-JP" altLang="en-US"/>
          </a:p>
        </p:txBody>
      </p:sp>
      <p:pic>
        <p:nvPicPr>
          <p:cNvPr id="4" name="図 3" descr="凧, ボート, 飛ぶ, 水 が含まれている画像&#10;&#10;自動的に生成された説明">
            <a:extLst>
              <a:ext uri="{FF2B5EF4-FFF2-40B4-BE49-F238E27FC236}">
                <a16:creationId xmlns:a16="http://schemas.microsoft.com/office/drawing/2014/main" id="{D160CCA7-4A67-D44A-98CE-B0BFE0D948F5}"/>
              </a:ext>
            </a:extLst>
          </p:cNvPr>
          <p:cNvPicPr>
            <a:picLocks noChangeAspect="1"/>
          </p:cNvPicPr>
          <p:nvPr/>
        </p:nvPicPr>
        <p:blipFill rotWithShape="1">
          <a:blip r:embed="rId2" cstate="print">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5" name="object 15">
            <a:extLst>
              <a:ext uri="{FF2B5EF4-FFF2-40B4-BE49-F238E27FC236}">
                <a16:creationId xmlns:a16="http://schemas.microsoft.com/office/drawing/2014/main" id="{C55D8B58-DBE9-5A4C-A06C-46C9DF7EB254}"/>
              </a:ext>
            </a:extLst>
          </p:cNvPr>
          <p:cNvSpPr/>
          <p:nvPr/>
        </p:nvSpPr>
        <p:spPr>
          <a:xfrm>
            <a:off x="12065000" y="1"/>
            <a:ext cx="129600" cy="6858000"/>
          </a:xfrm>
          <a:custGeom>
            <a:avLst/>
            <a:gdLst/>
            <a:ahLst/>
            <a:cxnLst/>
            <a:rect l="l" t="t" r="r" b="b"/>
            <a:pathLst>
              <a:path w="127000" h="1714500">
                <a:moveTo>
                  <a:pt x="127000" y="0"/>
                </a:moveTo>
                <a:lnTo>
                  <a:pt x="0" y="0"/>
                </a:lnTo>
                <a:lnTo>
                  <a:pt x="0" y="1714500"/>
                </a:lnTo>
                <a:lnTo>
                  <a:pt x="127000" y="1714500"/>
                </a:lnTo>
                <a:lnTo>
                  <a:pt x="127000" y="0"/>
                </a:lnTo>
                <a:close/>
              </a:path>
            </a:pathLst>
          </a:custGeom>
          <a:solidFill>
            <a:srgbClr val="3278E6"/>
          </a:solidFill>
        </p:spPr>
        <p:txBody>
          <a:bodyPr wrap="square" lIns="0" tIns="0" rIns="0" bIns="0" rtlCol="0"/>
          <a:lstStyle/>
          <a:p>
            <a:endParaRPr/>
          </a:p>
        </p:txBody>
      </p:sp>
      <p:sp>
        <p:nvSpPr>
          <p:cNvPr id="6" name="object 15">
            <a:extLst>
              <a:ext uri="{FF2B5EF4-FFF2-40B4-BE49-F238E27FC236}">
                <a16:creationId xmlns:a16="http://schemas.microsoft.com/office/drawing/2014/main" id="{BD73E2F1-4958-114F-8A1A-1F7057D20AD6}"/>
              </a:ext>
            </a:extLst>
          </p:cNvPr>
          <p:cNvSpPr/>
          <p:nvPr/>
        </p:nvSpPr>
        <p:spPr>
          <a:xfrm>
            <a:off x="0" y="1"/>
            <a:ext cx="129600" cy="6858000"/>
          </a:xfrm>
          <a:custGeom>
            <a:avLst/>
            <a:gdLst/>
            <a:ahLst/>
            <a:cxnLst/>
            <a:rect l="l" t="t" r="r" b="b"/>
            <a:pathLst>
              <a:path w="127000" h="1714500">
                <a:moveTo>
                  <a:pt x="127000" y="0"/>
                </a:moveTo>
                <a:lnTo>
                  <a:pt x="0" y="0"/>
                </a:lnTo>
                <a:lnTo>
                  <a:pt x="0" y="1714500"/>
                </a:lnTo>
                <a:lnTo>
                  <a:pt x="127000" y="1714500"/>
                </a:lnTo>
                <a:lnTo>
                  <a:pt x="127000" y="0"/>
                </a:lnTo>
                <a:close/>
              </a:path>
            </a:pathLst>
          </a:custGeom>
          <a:solidFill>
            <a:srgbClr val="3278E6"/>
          </a:solidFill>
        </p:spPr>
        <p:txBody>
          <a:bodyPr wrap="square" lIns="0" tIns="0" rIns="0" bIns="0" rtlCol="0"/>
          <a:lstStyle/>
          <a:p>
            <a:endParaRPr/>
          </a:p>
        </p:txBody>
      </p:sp>
      <p:pic>
        <p:nvPicPr>
          <p:cNvPr id="7" name="図 6" descr="ロゴ&#10;&#10;自動的に生成された説明">
            <a:extLst>
              <a:ext uri="{FF2B5EF4-FFF2-40B4-BE49-F238E27FC236}">
                <a16:creationId xmlns:a16="http://schemas.microsoft.com/office/drawing/2014/main" id="{3C4EE72B-A3F3-534D-B7AD-2BED2A4A7E94}"/>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4163218" y="2536027"/>
            <a:ext cx="3865740" cy="1282072"/>
          </a:xfrm>
          <a:prstGeom prst="rect">
            <a:avLst/>
          </a:prstGeom>
        </p:spPr>
      </p:pic>
      <p:pic>
        <p:nvPicPr>
          <p:cNvPr id="8" name="図 7">
            <a:extLst>
              <a:ext uri="{FF2B5EF4-FFF2-40B4-BE49-F238E27FC236}">
                <a16:creationId xmlns:a16="http://schemas.microsoft.com/office/drawing/2014/main" id="{1982C802-9772-0445-BAD8-3995B9147159}"/>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4036741" y="4283865"/>
            <a:ext cx="3962400" cy="406400"/>
          </a:xfrm>
          <a:prstGeom prst="rect">
            <a:avLst/>
          </a:prstGeom>
        </p:spPr>
      </p:pic>
    </p:spTree>
    <p:extLst>
      <p:ext uri="{BB962C8B-B14F-4D97-AF65-F5344CB8AC3E}">
        <p14:creationId xmlns:p14="http://schemas.microsoft.com/office/powerpoint/2010/main" val="1684000598"/>
      </p:ext>
    </p:extLst>
  </p:cSld>
  <p:clrMapOvr>
    <a:masterClrMapping/>
  </p:clrMapOvr>
  <p:extLst>
    <p:ext uri="{DCECCB84-F9BA-43D5-87BE-67443E8EF086}">
      <p15:sldGuideLst xmlns:p15="http://schemas.microsoft.com/office/powerpoint/2012/main">
        <p15:guide id="1" orient="horz" pos="3838">
          <p15:clr>
            <a:srgbClr val="FBAE40"/>
          </p15:clr>
        </p15:guide>
        <p15:guide id="2" pos="2275">
          <p15:clr>
            <a:srgbClr val="FBAE40"/>
          </p15:clr>
        </p15:guide>
        <p15:guide id="3" orient="horz" pos="346">
          <p15:clr>
            <a:srgbClr val="FBAE40"/>
          </p15:clr>
        </p15:guide>
        <p15:guide id="4" pos="619">
          <p15:clr>
            <a:srgbClr val="FBAE40"/>
          </p15:clr>
        </p15:guide>
        <p15:guide id="5" pos="7061">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Blue/White MiddlePage">
    <p:spTree>
      <p:nvGrpSpPr>
        <p:cNvPr id="1" name=""/>
        <p:cNvGrpSpPr/>
        <p:nvPr/>
      </p:nvGrpSpPr>
      <p:grpSpPr>
        <a:xfrm>
          <a:off x="0" y="0"/>
          <a:ext cx="0" cy="0"/>
          <a:chOff x="0" y="0"/>
          <a:chExt cx="0" cy="0"/>
        </a:xfrm>
      </p:grpSpPr>
      <p:sp>
        <p:nvSpPr>
          <p:cNvPr id="16" name="正方形/長方形 15"/>
          <p:cNvSpPr/>
          <p:nvPr userDrawn="1"/>
        </p:nvSpPr>
        <p:spPr>
          <a:xfrm>
            <a:off x="0" y="6426100"/>
            <a:ext cx="12191301" cy="431900"/>
          </a:xfrm>
          <a:prstGeom prst="rect">
            <a:avLst/>
          </a:prstGeom>
          <a:solidFill>
            <a:srgbClr val="003366"/>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kumimoji="1" lang="ja-JP" altLang="en-US" sz="899">
              <a:solidFill>
                <a:srgbClr val="FFFFFF"/>
              </a:solidFill>
            </a:endParaRPr>
          </a:p>
        </p:txBody>
      </p:sp>
      <p:cxnSp>
        <p:nvCxnSpPr>
          <p:cNvPr id="21" name="直線コネクタ 20"/>
          <p:cNvCxnSpPr/>
          <p:nvPr userDrawn="1"/>
        </p:nvCxnSpPr>
        <p:spPr>
          <a:xfrm>
            <a:off x="1884067" y="6534063"/>
            <a:ext cx="0" cy="215974"/>
          </a:xfrm>
          <a:prstGeom prst="line">
            <a:avLst/>
          </a:prstGeom>
          <a:ln w="3175" cmpd="sng">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17" name="タイトル 1"/>
          <p:cNvSpPr>
            <a:spLocks noGrp="1"/>
          </p:cNvSpPr>
          <p:nvPr>
            <p:ph type="title"/>
          </p:nvPr>
        </p:nvSpPr>
        <p:spPr bwMode="gray">
          <a:xfrm>
            <a:off x="149311" y="0"/>
            <a:ext cx="11327713" cy="539625"/>
          </a:xfrm>
          <a:prstGeom prst="rect">
            <a:avLst/>
          </a:prstGeom>
        </p:spPr>
        <p:txBody>
          <a:bodyPr lIns="0" tIns="0" rIns="0" bIns="0" anchor="ctr" anchorCtr="0">
            <a:noAutofit/>
          </a:bodyPr>
          <a:lstStyle>
            <a:lvl1pPr algn="ctr">
              <a:defRPr sz="2797" b="1" baseline="0">
                <a:solidFill>
                  <a:srgbClr val="007A37"/>
                </a:solidFill>
                <a:latin typeface="+mj-ea"/>
                <a:ea typeface="+mj-ea"/>
              </a:defRPr>
            </a:lvl1pPr>
          </a:lstStyle>
          <a:p>
            <a:r>
              <a:rPr lang="ja-JP" altLang="en-US"/>
              <a:t>マスター タイトルの書式設定</a:t>
            </a:r>
          </a:p>
        </p:txBody>
      </p:sp>
      <p:sp>
        <p:nvSpPr>
          <p:cNvPr id="22" name="フッター プレースホルダー 3"/>
          <p:cNvSpPr txBox="1">
            <a:spLocks/>
          </p:cNvSpPr>
          <p:nvPr userDrawn="1"/>
        </p:nvSpPr>
        <p:spPr>
          <a:xfrm>
            <a:off x="8019671" y="6534075"/>
            <a:ext cx="2877003" cy="215950"/>
          </a:xfrm>
          <a:prstGeom prst="rect">
            <a:avLst/>
          </a:prstGeom>
        </p:spPr>
        <p:txBody>
          <a:bodyPr wrap="square" lIns="71925" tIns="0" rIns="71925" bIns="0" anchor="ctr">
            <a:noAutofit/>
          </a:bodyPr>
          <a:lstStyle>
            <a:defPPr>
              <a:defRPr lang="ja-JP"/>
            </a:defPPr>
            <a:lvl1pPr marL="0" algn="l" defTabSz="1089325" rtl="0" eaLnBrk="1" latinLnBrk="0" hangingPunct="1">
              <a:defRPr kumimoji="1" sz="900" kern="1200">
                <a:solidFill>
                  <a:srgbClr val="FFFFFF"/>
                </a:solidFill>
                <a:latin typeface="+mn-lt"/>
                <a:ea typeface="+mn-ea"/>
                <a:cs typeface="+mn-cs"/>
              </a:defRPr>
            </a:lvl1pPr>
            <a:lvl2pPr marL="544662" algn="l" defTabSz="1089325" rtl="0" eaLnBrk="1" latinLnBrk="0" hangingPunct="1">
              <a:defRPr kumimoji="1" sz="2100" kern="1200">
                <a:solidFill>
                  <a:schemeClr val="tx1"/>
                </a:solidFill>
                <a:latin typeface="+mn-lt"/>
                <a:ea typeface="+mn-ea"/>
                <a:cs typeface="+mn-cs"/>
              </a:defRPr>
            </a:lvl2pPr>
            <a:lvl3pPr marL="1089325" algn="l" defTabSz="1089325" rtl="0" eaLnBrk="1" latinLnBrk="0" hangingPunct="1">
              <a:defRPr kumimoji="1" sz="2100" kern="1200">
                <a:solidFill>
                  <a:schemeClr val="tx1"/>
                </a:solidFill>
                <a:latin typeface="+mn-lt"/>
                <a:ea typeface="+mn-ea"/>
                <a:cs typeface="+mn-cs"/>
              </a:defRPr>
            </a:lvl3pPr>
            <a:lvl4pPr marL="1633987" algn="l" defTabSz="1089325" rtl="0" eaLnBrk="1" latinLnBrk="0" hangingPunct="1">
              <a:defRPr kumimoji="1" sz="2100" kern="1200">
                <a:solidFill>
                  <a:schemeClr val="tx1"/>
                </a:solidFill>
                <a:latin typeface="+mn-lt"/>
                <a:ea typeface="+mn-ea"/>
                <a:cs typeface="+mn-cs"/>
              </a:defRPr>
            </a:lvl4pPr>
            <a:lvl5pPr marL="2178649" algn="l" defTabSz="1089325" rtl="0" eaLnBrk="1" latinLnBrk="0" hangingPunct="1">
              <a:defRPr kumimoji="1" sz="2100" kern="1200">
                <a:solidFill>
                  <a:schemeClr val="tx1"/>
                </a:solidFill>
                <a:latin typeface="+mn-lt"/>
                <a:ea typeface="+mn-ea"/>
                <a:cs typeface="+mn-cs"/>
              </a:defRPr>
            </a:lvl5pPr>
            <a:lvl6pPr marL="2723312" algn="l" defTabSz="1089325" rtl="0" eaLnBrk="1" latinLnBrk="0" hangingPunct="1">
              <a:defRPr kumimoji="1" sz="2100" kern="1200">
                <a:solidFill>
                  <a:schemeClr val="tx1"/>
                </a:solidFill>
                <a:latin typeface="+mn-lt"/>
                <a:ea typeface="+mn-ea"/>
                <a:cs typeface="+mn-cs"/>
              </a:defRPr>
            </a:lvl6pPr>
            <a:lvl7pPr marL="3267974" algn="l" defTabSz="1089325" rtl="0" eaLnBrk="1" latinLnBrk="0" hangingPunct="1">
              <a:defRPr kumimoji="1" sz="2100" kern="1200">
                <a:solidFill>
                  <a:schemeClr val="tx1"/>
                </a:solidFill>
                <a:latin typeface="+mn-lt"/>
                <a:ea typeface="+mn-ea"/>
                <a:cs typeface="+mn-cs"/>
              </a:defRPr>
            </a:lvl7pPr>
            <a:lvl8pPr marL="3812637" algn="l" defTabSz="1089325" rtl="0" eaLnBrk="1" latinLnBrk="0" hangingPunct="1">
              <a:defRPr kumimoji="1" sz="2100" kern="1200">
                <a:solidFill>
                  <a:schemeClr val="tx1"/>
                </a:solidFill>
                <a:latin typeface="+mn-lt"/>
                <a:ea typeface="+mn-ea"/>
                <a:cs typeface="+mn-cs"/>
              </a:defRPr>
            </a:lvl8pPr>
            <a:lvl9pPr marL="4357299" algn="l" defTabSz="1089325" rtl="0" eaLnBrk="1" latinLnBrk="0" hangingPunct="1">
              <a:defRPr kumimoji="1" sz="2100" kern="1200">
                <a:solidFill>
                  <a:schemeClr val="tx1"/>
                </a:solidFill>
                <a:latin typeface="+mn-lt"/>
                <a:ea typeface="+mn-ea"/>
                <a:cs typeface="+mn-cs"/>
              </a:defRPr>
            </a:lvl9pPr>
          </a:lstStyle>
          <a:p>
            <a:pPr algn="r"/>
            <a:endParaRPr lang="ja-JP" altLang="en-US" sz="999">
              <a:latin typeface="+mn-ea"/>
              <a:ea typeface="+mn-ea"/>
            </a:endParaRPr>
          </a:p>
        </p:txBody>
      </p:sp>
      <p:sp>
        <p:nvSpPr>
          <p:cNvPr id="23" name="フッター プレースホルダー 3"/>
          <p:cNvSpPr txBox="1">
            <a:spLocks/>
          </p:cNvSpPr>
          <p:nvPr userDrawn="1"/>
        </p:nvSpPr>
        <p:spPr>
          <a:xfrm>
            <a:off x="3002878" y="6534075"/>
            <a:ext cx="4854943" cy="215950"/>
          </a:xfrm>
          <a:prstGeom prst="rect">
            <a:avLst/>
          </a:prstGeom>
        </p:spPr>
        <p:txBody>
          <a:bodyPr wrap="square" lIns="0" tIns="0" rIns="0" bIns="0" anchor="ctr">
            <a:noAutofit/>
          </a:bodyPr>
          <a:lstStyle>
            <a:defPPr>
              <a:defRPr lang="ja-JP"/>
            </a:defPPr>
            <a:lvl1pPr marL="0" algn="l" defTabSz="1089325" rtl="0" eaLnBrk="1" latinLnBrk="0" hangingPunct="1">
              <a:defRPr kumimoji="1" sz="900" kern="1200">
                <a:solidFill>
                  <a:srgbClr val="FFFFFF"/>
                </a:solidFill>
                <a:latin typeface="+mn-lt"/>
                <a:ea typeface="+mn-ea"/>
                <a:cs typeface="+mn-cs"/>
              </a:defRPr>
            </a:lvl1pPr>
            <a:lvl2pPr marL="544662" algn="l" defTabSz="1089325" rtl="0" eaLnBrk="1" latinLnBrk="0" hangingPunct="1">
              <a:defRPr kumimoji="1" sz="2100" kern="1200">
                <a:solidFill>
                  <a:schemeClr val="tx1"/>
                </a:solidFill>
                <a:latin typeface="+mn-lt"/>
                <a:ea typeface="+mn-ea"/>
                <a:cs typeface="+mn-cs"/>
              </a:defRPr>
            </a:lvl2pPr>
            <a:lvl3pPr marL="1089325" algn="l" defTabSz="1089325" rtl="0" eaLnBrk="1" latinLnBrk="0" hangingPunct="1">
              <a:defRPr kumimoji="1" sz="2100" kern="1200">
                <a:solidFill>
                  <a:schemeClr val="tx1"/>
                </a:solidFill>
                <a:latin typeface="+mn-lt"/>
                <a:ea typeface="+mn-ea"/>
                <a:cs typeface="+mn-cs"/>
              </a:defRPr>
            </a:lvl3pPr>
            <a:lvl4pPr marL="1633987" algn="l" defTabSz="1089325" rtl="0" eaLnBrk="1" latinLnBrk="0" hangingPunct="1">
              <a:defRPr kumimoji="1" sz="2100" kern="1200">
                <a:solidFill>
                  <a:schemeClr val="tx1"/>
                </a:solidFill>
                <a:latin typeface="+mn-lt"/>
                <a:ea typeface="+mn-ea"/>
                <a:cs typeface="+mn-cs"/>
              </a:defRPr>
            </a:lvl4pPr>
            <a:lvl5pPr marL="2178649" algn="l" defTabSz="1089325" rtl="0" eaLnBrk="1" latinLnBrk="0" hangingPunct="1">
              <a:defRPr kumimoji="1" sz="2100" kern="1200">
                <a:solidFill>
                  <a:schemeClr val="tx1"/>
                </a:solidFill>
                <a:latin typeface="+mn-lt"/>
                <a:ea typeface="+mn-ea"/>
                <a:cs typeface="+mn-cs"/>
              </a:defRPr>
            </a:lvl5pPr>
            <a:lvl6pPr marL="2723312" algn="l" defTabSz="1089325" rtl="0" eaLnBrk="1" latinLnBrk="0" hangingPunct="1">
              <a:defRPr kumimoji="1" sz="2100" kern="1200">
                <a:solidFill>
                  <a:schemeClr val="tx1"/>
                </a:solidFill>
                <a:latin typeface="+mn-lt"/>
                <a:ea typeface="+mn-ea"/>
                <a:cs typeface="+mn-cs"/>
              </a:defRPr>
            </a:lvl6pPr>
            <a:lvl7pPr marL="3267974" algn="l" defTabSz="1089325" rtl="0" eaLnBrk="1" latinLnBrk="0" hangingPunct="1">
              <a:defRPr kumimoji="1" sz="2100" kern="1200">
                <a:solidFill>
                  <a:schemeClr val="tx1"/>
                </a:solidFill>
                <a:latin typeface="+mn-lt"/>
                <a:ea typeface="+mn-ea"/>
                <a:cs typeface="+mn-cs"/>
              </a:defRPr>
            </a:lvl7pPr>
            <a:lvl8pPr marL="3812637" algn="l" defTabSz="1089325" rtl="0" eaLnBrk="1" latinLnBrk="0" hangingPunct="1">
              <a:defRPr kumimoji="1" sz="2100" kern="1200">
                <a:solidFill>
                  <a:schemeClr val="tx1"/>
                </a:solidFill>
                <a:latin typeface="+mn-lt"/>
                <a:ea typeface="+mn-ea"/>
                <a:cs typeface="+mn-cs"/>
              </a:defRPr>
            </a:lvl8pPr>
            <a:lvl9pPr marL="4357299" algn="l" defTabSz="1089325" rtl="0" eaLnBrk="1" latinLnBrk="0" hangingPunct="1">
              <a:defRPr kumimoji="1" sz="2100" kern="1200">
                <a:solidFill>
                  <a:schemeClr val="tx1"/>
                </a:solidFill>
                <a:latin typeface="+mn-lt"/>
                <a:ea typeface="+mn-ea"/>
                <a:cs typeface="+mn-cs"/>
              </a:defRPr>
            </a:lvl9pPr>
          </a:lstStyle>
          <a:p>
            <a:pPr algn="l"/>
            <a:r>
              <a:rPr lang="en-US" altLang="ja-JP" sz="999">
                <a:latin typeface="+mn-ea"/>
                <a:ea typeface="+mn-ea"/>
              </a:rPr>
              <a:t>FA</a:t>
            </a:r>
            <a:r>
              <a:rPr lang="ja-JP" altLang="en-US" sz="999">
                <a:latin typeface="+mn-ea"/>
                <a:ea typeface="+mn-ea"/>
              </a:rPr>
              <a:t>システム開発</a:t>
            </a:r>
            <a:r>
              <a:rPr lang="en-US" altLang="ja-JP" sz="999">
                <a:latin typeface="+mn-ea"/>
                <a:ea typeface="+mn-ea"/>
              </a:rPr>
              <a:t>3</a:t>
            </a:r>
            <a:r>
              <a:rPr lang="ja-JP" altLang="en-US" sz="999">
                <a:latin typeface="+mn-ea"/>
                <a:ea typeface="+mn-ea"/>
              </a:rPr>
              <a:t>部　</a:t>
            </a:r>
            <a:r>
              <a:rPr lang="en-US" altLang="ja-JP" sz="999">
                <a:latin typeface="+mn-ea"/>
                <a:ea typeface="+mn-ea"/>
              </a:rPr>
              <a:t>A5</a:t>
            </a:r>
            <a:r>
              <a:rPr lang="ja-JP" altLang="en-US" sz="999">
                <a:latin typeface="+mn-ea"/>
                <a:ea typeface="+mn-ea"/>
              </a:rPr>
              <a:t>システム開発</a:t>
            </a:r>
            <a:r>
              <a:rPr lang="en-US" altLang="ja-JP" sz="999">
                <a:latin typeface="+mn-ea"/>
                <a:ea typeface="+mn-ea"/>
              </a:rPr>
              <a:t>1</a:t>
            </a:r>
            <a:r>
              <a:rPr lang="ja-JP" altLang="en-US" sz="999">
                <a:latin typeface="+mn-ea"/>
                <a:ea typeface="+mn-ea"/>
              </a:rPr>
              <a:t>課</a:t>
            </a:r>
          </a:p>
        </p:txBody>
      </p:sp>
      <p:sp>
        <p:nvSpPr>
          <p:cNvPr id="27" name="日付プレースホルダー 2"/>
          <p:cNvSpPr txBox="1">
            <a:spLocks/>
          </p:cNvSpPr>
          <p:nvPr userDrawn="1"/>
        </p:nvSpPr>
        <p:spPr>
          <a:xfrm>
            <a:off x="2067749" y="6534075"/>
            <a:ext cx="775309" cy="215950"/>
          </a:xfrm>
          <a:prstGeom prst="rect">
            <a:avLst/>
          </a:prstGeom>
        </p:spPr>
        <p:txBody>
          <a:bodyPr lIns="0" tIns="0" rIns="0" bIns="0" anchor="ctr"/>
          <a:lstStyle>
            <a:defPPr>
              <a:defRPr lang="ja-JP"/>
            </a:defPPr>
            <a:lvl1pPr marL="0" algn="l" defTabSz="1089325" rtl="0" eaLnBrk="1" latinLnBrk="0" hangingPunct="1">
              <a:defRPr kumimoji="1" sz="900" kern="1200">
                <a:solidFill>
                  <a:srgbClr val="FFFFFF"/>
                </a:solidFill>
                <a:latin typeface="+mn-lt"/>
                <a:ea typeface="+mn-ea"/>
                <a:cs typeface="+mn-cs"/>
              </a:defRPr>
            </a:lvl1pPr>
            <a:lvl2pPr marL="544662" algn="l" defTabSz="1089325" rtl="0" eaLnBrk="1" latinLnBrk="0" hangingPunct="1">
              <a:defRPr kumimoji="1" sz="2100" kern="1200">
                <a:solidFill>
                  <a:schemeClr val="tx1"/>
                </a:solidFill>
                <a:latin typeface="+mn-lt"/>
                <a:ea typeface="+mn-ea"/>
                <a:cs typeface="+mn-cs"/>
              </a:defRPr>
            </a:lvl2pPr>
            <a:lvl3pPr marL="1089325" algn="l" defTabSz="1089325" rtl="0" eaLnBrk="1" latinLnBrk="0" hangingPunct="1">
              <a:defRPr kumimoji="1" sz="2100" kern="1200">
                <a:solidFill>
                  <a:schemeClr val="tx1"/>
                </a:solidFill>
                <a:latin typeface="+mn-lt"/>
                <a:ea typeface="+mn-ea"/>
                <a:cs typeface="+mn-cs"/>
              </a:defRPr>
            </a:lvl3pPr>
            <a:lvl4pPr marL="1633987" algn="l" defTabSz="1089325" rtl="0" eaLnBrk="1" latinLnBrk="0" hangingPunct="1">
              <a:defRPr kumimoji="1" sz="2100" kern="1200">
                <a:solidFill>
                  <a:schemeClr val="tx1"/>
                </a:solidFill>
                <a:latin typeface="+mn-lt"/>
                <a:ea typeface="+mn-ea"/>
                <a:cs typeface="+mn-cs"/>
              </a:defRPr>
            </a:lvl4pPr>
            <a:lvl5pPr marL="2178649" algn="l" defTabSz="1089325" rtl="0" eaLnBrk="1" latinLnBrk="0" hangingPunct="1">
              <a:defRPr kumimoji="1" sz="2100" kern="1200">
                <a:solidFill>
                  <a:schemeClr val="tx1"/>
                </a:solidFill>
                <a:latin typeface="+mn-lt"/>
                <a:ea typeface="+mn-ea"/>
                <a:cs typeface="+mn-cs"/>
              </a:defRPr>
            </a:lvl5pPr>
            <a:lvl6pPr marL="2723312" algn="l" defTabSz="1089325" rtl="0" eaLnBrk="1" latinLnBrk="0" hangingPunct="1">
              <a:defRPr kumimoji="1" sz="2100" kern="1200">
                <a:solidFill>
                  <a:schemeClr val="tx1"/>
                </a:solidFill>
                <a:latin typeface="+mn-lt"/>
                <a:ea typeface="+mn-ea"/>
                <a:cs typeface="+mn-cs"/>
              </a:defRPr>
            </a:lvl6pPr>
            <a:lvl7pPr marL="3267974" algn="l" defTabSz="1089325" rtl="0" eaLnBrk="1" latinLnBrk="0" hangingPunct="1">
              <a:defRPr kumimoji="1" sz="2100" kern="1200">
                <a:solidFill>
                  <a:schemeClr val="tx1"/>
                </a:solidFill>
                <a:latin typeface="+mn-lt"/>
                <a:ea typeface="+mn-ea"/>
                <a:cs typeface="+mn-cs"/>
              </a:defRPr>
            </a:lvl7pPr>
            <a:lvl8pPr marL="3812637" algn="l" defTabSz="1089325" rtl="0" eaLnBrk="1" latinLnBrk="0" hangingPunct="1">
              <a:defRPr kumimoji="1" sz="2100" kern="1200">
                <a:solidFill>
                  <a:schemeClr val="tx1"/>
                </a:solidFill>
                <a:latin typeface="+mn-lt"/>
                <a:ea typeface="+mn-ea"/>
                <a:cs typeface="+mn-cs"/>
              </a:defRPr>
            </a:lvl8pPr>
            <a:lvl9pPr marL="4357299" algn="l" defTabSz="1089325" rtl="0" eaLnBrk="1" latinLnBrk="0" hangingPunct="1">
              <a:defRPr kumimoji="1" sz="2100" kern="1200">
                <a:solidFill>
                  <a:schemeClr val="tx1"/>
                </a:solidFill>
                <a:latin typeface="+mn-lt"/>
                <a:ea typeface="+mn-ea"/>
                <a:cs typeface="+mn-cs"/>
              </a:defRPr>
            </a:lvl9pPr>
          </a:lstStyle>
          <a:p>
            <a:r>
              <a:rPr lang="en-US" altLang="ja-JP" sz="999"/>
              <a:t>2022/4/5</a:t>
            </a:r>
            <a:endParaRPr lang="ja-JP" altLang="en-US" sz="999"/>
          </a:p>
        </p:txBody>
      </p:sp>
      <p:sp>
        <p:nvSpPr>
          <p:cNvPr id="28" name="スライド番号プレースホルダー 4"/>
          <p:cNvSpPr txBox="1">
            <a:spLocks/>
          </p:cNvSpPr>
          <p:nvPr userDrawn="1"/>
        </p:nvSpPr>
        <p:spPr>
          <a:xfrm>
            <a:off x="1420350" y="6543499"/>
            <a:ext cx="287733" cy="197102"/>
          </a:xfrm>
          <a:prstGeom prst="rect">
            <a:avLst/>
          </a:prstGeom>
        </p:spPr>
        <p:txBody>
          <a:bodyPr lIns="0" tIns="0" rIns="0" bIns="0" anchor="ctr"/>
          <a:lstStyle>
            <a:defPPr>
              <a:defRPr lang="ja-JP"/>
            </a:defPPr>
            <a:lvl1pPr marL="0" algn="r" defTabSz="1089325" rtl="0" eaLnBrk="1" latinLnBrk="0" hangingPunct="1">
              <a:defRPr kumimoji="1" sz="900" b="0" kern="1200">
                <a:solidFill>
                  <a:srgbClr val="FFFFFF"/>
                </a:solidFill>
                <a:latin typeface="+mn-lt"/>
                <a:ea typeface="+mn-ea"/>
                <a:cs typeface="+mn-cs"/>
              </a:defRPr>
            </a:lvl1pPr>
            <a:lvl2pPr marL="544662" algn="l" defTabSz="1089325" rtl="0" eaLnBrk="1" latinLnBrk="0" hangingPunct="1">
              <a:defRPr kumimoji="1" sz="2100" kern="1200">
                <a:solidFill>
                  <a:schemeClr val="tx1"/>
                </a:solidFill>
                <a:latin typeface="+mn-lt"/>
                <a:ea typeface="+mn-ea"/>
                <a:cs typeface="+mn-cs"/>
              </a:defRPr>
            </a:lvl2pPr>
            <a:lvl3pPr marL="1089325" algn="l" defTabSz="1089325" rtl="0" eaLnBrk="1" latinLnBrk="0" hangingPunct="1">
              <a:defRPr kumimoji="1" sz="2100" kern="1200">
                <a:solidFill>
                  <a:schemeClr val="tx1"/>
                </a:solidFill>
                <a:latin typeface="+mn-lt"/>
                <a:ea typeface="+mn-ea"/>
                <a:cs typeface="+mn-cs"/>
              </a:defRPr>
            </a:lvl3pPr>
            <a:lvl4pPr marL="1633987" algn="l" defTabSz="1089325" rtl="0" eaLnBrk="1" latinLnBrk="0" hangingPunct="1">
              <a:defRPr kumimoji="1" sz="2100" kern="1200">
                <a:solidFill>
                  <a:schemeClr val="tx1"/>
                </a:solidFill>
                <a:latin typeface="+mn-lt"/>
                <a:ea typeface="+mn-ea"/>
                <a:cs typeface="+mn-cs"/>
              </a:defRPr>
            </a:lvl4pPr>
            <a:lvl5pPr marL="2178649" algn="l" defTabSz="1089325" rtl="0" eaLnBrk="1" latinLnBrk="0" hangingPunct="1">
              <a:defRPr kumimoji="1" sz="2100" kern="1200">
                <a:solidFill>
                  <a:schemeClr val="tx1"/>
                </a:solidFill>
                <a:latin typeface="+mn-lt"/>
                <a:ea typeface="+mn-ea"/>
                <a:cs typeface="+mn-cs"/>
              </a:defRPr>
            </a:lvl5pPr>
            <a:lvl6pPr marL="2723312" algn="l" defTabSz="1089325" rtl="0" eaLnBrk="1" latinLnBrk="0" hangingPunct="1">
              <a:defRPr kumimoji="1" sz="2100" kern="1200">
                <a:solidFill>
                  <a:schemeClr val="tx1"/>
                </a:solidFill>
                <a:latin typeface="+mn-lt"/>
                <a:ea typeface="+mn-ea"/>
                <a:cs typeface="+mn-cs"/>
              </a:defRPr>
            </a:lvl6pPr>
            <a:lvl7pPr marL="3267974" algn="l" defTabSz="1089325" rtl="0" eaLnBrk="1" latinLnBrk="0" hangingPunct="1">
              <a:defRPr kumimoji="1" sz="2100" kern="1200">
                <a:solidFill>
                  <a:schemeClr val="tx1"/>
                </a:solidFill>
                <a:latin typeface="+mn-lt"/>
                <a:ea typeface="+mn-ea"/>
                <a:cs typeface="+mn-cs"/>
              </a:defRPr>
            </a:lvl7pPr>
            <a:lvl8pPr marL="3812637" algn="l" defTabSz="1089325" rtl="0" eaLnBrk="1" latinLnBrk="0" hangingPunct="1">
              <a:defRPr kumimoji="1" sz="2100" kern="1200">
                <a:solidFill>
                  <a:schemeClr val="tx1"/>
                </a:solidFill>
                <a:latin typeface="+mn-lt"/>
                <a:ea typeface="+mn-ea"/>
                <a:cs typeface="+mn-cs"/>
              </a:defRPr>
            </a:lvl8pPr>
            <a:lvl9pPr marL="4357299" algn="l" defTabSz="1089325" rtl="0" eaLnBrk="1" latinLnBrk="0" hangingPunct="1">
              <a:defRPr kumimoji="1" sz="2100" kern="1200">
                <a:solidFill>
                  <a:schemeClr val="tx1"/>
                </a:solidFill>
                <a:latin typeface="+mn-lt"/>
                <a:ea typeface="+mn-ea"/>
                <a:cs typeface="+mn-cs"/>
              </a:defRPr>
            </a:lvl9pPr>
          </a:lstStyle>
          <a:p>
            <a:fld id="{E8DCCDAA-6D69-46E7-B759-71F91EA5148B}" type="slidenum">
              <a:rPr lang="ja-JP" altLang="en-US" sz="999" smtClean="0"/>
              <a:pPr/>
              <a:t>‹#›</a:t>
            </a:fld>
            <a:endParaRPr lang="ja-JP" altLang="en-US" sz="999"/>
          </a:p>
        </p:txBody>
      </p:sp>
      <p:pic>
        <p:nvPicPr>
          <p:cNvPr id="13" name="図 1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79813" y="6518091"/>
            <a:ext cx="1047423" cy="262068"/>
          </a:xfrm>
          <a:prstGeom prst="rect">
            <a:avLst/>
          </a:prstGeom>
        </p:spPr>
      </p:pic>
      <p:pic>
        <p:nvPicPr>
          <p:cNvPr id="11" name="図 10">
            <a:extLst>
              <a:ext uri="{FF2B5EF4-FFF2-40B4-BE49-F238E27FC236}">
                <a16:creationId xmlns:a16="http://schemas.microsoft.com/office/drawing/2014/main" id="{347FED27-DD4F-480F-A50F-05F068140A49}"/>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897945" y="6425284"/>
            <a:ext cx="1294055" cy="432717"/>
          </a:xfrm>
          <a:prstGeom prst="rect">
            <a:avLst/>
          </a:prstGeom>
        </p:spPr>
      </p:pic>
    </p:spTree>
    <p:extLst>
      <p:ext uri="{BB962C8B-B14F-4D97-AF65-F5344CB8AC3E}">
        <p14:creationId xmlns:p14="http://schemas.microsoft.com/office/powerpoint/2010/main" val="242773657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2_タイトルとコンテンツ">
    <p:spTree>
      <p:nvGrpSpPr>
        <p:cNvPr id="1" name=""/>
        <p:cNvGrpSpPr/>
        <p:nvPr/>
      </p:nvGrpSpPr>
      <p:grpSpPr>
        <a:xfrm>
          <a:off x="0" y="0"/>
          <a:ext cx="0" cy="0"/>
          <a:chOff x="0" y="0"/>
          <a:chExt cx="0" cy="0"/>
        </a:xfrm>
      </p:grpSpPr>
      <p:cxnSp>
        <p:nvCxnSpPr>
          <p:cNvPr id="22" name="直線​​コネクタ(S) 21">
            <a:extLst>
              <a:ext uri="{FF2B5EF4-FFF2-40B4-BE49-F238E27FC236}">
                <a16:creationId xmlns:a16="http://schemas.microsoft.com/office/drawing/2014/main" id="{01AF1CF9-9F46-4541-8FF1-B9C53244EE1A}"/>
              </a:ext>
            </a:extLst>
          </p:cNvPr>
          <p:cNvCxnSpPr>
            <a:cxnSpLocks/>
          </p:cNvCxnSpPr>
          <p:nvPr userDrawn="1"/>
        </p:nvCxnSpPr>
        <p:spPr>
          <a:xfrm flipH="1" flipV="1">
            <a:off x="-9247" y="3633967"/>
            <a:ext cx="1912619" cy="1572989"/>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grpSp>
        <p:nvGrpSpPr>
          <p:cNvPr id="23" name="グループ 22">
            <a:extLst>
              <a:ext uri="{FF2B5EF4-FFF2-40B4-BE49-F238E27FC236}">
                <a16:creationId xmlns:a16="http://schemas.microsoft.com/office/drawing/2014/main" id="{AB0E1BA4-80FE-4826-BA2F-083C3A5BB7FA}"/>
              </a:ext>
            </a:extLst>
          </p:cNvPr>
          <p:cNvGrpSpPr/>
          <p:nvPr userDrawn="1"/>
        </p:nvGrpSpPr>
        <p:grpSpPr>
          <a:xfrm flipH="1">
            <a:off x="7561328" y="0"/>
            <a:ext cx="4831840" cy="3541007"/>
            <a:chOff x="-192127" y="-2"/>
            <a:chExt cx="4831840" cy="3367272"/>
          </a:xfrm>
        </p:grpSpPr>
        <p:sp>
          <p:nvSpPr>
            <p:cNvPr id="26" name="斜め縞 25">
              <a:extLst>
                <a:ext uri="{FF2B5EF4-FFF2-40B4-BE49-F238E27FC236}">
                  <a16:creationId xmlns:a16="http://schemas.microsoft.com/office/drawing/2014/main" id="{0697993E-CD44-40B9-805C-77BC608618A7}"/>
                </a:ext>
              </a:extLst>
            </p:cNvPr>
            <p:cNvSpPr/>
            <p:nvPr userDrawn="1"/>
          </p:nvSpPr>
          <p:spPr>
            <a:xfrm>
              <a:off x="0" y="-1"/>
              <a:ext cx="4639713" cy="3367271"/>
            </a:xfrm>
            <a:prstGeom prst="diagStripe">
              <a:avLst>
                <a:gd name="adj" fmla="val 51202"/>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ja-JP" altLang="en-US" noProof="0">
                <a:solidFill>
                  <a:schemeClr val="tx1"/>
                </a:solidFill>
                <a:latin typeface="Meiryo UI" panose="020B0604030504040204" pitchFamily="50" charset="-128"/>
                <a:ea typeface="Meiryo UI" panose="020B0604030504040204" pitchFamily="50" charset="-128"/>
              </a:endParaRPr>
            </a:p>
          </p:txBody>
        </p:sp>
        <p:cxnSp>
          <p:nvCxnSpPr>
            <p:cNvPr id="28" name="直線​​コネクタ(S) 27">
              <a:extLst>
                <a:ext uri="{FF2B5EF4-FFF2-40B4-BE49-F238E27FC236}">
                  <a16:creationId xmlns:a16="http://schemas.microsoft.com/office/drawing/2014/main" id="{DDBD869A-51AE-4AC9-A3E0-38E8C732B1E8}"/>
                </a:ext>
              </a:extLst>
            </p:cNvPr>
            <p:cNvCxnSpPr>
              <a:cxnSpLocks/>
            </p:cNvCxnSpPr>
            <p:nvPr userDrawn="1"/>
          </p:nvCxnSpPr>
          <p:spPr>
            <a:xfrm flipV="1">
              <a:off x="1433638" y="-2"/>
              <a:ext cx="1240971" cy="91659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0" name="平行四辺形 29">
              <a:extLst>
                <a:ext uri="{FF2B5EF4-FFF2-40B4-BE49-F238E27FC236}">
                  <a16:creationId xmlns:a16="http://schemas.microsoft.com/office/drawing/2014/main" id="{DE18C3B6-28E6-4BBC-B634-F81DE5A9D13C}"/>
                </a:ext>
              </a:extLst>
            </p:cNvPr>
            <p:cNvSpPr/>
            <p:nvPr userDrawn="1"/>
          </p:nvSpPr>
          <p:spPr>
            <a:xfrm rot="19421162">
              <a:off x="-192127" y="1140864"/>
              <a:ext cx="1354398" cy="214994"/>
            </a:xfrm>
            <a:prstGeom prst="parallelogram">
              <a:avLst>
                <a:gd name="adj" fmla="val 72003"/>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ja-JP" altLang="en-US" noProof="0">
                <a:latin typeface="Meiryo UI" panose="020B0604030504040204" pitchFamily="50" charset="-128"/>
                <a:ea typeface="Meiryo UI" panose="020B0604030504040204" pitchFamily="50" charset="-128"/>
              </a:endParaRPr>
            </a:p>
          </p:txBody>
        </p:sp>
      </p:grpSp>
      <p:sp>
        <p:nvSpPr>
          <p:cNvPr id="3" name="スライド番号プレースホルダー 2">
            <a:extLst>
              <a:ext uri="{FF2B5EF4-FFF2-40B4-BE49-F238E27FC236}">
                <a16:creationId xmlns:a16="http://schemas.microsoft.com/office/drawing/2014/main" id="{B08BE157-60F2-194D-8C13-4AE120FC9EDE}"/>
              </a:ext>
            </a:extLst>
          </p:cNvPr>
          <p:cNvSpPr>
            <a:spLocks noGrp="1"/>
          </p:cNvSpPr>
          <p:nvPr>
            <p:ph type="sldNum" sz="quarter" idx="18"/>
          </p:nvPr>
        </p:nvSpPr>
        <p:spPr/>
        <p:txBody>
          <a:bodyPr rtlCol="0"/>
          <a:lstStyle>
            <a:lvl1pPr>
              <a:defRPr>
                <a:latin typeface="Meiryo UI" panose="020B0604030504040204" pitchFamily="50" charset="-128"/>
                <a:ea typeface="Meiryo UI" panose="020B0604030504040204" pitchFamily="50" charset="-128"/>
              </a:defRPr>
            </a:lvl1pPr>
          </a:lstStyle>
          <a:p>
            <a:fld id="{8699F50C-BE38-4BD0-BA84-9B090E1F2B9B}" type="slidenum">
              <a:rPr lang="en-US" altLang="ja-JP" smtClean="0"/>
              <a:pPr/>
              <a:t>‹#›</a:t>
            </a:fld>
            <a:endParaRPr lang="ja-JP" altLang="en-US"/>
          </a:p>
        </p:txBody>
      </p:sp>
      <p:sp>
        <p:nvSpPr>
          <p:cNvPr id="29" name="コンテンツ プレースホルダー 2">
            <a:extLst>
              <a:ext uri="{FF2B5EF4-FFF2-40B4-BE49-F238E27FC236}">
                <a16:creationId xmlns:a16="http://schemas.microsoft.com/office/drawing/2014/main" id="{1FAE0C34-9220-45F0-9FC2-9FE7C994E7BD}"/>
              </a:ext>
            </a:extLst>
          </p:cNvPr>
          <p:cNvSpPr>
            <a:spLocks noGrp="1"/>
          </p:cNvSpPr>
          <p:nvPr>
            <p:ph idx="1"/>
          </p:nvPr>
        </p:nvSpPr>
        <p:spPr>
          <a:xfrm>
            <a:off x="518678" y="820640"/>
            <a:ext cx="10835122" cy="5356323"/>
          </a:xfrm>
          <a:prstGeom prst="rect">
            <a:avLst/>
          </a:prstGeom>
        </p:spPr>
        <p:txBody>
          <a:bodyPr rtlCol="0"/>
          <a:lstStyle>
            <a:lvl1pPr>
              <a:buClr>
                <a:schemeClr val="accent2"/>
              </a:buClr>
              <a:defRPr>
                <a:solidFill>
                  <a:schemeClr val="tx1"/>
                </a:solidFill>
                <a:latin typeface="Meiryo UI" panose="020B0604030504040204" pitchFamily="50" charset="-128"/>
                <a:ea typeface="Meiryo UI" panose="020B0604030504040204" pitchFamily="50" charset="-128"/>
              </a:defRPr>
            </a:lvl1pPr>
            <a:lvl2pPr>
              <a:buClr>
                <a:schemeClr val="accent2"/>
              </a:buClr>
              <a:defRPr>
                <a:solidFill>
                  <a:schemeClr val="tx1"/>
                </a:solidFill>
                <a:latin typeface="Meiryo UI" panose="020B0604030504040204" pitchFamily="50" charset="-128"/>
                <a:ea typeface="Meiryo UI" panose="020B0604030504040204" pitchFamily="50" charset="-128"/>
              </a:defRPr>
            </a:lvl2pPr>
            <a:lvl3pPr>
              <a:buClr>
                <a:schemeClr val="accent2"/>
              </a:buClr>
              <a:defRPr>
                <a:solidFill>
                  <a:schemeClr val="tx1"/>
                </a:solidFill>
                <a:latin typeface="Meiryo UI" panose="020B0604030504040204" pitchFamily="50" charset="-128"/>
                <a:ea typeface="Meiryo UI" panose="020B0604030504040204" pitchFamily="50" charset="-128"/>
              </a:defRPr>
            </a:lvl3pPr>
            <a:lvl4pPr>
              <a:buClr>
                <a:schemeClr val="accent2"/>
              </a:buClr>
              <a:defRPr>
                <a:solidFill>
                  <a:schemeClr val="tx1"/>
                </a:solidFill>
                <a:latin typeface="Meiryo UI" panose="020B0604030504040204" pitchFamily="50" charset="-128"/>
                <a:ea typeface="Meiryo UI" panose="020B0604030504040204" pitchFamily="50" charset="-128"/>
              </a:defRPr>
            </a:lvl4pPr>
            <a:lvl5pPr>
              <a:buClr>
                <a:schemeClr val="accent2"/>
              </a:buClr>
              <a:defRPr>
                <a:solidFill>
                  <a:schemeClr val="tx1"/>
                </a:solidFill>
                <a:latin typeface="Meiryo UI" panose="020B0604030504040204" pitchFamily="50" charset="-128"/>
                <a:ea typeface="Meiryo UI" panose="020B0604030504040204" pitchFamily="50" charset="-128"/>
              </a:defRPr>
            </a:lvl5pPr>
          </a:lstStyle>
          <a:p>
            <a:pPr lvl="0" rtl="0"/>
            <a:r>
              <a:rPr lang="ja-JP" altLang="en-US" noProof="0"/>
              <a:t>マスター テキストの書式設定</a:t>
            </a:r>
          </a:p>
          <a:p>
            <a:pPr lvl="1" rtl="0"/>
            <a:r>
              <a:rPr lang="ja-JP" altLang="en-US" noProof="0"/>
              <a:t>第 </a:t>
            </a:r>
            <a:r>
              <a:rPr lang="en-US" altLang="ja-JP" noProof="0"/>
              <a:t>2 </a:t>
            </a:r>
            <a:r>
              <a:rPr lang="ja-JP" altLang="en-US" noProof="0"/>
              <a:t>レベル</a:t>
            </a:r>
          </a:p>
          <a:p>
            <a:pPr lvl="2" rtl="0"/>
            <a:r>
              <a:rPr lang="ja-JP" altLang="en-US" noProof="0"/>
              <a:t>第 </a:t>
            </a:r>
            <a:r>
              <a:rPr lang="en-US" altLang="ja-JP" noProof="0"/>
              <a:t>3 </a:t>
            </a:r>
            <a:r>
              <a:rPr lang="ja-JP" altLang="en-US" noProof="0"/>
              <a:t>レベル</a:t>
            </a:r>
          </a:p>
          <a:p>
            <a:pPr lvl="3" rtl="0"/>
            <a:r>
              <a:rPr lang="ja-JP" altLang="en-US" noProof="0"/>
              <a:t>第 </a:t>
            </a:r>
            <a:r>
              <a:rPr lang="en-US" altLang="ja-JP" noProof="0"/>
              <a:t>4 </a:t>
            </a:r>
            <a:r>
              <a:rPr lang="ja-JP" altLang="en-US" noProof="0"/>
              <a:t>レベル</a:t>
            </a:r>
          </a:p>
          <a:p>
            <a:pPr lvl="4" rtl="0"/>
            <a:r>
              <a:rPr lang="ja-JP" altLang="en-US" noProof="0"/>
              <a:t>第 </a:t>
            </a:r>
            <a:r>
              <a:rPr lang="en-US" altLang="ja-JP" noProof="0"/>
              <a:t>5 </a:t>
            </a:r>
            <a:r>
              <a:rPr lang="ja-JP" altLang="en-US" noProof="0"/>
              <a:t>レベル</a:t>
            </a:r>
          </a:p>
        </p:txBody>
      </p:sp>
      <p:pic>
        <p:nvPicPr>
          <p:cNvPr id="14" name="図 13"/>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970969" y="297752"/>
            <a:ext cx="1026505" cy="341313"/>
          </a:xfrm>
          <a:prstGeom prst="rect">
            <a:avLst/>
          </a:prstGeom>
        </p:spPr>
      </p:pic>
      <p:sp>
        <p:nvSpPr>
          <p:cNvPr id="16" name="タイトル 1" title="タイトル​​ ">
            <a:extLst>
              <a:ext uri="{FF2B5EF4-FFF2-40B4-BE49-F238E27FC236}">
                <a16:creationId xmlns:a16="http://schemas.microsoft.com/office/drawing/2014/main" id="{2BC9E9C6-44F2-48BA-8EFB-C52DE3DF83DB}"/>
              </a:ext>
            </a:extLst>
          </p:cNvPr>
          <p:cNvSpPr>
            <a:spLocks noGrp="1"/>
          </p:cNvSpPr>
          <p:nvPr>
            <p:ph type="title" hasCustomPrompt="1"/>
          </p:nvPr>
        </p:nvSpPr>
        <p:spPr>
          <a:xfrm>
            <a:off x="518677" y="209030"/>
            <a:ext cx="8804187" cy="492888"/>
          </a:xfrm>
          <a:prstGeom prst="rect">
            <a:avLst/>
          </a:prstGeom>
        </p:spPr>
        <p:txBody>
          <a:bodyPr bIns="0" rtlCol="0" anchor="b">
            <a:normAutofit/>
          </a:bodyPr>
          <a:lstStyle>
            <a:lvl1pPr>
              <a:defRPr sz="3200" b="1">
                <a:solidFill>
                  <a:srgbClr val="00B0F0"/>
                </a:solidFill>
                <a:latin typeface="Meiryo UI" panose="020B0604030504040204" pitchFamily="50" charset="-128"/>
                <a:ea typeface="Meiryo UI" panose="020B0604030504040204" pitchFamily="50" charset="-128"/>
              </a:defRPr>
            </a:lvl1pPr>
          </a:lstStyle>
          <a:p>
            <a:pPr rtl="0"/>
            <a:r>
              <a:rPr lang="ja-JP" altLang="en-US" noProof="0"/>
              <a:t>マスター タイトルの書式設定 </a:t>
            </a:r>
          </a:p>
        </p:txBody>
      </p:sp>
      <p:sp>
        <p:nvSpPr>
          <p:cNvPr id="19" name="平行四辺形 18">
            <a:extLst>
              <a:ext uri="{FF2B5EF4-FFF2-40B4-BE49-F238E27FC236}">
                <a16:creationId xmlns:a16="http://schemas.microsoft.com/office/drawing/2014/main" id="{99A5EC24-5C03-4543-A9C7-3276AC589BB0}"/>
              </a:ext>
            </a:extLst>
          </p:cNvPr>
          <p:cNvSpPr/>
          <p:nvPr userDrawn="1"/>
        </p:nvSpPr>
        <p:spPr>
          <a:xfrm flipH="1">
            <a:off x="6789636" y="1"/>
            <a:ext cx="1447800" cy="639064"/>
          </a:xfrm>
          <a:prstGeom prst="parallelogram">
            <a:avLst>
              <a:gd name="adj" fmla="val 135617"/>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rtl="0"/>
            <a:endParaRPr lang="ja-JP" altLang="en-US" noProof="0">
              <a:latin typeface="Meiryo UI" panose="020B0604030504040204" pitchFamily="50" charset="-128"/>
              <a:ea typeface="Meiryo UI" panose="020B0604030504040204" pitchFamily="50" charset="-128"/>
            </a:endParaRPr>
          </a:p>
        </p:txBody>
      </p:sp>
      <p:sp>
        <p:nvSpPr>
          <p:cNvPr id="15" name="フッター プレースホルダー 5">
            <a:extLst>
              <a:ext uri="{FF2B5EF4-FFF2-40B4-BE49-F238E27FC236}">
                <a16:creationId xmlns:a16="http://schemas.microsoft.com/office/drawing/2014/main" id="{51A366E3-7409-422E-B610-B1170B6F1083}"/>
              </a:ext>
            </a:extLst>
          </p:cNvPr>
          <p:cNvSpPr txBox="1">
            <a:spLocks/>
          </p:cNvSpPr>
          <p:nvPr userDrawn="1"/>
        </p:nvSpPr>
        <p:spPr>
          <a:xfrm>
            <a:off x="101600" y="6466407"/>
            <a:ext cx="4114800" cy="365125"/>
          </a:xfrm>
          <a:prstGeom prst="rect">
            <a:avLst/>
          </a:prstGeom>
        </p:spPr>
        <p:txBody>
          <a:bodyPr vert="horz" lIns="91440" tIns="45720" rIns="91440" bIns="45720" rtlCol="0" anchor="ctr"/>
          <a:lstStyle>
            <a:defPPr rtl="0">
              <a:defRPr lang="ja-JP"/>
            </a:defPPr>
            <a:lvl1pPr marL="0" algn="l" defTabSz="914400" rtl="0" eaLnBrk="1" latinLnBrk="0" hangingPunct="1">
              <a:defRPr sz="1200" kern="1200">
                <a:solidFill>
                  <a:schemeClr val="bg2"/>
                </a:solidFill>
                <a:latin typeface="Meiryo UI" panose="020B0604030504040204" pitchFamily="50" charset="-128"/>
                <a:ea typeface="Meiryo UI" panose="020B0604030504040204" pitchFamily="50" charset="-128"/>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ja-JP"/>
              <a:t>NIPPON SYSTEMWARE CO.,LTD.</a:t>
            </a:r>
            <a:endParaRPr lang="ja-JP" altLang="en-US"/>
          </a:p>
        </p:txBody>
      </p:sp>
    </p:spTree>
    <p:extLst>
      <p:ext uri="{BB962C8B-B14F-4D97-AF65-F5344CB8AC3E}">
        <p14:creationId xmlns:p14="http://schemas.microsoft.com/office/powerpoint/2010/main" val="47145990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393">
          <p15:clr>
            <a:srgbClr val="FBAE40"/>
          </p15:clr>
        </p15:guide>
        <p15:guide id="4" pos="7423">
          <p15:clr>
            <a:srgbClr val="FBAE40"/>
          </p15:clr>
        </p15:guide>
        <p15:guide id="5" orient="horz" pos="777">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cSld name="Title, Sub">
    <p:spTree>
      <p:nvGrpSpPr>
        <p:cNvPr id="1" name=""/>
        <p:cNvGrpSpPr/>
        <p:nvPr/>
      </p:nvGrpSpPr>
      <p:grpSpPr>
        <a:xfrm>
          <a:off x="0" y="0"/>
          <a:ext cx="0" cy="0"/>
          <a:chOff x="0" y="0"/>
          <a:chExt cx="0" cy="0"/>
        </a:xfrm>
      </p:grpSpPr>
      <p:sp>
        <p:nvSpPr>
          <p:cNvPr id="2" name="Title 1"/>
          <p:cNvSpPr>
            <a:spLocks noGrp="1"/>
          </p:cNvSpPr>
          <p:nvPr>
            <p:ph type="title"/>
          </p:nvPr>
        </p:nvSpPr>
        <p:spPr>
          <a:xfrm>
            <a:off x="609600" y="633528"/>
            <a:ext cx="10363200" cy="594360"/>
          </a:xfrm>
        </p:spPr>
        <p:txBody>
          <a:bodyPr vert="horz" lIns="0" tIns="45720" rIns="0" bIns="0" rtlCol="0" anchor="b" anchorCtr="0">
            <a:noAutofit/>
          </a:bodyPr>
          <a:lstStyle>
            <a:lvl1pPr>
              <a:defRPr lang="en-US" sz="3600" b="0" i="0" spc="0" baseline="0" dirty="0">
                <a:latin typeface="Segoe UI Light" panose="020B0502040204020203" pitchFamily="34" charset="0"/>
                <a:cs typeface="Segoe UI Light" panose="020B0502040204020203" pitchFamily="34" charset="0"/>
              </a:defRPr>
            </a:lvl1pPr>
          </a:lstStyle>
          <a:p>
            <a:pPr lvl="0" defTabSz="685800">
              <a:lnSpc>
                <a:spcPct val="85000"/>
              </a:lnSpc>
            </a:pPr>
            <a:r>
              <a:rPr lang="en-US"/>
              <a:t>Click to edit Master title style</a:t>
            </a:r>
          </a:p>
        </p:txBody>
      </p:sp>
      <p:sp>
        <p:nvSpPr>
          <p:cNvPr id="4" name="Text Placeholder 8"/>
          <p:cNvSpPr>
            <a:spLocks noGrp="1"/>
          </p:cNvSpPr>
          <p:nvPr>
            <p:ph type="body" sz="quarter" idx="14"/>
          </p:nvPr>
        </p:nvSpPr>
        <p:spPr>
          <a:xfrm>
            <a:off x="609921" y="1236896"/>
            <a:ext cx="10362880" cy="475488"/>
          </a:xfrm>
        </p:spPr>
        <p:txBody>
          <a:bodyPr vert="horz" lIns="0" tIns="0" rIns="0" bIns="0" rtlCol="0">
            <a:noAutofit/>
          </a:bodyPr>
          <a:lstStyle>
            <a:lvl1pPr marL="0" indent="0">
              <a:buNone/>
              <a:defRPr lang="en-US" sz="1200" spc="0" baseline="0"/>
            </a:lvl1pPr>
          </a:lstStyle>
          <a:p>
            <a:pPr marL="228600" lvl="0" indent="-228600">
              <a:lnSpc>
                <a:spcPct val="130000"/>
              </a:lnSpc>
            </a:pPr>
            <a:r>
              <a:rPr lang="en-US"/>
              <a:t>Click to edit Master text styles</a:t>
            </a:r>
          </a:p>
        </p:txBody>
      </p:sp>
    </p:spTree>
    <p:extLst>
      <p:ext uri="{BB962C8B-B14F-4D97-AF65-F5344CB8AC3E}">
        <p14:creationId xmlns:p14="http://schemas.microsoft.com/office/powerpoint/2010/main" val="191376516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BASIC">
    <p:spTree>
      <p:nvGrpSpPr>
        <p:cNvPr id="1" name=""/>
        <p:cNvGrpSpPr/>
        <p:nvPr/>
      </p:nvGrpSpPr>
      <p:grpSpPr>
        <a:xfrm>
          <a:off x="0" y="0"/>
          <a:ext cx="0" cy="0"/>
          <a:chOff x="0" y="0"/>
          <a:chExt cx="0" cy="0"/>
        </a:xfrm>
      </p:grpSpPr>
      <p:sp>
        <p:nvSpPr>
          <p:cNvPr id="12" name="Holder 2">
            <a:extLst>
              <a:ext uri="{FF2B5EF4-FFF2-40B4-BE49-F238E27FC236}">
                <a16:creationId xmlns:a16="http://schemas.microsoft.com/office/drawing/2014/main" id="{BCA7EB43-4EB5-3748-ACFE-C4696148CB6A}"/>
              </a:ext>
            </a:extLst>
          </p:cNvPr>
          <p:cNvSpPr>
            <a:spLocks noGrp="1"/>
          </p:cNvSpPr>
          <p:nvPr>
            <p:ph type="title"/>
          </p:nvPr>
        </p:nvSpPr>
        <p:spPr>
          <a:xfrm>
            <a:off x="432888" y="38338"/>
            <a:ext cx="11493500" cy="626683"/>
          </a:xfrm>
          <a:prstGeom prst="rect">
            <a:avLst/>
          </a:prstGeom>
        </p:spPr>
        <p:txBody>
          <a:bodyPr lIns="0" tIns="0" rIns="0" bIns="0"/>
          <a:lstStyle>
            <a:lvl1pPr>
              <a:defRPr sz="2000" b="1" i="0" spc="-70" baseline="0">
                <a:solidFill>
                  <a:schemeClr val="tx2">
                    <a:lumMod val="50000"/>
                  </a:schemeClr>
                </a:solidFill>
                <a:latin typeface="+mn-ea"/>
                <a:ea typeface="+mn-ea"/>
                <a:cs typeface="游ゴシック" panose="020B0400000000000000" pitchFamily="50" charset="-128"/>
              </a:defRPr>
            </a:lvl1pPr>
          </a:lstStyle>
          <a:p>
            <a:endParaRPr/>
          </a:p>
        </p:txBody>
      </p:sp>
      <p:sp>
        <p:nvSpPr>
          <p:cNvPr id="13" name="Holder 6">
            <a:extLst>
              <a:ext uri="{FF2B5EF4-FFF2-40B4-BE49-F238E27FC236}">
                <a16:creationId xmlns:a16="http://schemas.microsoft.com/office/drawing/2014/main" id="{F2D706C3-33A9-5243-B948-806E9E28E951}"/>
              </a:ext>
            </a:extLst>
          </p:cNvPr>
          <p:cNvSpPr>
            <a:spLocks noGrp="1"/>
          </p:cNvSpPr>
          <p:nvPr>
            <p:ph type="sldNum" sz="quarter" idx="7"/>
          </p:nvPr>
        </p:nvSpPr>
        <p:spPr>
          <a:xfrm>
            <a:off x="11521440" y="6518701"/>
            <a:ext cx="375920" cy="150246"/>
          </a:xfrm>
          <a:prstGeom prst="rect">
            <a:avLst/>
          </a:prstGeom>
        </p:spPr>
        <p:txBody>
          <a:bodyPr lIns="0" tIns="0" rIns="0" bIns="0"/>
          <a:lstStyle>
            <a:lvl1pPr algn="r">
              <a:defRPr sz="1200" b="0" i="0">
                <a:solidFill>
                  <a:schemeClr val="tx1"/>
                </a:solidFill>
                <a:latin typeface="+mn-ea"/>
                <a:ea typeface="+mn-ea"/>
              </a:defRPr>
            </a:lvl1pPr>
          </a:lstStyle>
          <a:p>
            <a:fld id="{B6F15528-21DE-4FAA-801E-634DDDAF4B2B}" type="slidenum">
              <a:rPr lang="en-US" altLang="ja-JP" smtClean="0"/>
              <a:pPr/>
              <a:t>‹#›</a:t>
            </a:fld>
            <a:endParaRPr lang="en-US" altLang="ja-JP"/>
          </a:p>
        </p:txBody>
      </p:sp>
      <p:sp>
        <p:nvSpPr>
          <p:cNvPr id="16" name="object 10">
            <a:extLst>
              <a:ext uri="{FF2B5EF4-FFF2-40B4-BE49-F238E27FC236}">
                <a16:creationId xmlns:a16="http://schemas.microsoft.com/office/drawing/2014/main" id="{C606A044-4610-7C43-8D37-13180508D5CA}"/>
              </a:ext>
            </a:extLst>
          </p:cNvPr>
          <p:cNvSpPr/>
          <p:nvPr/>
        </p:nvSpPr>
        <p:spPr>
          <a:xfrm>
            <a:off x="127000" y="325499"/>
            <a:ext cx="190500" cy="706755"/>
          </a:xfrm>
          <a:custGeom>
            <a:avLst/>
            <a:gdLst/>
            <a:ahLst/>
            <a:cxnLst/>
            <a:rect l="l" t="t" r="r" b="b"/>
            <a:pathLst>
              <a:path w="190500" h="706755">
                <a:moveTo>
                  <a:pt x="190500" y="0"/>
                </a:moveTo>
                <a:lnTo>
                  <a:pt x="0" y="0"/>
                </a:lnTo>
                <a:lnTo>
                  <a:pt x="0" y="706501"/>
                </a:lnTo>
                <a:lnTo>
                  <a:pt x="190500" y="516000"/>
                </a:lnTo>
                <a:lnTo>
                  <a:pt x="190500" y="0"/>
                </a:lnTo>
                <a:close/>
              </a:path>
            </a:pathLst>
          </a:custGeom>
          <a:solidFill>
            <a:schemeClr val="bg2"/>
          </a:solidFill>
        </p:spPr>
        <p:txBody>
          <a:bodyPr wrap="square" lIns="0" tIns="0" rIns="0" bIns="0" rtlCol="0"/>
          <a:lstStyle/>
          <a:p>
            <a:endParaRPr/>
          </a:p>
        </p:txBody>
      </p:sp>
      <p:sp>
        <p:nvSpPr>
          <p:cNvPr id="17" name="object 11">
            <a:extLst>
              <a:ext uri="{FF2B5EF4-FFF2-40B4-BE49-F238E27FC236}">
                <a16:creationId xmlns:a16="http://schemas.microsoft.com/office/drawing/2014/main" id="{BA922A8D-7A60-6446-AE73-13BDFB0ADE71}"/>
              </a:ext>
            </a:extLst>
          </p:cNvPr>
          <p:cNvSpPr/>
          <p:nvPr/>
        </p:nvSpPr>
        <p:spPr>
          <a:xfrm>
            <a:off x="0" y="0"/>
            <a:ext cx="317500" cy="6858000"/>
          </a:xfrm>
          <a:custGeom>
            <a:avLst/>
            <a:gdLst/>
            <a:ahLst/>
            <a:cxnLst/>
            <a:rect l="l" t="t" r="r" b="b"/>
            <a:pathLst>
              <a:path w="317500" h="6858000">
                <a:moveTo>
                  <a:pt x="317500" y="0"/>
                </a:moveTo>
                <a:lnTo>
                  <a:pt x="0" y="0"/>
                </a:lnTo>
                <a:lnTo>
                  <a:pt x="0" y="6858000"/>
                </a:lnTo>
                <a:lnTo>
                  <a:pt x="127000" y="6858000"/>
                </a:lnTo>
                <a:lnTo>
                  <a:pt x="127000" y="897001"/>
                </a:lnTo>
                <a:lnTo>
                  <a:pt x="317500" y="706501"/>
                </a:lnTo>
                <a:lnTo>
                  <a:pt x="317500" y="0"/>
                </a:lnTo>
                <a:close/>
              </a:path>
            </a:pathLst>
          </a:custGeom>
          <a:solidFill>
            <a:schemeClr val="tx2"/>
          </a:solidFill>
        </p:spPr>
        <p:txBody>
          <a:bodyPr wrap="square" lIns="0" tIns="0" rIns="0" bIns="0" rtlCol="0"/>
          <a:lstStyle/>
          <a:p>
            <a:endParaRPr/>
          </a:p>
        </p:txBody>
      </p:sp>
      <p:grpSp>
        <p:nvGrpSpPr>
          <p:cNvPr id="18" name="object 13">
            <a:extLst>
              <a:ext uri="{FF2B5EF4-FFF2-40B4-BE49-F238E27FC236}">
                <a16:creationId xmlns:a16="http://schemas.microsoft.com/office/drawing/2014/main" id="{3B9CA242-E922-4046-A4A0-2A19F5515D15}"/>
              </a:ext>
            </a:extLst>
          </p:cNvPr>
          <p:cNvGrpSpPr/>
          <p:nvPr userDrawn="1"/>
        </p:nvGrpSpPr>
        <p:grpSpPr>
          <a:xfrm>
            <a:off x="12065000" y="0"/>
            <a:ext cx="127000" cy="6858000"/>
            <a:chOff x="12065000" y="0"/>
            <a:chExt cx="127000" cy="6858000"/>
          </a:xfrm>
        </p:grpSpPr>
        <p:sp>
          <p:nvSpPr>
            <p:cNvPr id="19" name="object 14">
              <a:extLst>
                <a:ext uri="{FF2B5EF4-FFF2-40B4-BE49-F238E27FC236}">
                  <a16:creationId xmlns:a16="http://schemas.microsoft.com/office/drawing/2014/main" id="{CA4B219B-A175-EF40-A15F-A701A079558D}"/>
                </a:ext>
              </a:extLst>
            </p:cNvPr>
            <p:cNvSpPr/>
            <p:nvPr/>
          </p:nvSpPr>
          <p:spPr>
            <a:xfrm>
              <a:off x="12065000" y="0"/>
              <a:ext cx="127000" cy="5143500"/>
            </a:xfrm>
            <a:custGeom>
              <a:avLst/>
              <a:gdLst/>
              <a:ahLst/>
              <a:cxnLst/>
              <a:rect l="l" t="t" r="r" b="b"/>
              <a:pathLst>
                <a:path w="127000" h="5143500">
                  <a:moveTo>
                    <a:pt x="0" y="5143500"/>
                  </a:moveTo>
                  <a:lnTo>
                    <a:pt x="127000" y="5143500"/>
                  </a:lnTo>
                  <a:lnTo>
                    <a:pt x="127000" y="0"/>
                  </a:lnTo>
                  <a:lnTo>
                    <a:pt x="0" y="0"/>
                  </a:lnTo>
                  <a:lnTo>
                    <a:pt x="0" y="5143500"/>
                  </a:lnTo>
                  <a:close/>
                </a:path>
              </a:pathLst>
            </a:custGeom>
            <a:solidFill>
              <a:schemeClr val="tx2"/>
            </a:solidFill>
          </p:spPr>
          <p:txBody>
            <a:bodyPr wrap="square" lIns="0" tIns="0" rIns="0" bIns="0" rtlCol="0"/>
            <a:lstStyle/>
            <a:p>
              <a:endParaRPr/>
            </a:p>
          </p:txBody>
        </p:sp>
        <p:sp>
          <p:nvSpPr>
            <p:cNvPr id="20" name="object 15">
              <a:extLst>
                <a:ext uri="{FF2B5EF4-FFF2-40B4-BE49-F238E27FC236}">
                  <a16:creationId xmlns:a16="http://schemas.microsoft.com/office/drawing/2014/main" id="{C8D469FA-9FDD-EF41-ACCC-B01BE68742AB}"/>
                </a:ext>
              </a:extLst>
            </p:cNvPr>
            <p:cNvSpPr/>
            <p:nvPr/>
          </p:nvSpPr>
          <p:spPr>
            <a:xfrm>
              <a:off x="12065000" y="5143500"/>
              <a:ext cx="127000" cy="1714500"/>
            </a:xfrm>
            <a:custGeom>
              <a:avLst/>
              <a:gdLst/>
              <a:ahLst/>
              <a:cxnLst/>
              <a:rect l="l" t="t" r="r" b="b"/>
              <a:pathLst>
                <a:path w="127000" h="1714500">
                  <a:moveTo>
                    <a:pt x="127000" y="0"/>
                  </a:moveTo>
                  <a:lnTo>
                    <a:pt x="0" y="0"/>
                  </a:lnTo>
                  <a:lnTo>
                    <a:pt x="0" y="1714500"/>
                  </a:lnTo>
                  <a:lnTo>
                    <a:pt x="127000" y="1714500"/>
                  </a:lnTo>
                  <a:lnTo>
                    <a:pt x="127000" y="0"/>
                  </a:lnTo>
                  <a:close/>
                </a:path>
              </a:pathLst>
            </a:custGeom>
            <a:solidFill>
              <a:schemeClr val="bg2"/>
            </a:solidFill>
          </p:spPr>
          <p:txBody>
            <a:bodyPr wrap="square" lIns="0" tIns="0" rIns="0" bIns="0" rtlCol="0"/>
            <a:lstStyle/>
            <a:p>
              <a:endParaRPr/>
            </a:p>
          </p:txBody>
        </p:sp>
      </p:grpSp>
      <p:sp>
        <p:nvSpPr>
          <p:cNvPr id="11" name="object 27">
            <a:extLst>
              <a:ext uri="{FF2B5EF4-FFF2-40B4-BE49-F238E27FC236}">
                <a16:creationId xmlns:a16="http://schemas.microsoft.com/office/drawing/2014/main" id="{FFC84441-6692-4387-9720-108E5AFC0481}"/>
              </a:ext>
            </a:extLst>
          </p:cNvPr>
          <p:cNvSpPr txBox="1"/>
          <p:nvPr userDrawn="1"/>
        </p:nvSpPr>
        <p:spPr>
          <a:xfrm>
            <a:off x="5293672" y="6547950"/>
            <a:ext cx="2540000" cy="166712"/>
          </a:xfrm>
          <a:prstGeom prst="rect">
            <a:avLst/>
          </a:prstGeom>
        </p:spPr>
        <p:txBody>
          <a:bodyPr vert="horz" wrap="square" lIns="0" tIns="12700" rIns="0" bIns="0" rtlCol="0">
            <a:spAutoFit/>
          </a:bodyPr>
          <a:lstStyle/>
          <a:p>
            <a:pPr marL="12700">
              <a:lnSpc>
                <a:spcPct val="100000"/>
              </a:lnSpc>
              <a:spcBef>
                <a:spcPts val="100"/>
              </a:spcBef>
            </a:pPr>
            <a:r>
              <a:rPr lang="en" sz="1000" b="1" i="0" spc="-5">
                <a:solidFill>
                  <a:schemeClr val="tx2">
                    <a:lumMod val="20000"/>
                    <a:lumOff val="80000"/>
                  </a:schemeClr>
                </a:solidFill>
                <a:latin typeface="+mj-ea"/>
                <a:ea typeface="+mj-ea"/>
                <a:cs typeface="Arial"/>
              </a:rPr>
              <a:t>NSW Inc. </a:t>
            </a:r>
            <a:r>
              <a:rPr lang="en" sz="1000" b="0" i="0" spc="-5">
                <a:solidFill>
                  <a:schemeClr val="tx2">
                    <a:lumMod val="20000"/>
                    <a:lumOff val="80000"/>
                  </a:schemeClr>
                </a:solidFill>
                <a:latin typeface="+mj-ea"/>
                <a:ea typeface="+mj-ea"/>
                <a:cs typeface="Arial"/>
              </a:rPr>
              <a:t>| Confidential and Proprietary</a:t>
            </a:r>
            <a:endParaRPr sz="1000" b="0" i="0">
              <a:solidFill>
                <a:schemeClr val="tx2">
                  <a:lumMod val="20000"/>
                  <a:lumOff val="80000"/>
                </a:schemeClr>
              </a:solidFill>
              <a:latin typeface="+mj-ea"/>
              <a:ea typeface="+mj-ea"/>
              <a:cs typeface="Arial"/>
            </a:endParaRPr>
          </a:p>
        </p:txBody>
      </p:sp>
      <p:pic>
        <p:nvPicPr>
          <p:cNvPr id="15" name="図 14" descr="ロゴ&#10;&#10;自動的に生成された説明">
            <a:extLst>
              <a:ext uri="{FF2B5EF4-FFF2-40B4-BE49-F238E27FC236}">
                <a16:creationId xmlns:a16="http://schemas.microsoft.com/office/drawing/2014/main" id="{2285CD2C-186C-4154-82B7-0EFE7BED1747}"/>
              </a:ext>
            </a:extLst>
          </p:cNvPr>
          <p:cNvPicPr>
            <a:picLocks noChangeAspect="1"/>
          </p:cNvPicPr>
          <p:nvPr userDrawn="1"/>
        </p:nvPicPr>
        <p:blipFill>
          <a:blip r:embed="rId2" cstate="screen">
            <a:lum bright="70000" contrast="-70000"/>
            <a:extLst>
              <a:ext uri="{28A0092B-C50C-407E-A947-70E740481C1C}">
                <a14:useLocalDpi xmlns:a14="http://schemas.microsoft.com/office/drawing/2010/main"/>
              </a:ext>
            </a:extLst>
          </a:blip>
          <a:stretch>
            <a:fillRect/>
          </a:stretch>
        </p:blipFill>
        <p:spPr>
          <a:xfrm>
            <a:off x="485140" y="6518701"/>
            <a:ext cx="577205" cy="191430"/>
          </a:xfrm>
          <a:prstGeom prst="rect">
            <a:avLst/>
          </a:prstGeom>
        </p:spPr>
      </p:pic>
      <p:cxnSp>
        <p:nvCxnSpPr>
          <p:cNvPr id="3" name="直線コネクタ 2">
            <a:extLst>
              <a:ext uri="{FF2B5EF4-FFF2-40B4-BE49-F238E27FC236}">
                <a16:creationId xmlns:a16="http://schemas.microsoft.com/office/drawing/2014/main" id="{42A04B6E-9244-C6F8-466D-E7C7161B2BAD}"/>
              </a:ext>
            </a:extLst>
          </p:cNvPr>
          <p:cNvCxnSpPr/>
          <p:nvPr userDrawn="1"/>
        </p:nvCxnSpPr>
        <p:spPr>
          <a:xfrm>
            <a:off x="312510" y="717656"/>
            <a:ext cx="11747500" cy="0"/>
          </a:xfrm>
          <a:prstGeom prst="line">
            <a:avLst/>
          </a:prstGeom>
          <a:ln>
            <a:solidFill>
              <a:srgbClr val="6E93D0"/>
            </a:solidFill>
          </a:ln>
        </p:spPr>
        <p:style>
          <a:lnRef idx="1">
            <a:schemeClr val="accent1"/>
          </a:lnRef>
          <a:fillRef idx="0">
            <a:schemeClr val="accent1"/>
          </a:fillRef>
          <a:effectRef idx="0">
            <a:schemeClr val="accent1"/>
          </a:effectRef>
          <a:fontRef idx="minor">
            <a:schemeClr val="tx1"/>
          </a:fontRef>
        </p:style>
      </p:cxnSp>
      <p:sp>
        <p:nvSpPr>
          <p:cNvPr id="9" name="フリーフォーム: 図形 8">
            <a:extLst>
              <a:ext uri="{FF2B5EF4-FFF2-40B4-BE49-F238E27FC236}">
                <a16:creationId xmlns:a16="http://schemas.microsoft.com/office/drawing/2014/main" id="{B6A1EEAA-C169-58A1-8F02-5A2BAA8E4251}"/>
              </a:ext>
            </a:extLst>
          </p:cNvPr>
          <p:cNvSpPr/>
          <p:nvPr userDrawn="1"/>
        </p:nvSpPr>
        <p:spPr>
          <a:xfrm>
            <a:off x="302419" y="715961"/>
            <a:ext cx="134143" cy="145243"/>
          </a:xfrm>
          <a:custGeom>
            <a:avLst/>
            <a:gdLst>
              <a:gd name="csX0" fmla="*/ 0 w 100013"/>
              <a:gd name="csY0" fmla="*/ 0 h 133350"/>
              <a:gd name="csX1" fmla="*/ 0 w 100013"/>
              <a:gd name="csY1" fmla="*/ 133350 h 133350"/>
              <a:gd name="csX2" fmla="*/ 100013 w 100013"/>
              <a:gd name="csY2" fmla="*/ 7144 h 133350"/>
              <a:gd name="csX3" fmla="*/ 0 w 100013"/>
              <a:gd name="csY3" fmla="*/ 0 h 133350"/>
              <a:gd name="csX0" fmla="*/ 0 w 100013"/>
              <a:gd name="csY0" fmla="*/ 0 h 133350"/>
              <a:gd name="csX1" fmla="*/ 0 w 100013"/>
              <a:gd name="csY1" fmla="*/ 133350 h 133350"/>
              <a:gd name="csX2" fmla="*/ 100013 w 100013"/>
              <a:gd name="csY2" fmla="*/ 2382 h 133350"/>
              <a:gd name="csX3" fmla="*/ 0 w 100013"/>
              <a:gd name="csY3" fmla="*/ 0 h 133350"/>
              <a:gd name="csX0" fmla="*/ 5625 w 105638"/>
              <a:gd name="csY0" fmla="*/ 0 h 145258"/>
              <a:gd name="csX1" fmla="*/ 0 w 105638"/>
              <a:gd name="csY1" fmla="*/ 145258 h 145258"/>
              <a:gd name="csX2" fmla="*/ 105638 w 105638"/>
              <a:gd name="csY2" fmla="*/ 2382 h 145258"/>
              <a:gd name="csX3" fmla="*/ 5625 w 105638"/>
              <a:gd name="csY3" fmla="*/ 0 h 145258"/>
            </a:gdLst>
            <a:ahLst/>
            <a:cxnLst>
              <a:cxn ang="0">
                <a:pos x="csX0" y="csY0"/>
              </a:cxn>
              <a:cxn ang="0">
                <a:pos x="csX1" y="csY1"/>
              </a:cxn>
              <a:cxn ang="0">
                <a:pos x="csX2" y="csY2"/>
              </a:cxn>
              <a:cxn ang="0">
                <a:pos x="csX3" y="csY3"/>
              </a:cxn>
            </a:cxnLst>
            <a:rect l="l" t="t" r="r" b="b"/>
            <a:pathLst>
              <a:path w="105638" h="145258">
                <a:moveTo>
                  <a:pt x="5625" y="0"/>
                </a:moveTo>
                <a:lnTo>
                  <a:pt x="0" y="145258"/>
                </a:lnTo>
                <a:lnTo>
                  <a:pt x="105638" y="2382"/>
                </a:lnTo>
                <a:lnTo>
                  <a:pt x="5625" y="0"/>
                </a:lnTo>
                <a:close/>
              </a:path>
            </a:pathLst>
          </a:custGeom>
          <a:solidFill>
            <a:srgbClr val="3278E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307490184"/>
      </p:ext>
    </p:extLst>
  </p:cSld>
  <p:clrMapOvr>
    <a:masterClrMapping/>
  </p:clrMapOvr>
  <p:extLst>
    <p:ext uri="{DCECCB84-F9BA-43D5-87BE-67443E8EF086}">
      <p15:sldGuideLst xmlns:p15="http://schemas.microsoft.com/office/powerpoint/2012/main">
        <p15:guide id="1" orient="horz" pos="3884">
          <p15:clr>
            <a:srgbClr val="FBAE40"/>
          </p15:clr>
        </p15:guide>
        <p15:guide id="3" orient="horz" pos="142">
          <p15:clr>
            <a:srgbClr val="FBAE40"/>
          </p15:clr>
        </p15:guide>
        <p15:guide id="4" pos="211">
          <p15:clr>
            <a:srgbClr val="FBAE40"/>
          </p15:clr>
        </p15:guide>
        <p15:guide id="5" pos="7469">
          <p15:clr>
            <a:srgbClr val="FBAE40"/>
          </p15:clr>
        </p15:guide>
        <p15:guide id="6" orient="horz" pos="527">
          <p15:clr>
            <a:srgbClr val="FBAE40"/>
          </p15:clr>
        </p15:guide>
        <p15:guide id="7" pos="3704">
          <p15:clr>
            <a:srgbClr val="FBAE40"/>
          </p15:clr>
        </p15:guide>
        <p15:guide id="8" pos="3976">
          <p15:clr>
            <a:srgbClr val="FBAE40"/>
          </p15:clr>
        </p15:guide>
        <p15:guide id="9" orient="horz" pos="216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_BASIC">
    <p:spTree>
      <p:nvGrpSpPr>
        <p:cNvPr id="1" name=""/>
        <p:cNvGrpSpPr/>
        <p:nvPr/>
      </p:nvGrpSpPr>
      <p:grpSpPr>
        <a:xfrm>
          <a:off x="0" y="0"/>
          <a:ext cx="0" cy="0"/>
          <a:chOff x="0" y="0"/>
          <a:chExt cx="0" cy="0"/>
        </a:xfrm>
      </p:grpSpPr>
      <p:sp>
        <p:nvSpPr>
          <p:cNvPr id="12" name="Holder 2">
            <a:extLst>
              <a:ext uri="{FF2B5EF4-FFF2-40B4-BE49-F238E27FC236}">
                <a16:creationId xmlns:a16="http://schemas.microsoft.com/office/drawing/2014/main" id="{BCA7EB43-4EB5-3748-ACFE-C4696148CB6A}"/>
              </a:ext>
            </a:extLst>
          </p:cNvPr>
          <p:cNvSpPr>
            <a:spLocks noGrp="1"/>
          </p:cNvSpPr>
          <p:nvPr>
            <p:ph type="title"/>
          </p:nvPr>
        </p:nvSpPr>
        <p:spPr>
          <a:xfrm>
            <a:off x="432888" y="52193"/>
            <a:ext cx="11493500" cy="626683"/>
          </a:xfrm>
          <a:prstGeom prst="rect">
            <a:avLst/>
          </a:prstGeom>
        </p:spPr>
        <p:txBody>
          <a:bodyPr lIns="0" tIns="0" rIns="0" bIns="0"/>
          <a:lstStyle>
            <a:lvl1pPr>
              <a:defRPr sz="2400" b="0" i="0" spc="-70" baseline="0">
                <a:solidFill>
                  <a:schemeClr val="tx2"/>
                </a:solidFill>
                <a:latin typeface="+mn-ea"/>
                <a:ea typeface="+mn-ea"/>
                <a:cs typeface="游ゴシック" panose="020B0400000000000000" pitchFamily="50" charset="-128"/>
              </a:defRPr>
            </a:lvl1pPr>
          </a:lstStyle>
          <a:p>
            <a:endParaRPr/>
          </a:p>
        </p:txBody>
      </p:sp>
      <p:sp>
        <p:nvSpPr>
          <p:cNvPr id="13" name="Holder 6">
            <a:extLst>
              <a:ext uri="{FF2B5EF4-FFF2-40B4-BE49-F238E27FC236}">
                <a16:creationId xmlns:a16="http://schemas.microsoft.com/office/drawing/2014/main" id="{F2D706C3-33A9-5243-B948-806E9E28E951}"/>
              </a:ext>
            </a:extLst>
          </p:cNvPr>
          <p:cNvSpPr>
            <a:spLocks noGrp="1"/>
          </p:cNvSpPr>
          <p:nvPr>
            <p:ph type="sldNum" sz="quarter" idx="7"/>
          </p:nvPr>
        </p:nvSpPr>
        <p:spPr>
          <a:xfrm>
            <a:off x="11521440" y="6518701"/>
            <a:ext cx="375920" cy="150246"/>
          </a:xfrm>
          <a:prstGeom prst="rect">
            <a:avLst/>
          </a:prstGeom>
        </p:spPr>
        <p:txBody>
          <a:bodyPr lIns="0" tIns="0" rIns="0" bIns="0"/>
          <a:lstStyle>
            <a:lvl1pPr algn="r">
              <a:defRPr sz="1200" b="0" i="0">
                <a:solidFill>
                  <a:schemeClr val="tx1"/>
                </a:solidFill>
                <a:latin typeface="+mn-ea"/>
                <a:ea typeface="+mn-ea"/>
              </a:defRPr>
            </a:lvl1pPr>
          </a:lstStyle>
          <a:p>
            <a:fld id="{B6F15528-21DE-4FAA-801E-634DDDAF4B2B}" type="slidenum">
              <a:rPr lang="en-US" altLang="ja-JP" smtClean="0"/>
              <a:pPr/>
              <a:t>‹#›</a:t>
            </a:fld>
            <a:endParaRPr lang="en-US" altLang="ja-JP"/>
          </a:p>
        </p:txBody>
      </p:sp>
      <p:sp>
        <p:nvSpPr>
          <p:cNvPr id="16" name="object 10">
            <a:extLst>
              <a:ext uri="{FF2B5EF4-FFF2-40B4-BE49-F238E27FC236}">
                <a16:creationId xmlns:a16="http://schemas.microsoft.com/office/drawing/2014/main" id="{C606A044-4610-7C43-8D37-13180508D5CA}"/>
              </a:ext>
            </a:extLst>
          </p:cNvPr>
          <p:cNvSpPr/>
          <p:nvPr/>
        </p:nvSpPr>
        <p:spPr>
          <a:xfrm>
            <a:off x="127000" y="325499"/>
            <a:ext cx="190500" cy="706755"/>
          </a:xfrm>
          <a:custGeom>
            <a:avLst/>
            <a:gdLst/>
            <a:ahLst/>
            <a:cxnLst/>
            <a:rect l="l" t="t" r="r" b="b"/>
            <a:pathLst>
              <a:path w="190500" h="706755">
                <a:moveTo>
                  <a:pt x="190500" y="0"/>
                </a:moveTo>
                <a:lnTo>
                  <a:pt x="0" y="0"/>
                </a:lnTo>
                <a:lnTo>
                  <a:pt x="0" y="706501"/>
                </a:lnTo>
                <a:lnTo>
                  <a:pt x="190500" y="516000"/>
                </a:lnTo>
                <a:lnTo>
                  <a:pt x="190500" y="0"/>
                </a:lnTo>
                <a:close/>
              </a:path>
            </a:pathLst>
          </a:custGeom>
          <a:solidFill>
            <a:schemeClr val="bg2"/>
          </a:solidFill>
        </p:spPr>
        <p:txBody>
          <a:bodyPr wrap="square" lIns="0" tIns="0" rIns="0" bIns="0" rtlCol="0"/>
          <a:lstStyle/>
          <a:p>
            <a:endParaRPr/>
          </a:p>
        </p:txBody>
      </p:sp>
      <p:sp>
        <p:nvSpPr>
          <p:cNvPr id="17" name="object 11">
            <a:extLst>
              <a:ext uri="{FF2B5EF4-FFF2-40B4-BE49-F238E27FC236}">
                <a16:creationId xmlns:a16="http://schemas.microsoft.com/office/drawing/2014/main" id="{BA922A8D-7A60-6446-AE73-13BDFB0ADE71}"/>
              </a:ext>
            </a:extLst>
          </p:cNvPr>
          <p:cNvSpPr/>
          <p:nvPr/>
        </p:nvSpPr>
        <p:spPr>
          <a:xfrm>
            <a:off x="0" y="0"/>
            <a:ext cx="317500" cy="6858000"/>
          </a:xfrm>
          <a:custGeom>
            <a:avLst/>
            <a:gdLst/>
            <a:ahLst/>
            <a:cxnLst/>
            <a:rect l="l" t="t" r="r" b="b"/>
            <a:pathLst>
              <a:path w="317500" h="6858000">
                <a:moveTo>
                  <a:pt x="317500" y="0"/>
                </a:moveTo>
                <a:lnTo>
                  <a:pt x="0" y="0"/>
                </a:lnTo>
                <a:lnTo>
                  <a:pt x="0" y="6858000"/>
                </a:lnTo>
                <a:lnTo>
                  <a:pt x="127000" y="6858000"/>
                </a:lnTo>
                <a:lnTo>
                  <a:pt x="127000" y="897001"/>
                </a:lnTo>
                <a:lnTo>
                  <a:pt x="317500" y="706501"/>
                </a:lnTo>
                <a:lnTo>
                  <a:pt x="317500" y="0"/>
                </a:lnTo>
                <a:close/>
              </a:path>
            </a:pathLst>
          </a:custGeom>
          <a:solidFill>
            <a:schemeClr val="tx2"/>
          </a:solidFill>
        </p:spPr>
        <p:txBody>
          <a:bodyPr wrap="square" lIns="0" tIns="0" rIns="0" bIns="0" rtlCol="0"/>
          <a:lstStyle/>
          <a:p>
            <a:endParaRPr/>
          </a:p>
        </p:txBody>
      </p:sp>
      <p:grpSp>
        <p:nvGrpSpPr>
          <p:cNvPr id="18" name="object 13">
            <a:extLst>
              <a:ext uri="{FF2B5EF4-FFF2-40B4-BE49-F238E27FC236}">
                <a16:creationId xmlns:a16="http://schemas.microsoft.com/office/drawing/2014/main" id="{3B9CA242-E922-4046-A4A0-2A19F5515D15}"/>
              </a:ext>
            </a:extLst>
          </p:cNvPr>
          <p:cNvGrpSpPr/>
          <p:nvPr userDrawn="1"/>
        </p:nvGrpSpPr>
        <p:grpSpPr>
          <a:xfrm>
            <a:off x="12065000" y="0"/>
            <a:ext cx="127000" cy="6858000"/>
            <a:chOff x="12065000" y="0"/>
            <a:chExt cx="127000" cy="6858000"/>
          </a:xfrm>
        </p:grpSpPr>
        <p:sp>
          <p:nvSpPr>
            <p:cNvPr id="19" name="object 14">
              <a:extLst>
                <a:ext uri="{FF2B5EF4-FFF2-40B4-BE49-F238E27FC236}">
                  <a16:creationId xmlns:a16="http://schemas.microsoft.com/office/drawing/2014/main" id="{CA4B219B-A175-EF40-A15F-A701A079558D}"/>
                </a:ext>
              </a:extLst>
            </p:cNvPr>
            <p:cNvSpPr/>
            <p:nvPr/>
          </p:nvSpPr>
          <p:spPr>
            <a:xfrm>
              <a:off x="12065000" y="0"/>
              <a:ext cx="127000" cy="5143500"/>
            </a:xfrm>
            <a:custGeom>
              <a:avLst/>
              <a:gdLst/>
              <a:ahLst/>
              <a:cxnLst/>
              <a:rect l="l" t="t" r="r" b="b"/>
              <a:pathLst>
                <a:path w="127000" h="5143500">
                  <a:moveTo>
                    <a:pt x="0" y="5143500"/>
                  </a:moveTo>
                  <a:lnTo>
                    <a:pt x="127000" y="5143500"/>
                  </a:lnTo>
                  <a:lnTo>
                    <a:pt x="127000" y="0"/>
                  </a:lnTo>
                  <a:lnTo>
                    <a:pt x="0" y="0"/>
                  </a:lnTo>
                  <a:lnTo>
                    <a:pt x="0" y="5143500"/>
                  </a:lnTo>
                  <a:close/>
                </a:path>
              </a:pathLst>
            </a:custGeom>
            <a:solidFill>
              <a:schemeClr val="tx2"/>
            </a:solidFill>
          </p:spPr>
          <p:txBody>
            <a:bodyPr wrap="square" lIns="0" tIns="0" rIns="0" bIns="0" rtlCol="0"/>
            <a:lstStyle/>
            <a:p>
              <a:endParaRPr/>
            </a:p>
          </p:txBody>
        </p:sp>
        <p:sp>
          <p:nvSpPr>
            <p:cNvPr id="20" name="object 15">
              <a:extLst>
                <a:ext uri="{FF2B5EF4-FFF2-40B4-BE49-F238E27FC236}">
                  <a16:creationId xmlns:a16="http://schemas.microsoft.com/office/drawing/2014/main" id="{C8D469FA-9FDD-EF41-ACCC-B01BE68742AB}"/>
                </a:ext>
              </a:extLst>
            </p:cNvPr>
            <p:cNvSpPr/>
            <p:nvPr/>
          </p:nvSpPr>
          <p:spPr>
            <a:xfrm>
              <a:off x="12065000" y="5143500"/>
              <a:ext cx="127000" cy="1714500"/>
            </a:xfrm>
            <a:custGeom>
              <a:avLst/>
              <a:gdLst/>
              <a:ahLst/>
              <a:cxnLst/>
              <a:rect l="l" t="t" r="r" b="b"/>
              <a:pathLst>
                <a:path w="127000" h="1714500">
                  <a:moveTo>
                    <a:pt x="127000" y="0"/>
                  </a:moveTo>
                  <a:lnTo>
                    <a:pt x="0" y="0"/>
                  </a:lnTo>
                  <a:lnTo>
                    <a:pt x="0" y="1714500"/>
                  </a:lnTo>
                  <a:lnTo>
                    <a:pt x="127000" y="1714500"/>
                  </a:lnTo>
                  <a:lnTo>
                    <a:pt x="127000" y="0"/>
                  </a:lnTo>
                  <a:close/>
                </a:path>
              </a:pathLst>
            </a:custGeom>
            <a:solidFill>
              <a:schemeClr val="bg2"/>
            </a:solidFill>
          </p:spPr>
          <p:txBody>
            <a:bodyPr wrap="square" lIns="0" tIns="0" rIns="0" bIns="0" rtlCol="0"/>
            <a:lstStyle/>
            <a:p>
              <a:endParaRPr/>
            </a:p>
          </p:txBody>
        </p:sp>
      </p:grpSp>
      <p:cxnSp>
        <p:nvCxnSpPr>
          <p:cNvPr id="3" name="直線コネクタ 2">
            <a:extLst>
              <a:ext uri="{FF2B5EF4-FFF2-40B4-BE49-F238E27FC236}">
                <a16:creationId xmlns:a16="http://schemas.microsoft.com/office/drawing/2014/main" id="{42A04B6E-9244-C6F8-466D-E7C7161B2BAD}"/>
              </a:ext>
            </a:extLst>
          </p:cNvPr>
          <p:cNvCxnSpPr/>
          <p:nvPr userDrawn="1"/>
        </p:nvCxnSpPr>
        <p:spPr>
          <a:xfrm>
            <a:off x="312510" y="717656"/>
            <a:ext cx="11747500" cy="0"/>
          </a:xfrm>
          <a:prstGeom prst="line">
            <a:avLst/>
          </a:prstGeom>
          <a:ln>
            <a:solidFill>
              <a:srgbClr val="6E93D0"/>
            </a:solidFill>
          </a:ln>
        </p:spPr>
        <p:style>
          <a:lnRef idx="1">
            <a:schemeClr val="accent1"/>
          </a:lnRef>
          <a:fillRef idx="0">
            <a:schemeClr val="accent1"/>
          </a:fillRef>
          <a:effectRef idx="0">
            <a:schemeClr val="accent1"/>
          </a:effectRef>
          <a:fontRef idx="minor">
            <a:schemeClr val="tx1"/>
          </a:fontRef>
        </p:style>
      </p:cxnSp>
      <p:sp>
        <p:nvSpPr>
          <p:cNvPr id="9" name="フリーフォーム: 図形 8">
            <a:extLst>
              <a:ext uri="{FF2B5EF4-FFF2-40B4-BE49-F238E27FC236}">
                <a16:creationId xmlns:a16="http://schemas.microsoft.com/office/drawing/2014/main" id="{B6A1EEAA-C169-58A1-8F02-5A2BAA8E4251}"/>
              </a:ext>
            </a:extLst>
          </p:cNvPr>
          <p:cNvSpPr/>
          <p:nvPr userDrawn="1"/>
        </p:nvSpPr>
        <p:spPr>
          <a:xfrm>
            <a:off x="302419" y="715961"/>
            <a:ext cx="134143" cy="145243"/>
          </a:xfrm>
          <a:custGeom>
            <a:avLst/>
            <a:gdLst>
              <a:gd name="csX0" fmla="*/ 0 w 100013"/>
              <a:gd name="csY0" fmla="*/ 0 h 133350"/>
              <a:gd name="csX1" fmla="*/ 0 w 100013"/>
              <a:gd name="csY1" fmla="*/ 133350 h 133350"/>
              <a:gd name="csX2" fmla="*/ 100013 w 100013"/>
              <a:gd name="csY2" fmla="*/ 7144 h 133350"/>
              <a:gd name="csX3" fmla="*/ 0 w 100013"/>
              <a:gd name="csY3" fmla="*/ 0 h 133350"/>
              <a:gd name="csX0" fmla="*/ 0 w 100013"/>
              <a:gd name="csY0" fmla="*/ 0 h 133350"/>
              <a:gd name="csX1" fmla="*/ 0 w 100013"/>
              <a:gd name="csY1" fmla="*/ 133350 h 133350"/>
              <a:gd name="csX2" fmla="*/ 100013 w 100013"/>
              <a:gd name="csY2" fmla="*/ 2382 h 133350"/>
              <a:gd name="csX3" fmla="*/ 0 w 100013"/>
              <a:gd name="csY3" fmla="*/ 0 h 133350"/>
              <a:gd name="csX0" fmla="*/ 5625 w 105638"/>
              <a:gd name="csY0" fmla="*/ 0 h 145258"/>
              <a:gd name="csX1" fmla="*/ 0 w 105638"/>
              <a:gd name="csY1" fmla="*/ 145258 h 145258"/>
              <a:gd name="csX2" fmla="*/ 105638 w 105638"/>
              <a:gd name="csY2" fmla="*/ 2382 h 145258"/>
              <a:gd name="csX3" fmla="*/ 5625 w 105638"/>
              <a:gd name="csY3" fmla="*/ 0 h 145258"/>
            </a:gdLst>
            <a:ahLst/>
            <a:cxnLst>
              <a:cxn ang="0">
                <a:pos x="csX0" y="csY0"/>
              </a:cxn>
              <a:cxn ang="0">
                <a:pos x="csX1" y="csY1"/>
              </a:cxn>
              <a:cxn ang="0">
                <a:pos x="csX2" y="csY2"/>
              </a:cxn>
              <a:cxn ang="0">
                <a:pos x="csX3" y="csY3"/>
              </a:cxn>
            </a:cxnLst>
            <a:rect l="l" t="t" r="r" b="b"/>
            <a:pathLst>
              <a:path w="105638" h="145258">
                <a:moveTo>
                  <a:pt x="5625" y="0"/>
                </a:moveTo>
                <a:lnTo>
                  <a:pt x="0" y="145258"/>
                </a:lnTo>
                <a:lnTo>
                  <a:pt x="105638" y="2382"/>
                </a:lnTo>
                <a:lnTo>
                  <a:pt x="5625" y="0"/>
                </a:lnTo>
                <a:close/>
              </a:path>
            </a:pathLst>
          </a:custGeom>
          <a:solidFill>
            <a:srgbClr val="3278E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object 27">
            <a:extLst>
              <a:ext uri="{FF2B5EF4-FFF2-40B4-BE49-F238E27FC236}">
                <a16:creationId xmlns:a16="http://schemas.microsoft.com/office/drawing/2014/main" id="{01ED4301-1795-1649-F61A-940BF7CC3E83}"/>
              </a:ext>
            </a:extLst>
          </p:cNvPr>
          <p:cNvSpPr txBox="1"/>
          <p:nvPr userDrawn="1"/>
        </p:nvSpPr>
        <p:spPr>
          <a:xfrm>
            <a:off x="1254874" y="6641817"/>
            <a:ext cx="2540000" cy="166712"/>
          </a:xfrm>
          <a:prstGeom prst="rect">
            <a:avLst/>
          </a:prstGeom>
        </p:spPr>
        <p:txBody>
          <a:bodyPr vert="horz" wrap="square" lIns="0" tIns="12700" rIns="0" bIns="0" rtlCol="0">
            <a:spAutoFit/>
          </a:bodyPr>
          <a:lstStyle/>
          <a:p>
            <a:pPr marL="12700">
              <a:lnSpc>
                <a:spcPct val="100000"/>
              </a:lnSpc>
              <a:spcBef>
                <a:spcPts val="100"/>
              </a:spcBef>
            </a:pPr>
            <a:r>
              <a:rPr lang="en" sz="1000" b="1" i="0" spc="-5">
                <a:solidFill>
                  <a:schemeClr val="tx2"/>
                </a:solidFill>
                <a:latin typeface="+mj-ea"/>
                <a:ea typeface="+mj-ea"/>
                <a:cs typeface="Arial"/>
              </a:rPr>
              <a:t>NSW Inc. </a:t>
            </a:r>
            <a:r>
              <a:rPr lang="en" sz="1000" b="0" i="0" spc="-5">
                <a:solidFill>
                  <a:schemeClr val="tx2"/>
                </a:solidFill>
                <a:latin typeface="+mj-ea"/>
                <a:ea typeface="+mj-ea"/>
                <a:cs typeface="Arial"/>
              </a:rPr>
              <a:t>| Confidential and Proprietary</a:t>
            </a:r>
            <a:endParaRPr sz="1000" b="0" i="0">
              <a:solidFill>
                <a:schemeClr val="tx2"/>
              </a:solidFill>
              <a:latin typeface="+mj-ea"/>
              <a:ea typeface="+mj-ea"/>
              <a:cs typeface="Arial"/>
            </a:endParaRPr>
          </a:p>
        </p:txBody>
      </p:sp>
      <p:pic>
        <p:nvPicPr>
          <p:cNvPr id="5" name="図 4" descr="ロゴ&#10;&#10;自動的に生成された説明">
            <a:extLst>
              <a:ext uri="{FF2B5EF4-FFF2-40B4-BE49-F238E27FC236}">
                <a16:creationId xmlns:a16="http://schemas.microsoft.com/office/drawing/2014/main" id="{B5E5A236-DA6D-9428-458F-3FE2CB164846}"/>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293930" y="6550967"/>
            <a:ext cx="776605" cy="257561"/>
          </a:xfrm>
          <a:prstGeom prst="rect">
            <a:avLst/>
          </a:prstGeom>
        </p:spPr>
      </p:pic>
    </p:spTree>
    <p:extLst>
      <p:ext uri="{BB962C8B-B14F-4D97-AF65-F5344CB8AC3E}">
        <p14:creationId xmlns:p14="http://schemas.microsoft.com/office/powerpoint/2010/main" val="3336259802"/>
      </p:ext>
    </p:extLst>
  </p:cSld>
  <p:clrMapOvr>
    <a:masterClrMapping/>
  </p:clrMapOvr>
  <p:extLst>
    <p:ext uri="{DCECCB84-F9BA-43D5-87BE-67443E8EF086}">
      <p15:sldGuideLst xmlns:p15="http://schemas.microsoft.com/office/powerpoint/2012/main">
        <p15:guide id="1" orient="horz" pos="3884">
          <p15:clr>
            <a:srgbClr val="FBAE40"/>
          </p15:clr>
        </p15:guide>
        <p15:guide id="3" orient="horz" pos="142">
          <p15:clr>
            <a:srgbClr val="FBAE40"/>
          </p15:clr>
        </p15:guide>
        <p15:guide id="4" pos="211">
          <p15:clr>
            <a:srgbClr val="FBAE40"/>
          </p15:clr>
        </p15:guide>
        <p15:guide id="5" pos="7469">
          <p15:clr>
            <a:srgbClr val="FBAE40"/>
          </p15:clr>
        </p15:guide>
        <p15:guide id="6" orient="horz" pos="527">
          <p15:clr>
            <a:srgbClr val="FBAE40"/>
          </p15:clr>
        </p15:guide>
        <p15:guide id="7" pos="3704">
          <p15:clr>
            <a:srgbClr val="FBAE40"/>
          </p15:clr>
        </p15:guide>
        <p15:guide id="8" pos="3976">
          <p15:clr>
            <a:srgbClr val="FBAE40"/>
          </p15:clr>
        </p15:guide>
        <p15:guide id="9" orient="horz" pos="216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タイトルと説明">
  <p:cSld name="タイトルと説明">
    <p:spTree>
      <p:nvGrpSpPr>
        <p:cNvPr id="1" name="Shape 104"/>
        <p:cNvGrpSpPr/>
        <p:nvPr/>
      </p:nvGrpSpPr>
      <p:grpSpPr>
        <a:xfrm>
          <a:off x="0" y="0"/>
          <a:ext cx="0" cy="0"/>
          <a:chOff x="0" y="0"/>
          <a:chExt cx="0" cy="0"/>
        </a:xfrm>
      </p:grpSpPr>
      <p:sp>
        <p:nvSpPr>
          <p:cNvPr id="105" name="Google Shape;105;p17"/>
          <p:cNvSpPr txBox="1">
            <a:spLocks noGrp="1"/>
          </p:cNvSpPr>
          <p:nvPr>
            <p:ph type="body" idx="1"/>
          </p:nvPr>
        </p:nvSpPr>
        <p:spPr>
          <a:xfrm>
            <a:off x="579739" y="1135455"/>
            <a:ext cx="11076923" cy="576000"/>
          </a:xfrm>
          <a:prstGeom prst="rect">
            <a:avLst/>
          </a:prstGeom>
          <a:noFill/>
          <a:ln>
            <a:noFill/>
          </a:ln>
        </p:spPr>
        <p:txBody>
          <a:bodyPr spcFirstLastPara="1" wrap="square" lIns="36000" tIns="36000" rIns="36000" bIns="36000" anchor="t" anchorCtr="0">
            <a:normAutofit/>
          </a:bodyPr>
          <a:lstStyle>
            <a:lvl1pPr marL="457200" lvl="0" indent="-228600" algn="ctr">
              <a:lnSpc>
                <a:spcPct val="100000"/>
              </a:lnSpc>
              <a:spcBef>
                <a:spcPts val="0"/>
              </a:spcBef>
              <a:spcAft>
                <a:spcPts val="0"/>
              </a:spcAft>
              <a:buClr>
                <a:schemeClr val="dk1"/>
              </a:buClr>
              <a:buSzPts val="1600"/>
              <a:buNone/>
              <a:defRPr sz="1600" b="0">
                <a:latin typeface="Arial"/>
                <a:ea typeface="Arial"/>
                <a:cs typeface="Arial"/>
                <a:sym typeface="Arial"/>
              </a:defRPr>
            </a:lvl1pPr>
            <a:lvl2pPr marL="914400" lvl="1" indent="-228600" algn="ctr">
              <a:lnSpc>
                <a:spcPct val="100000"/>
              </a:lnSpc>
              <a:spcBef>
                <a:spcPts val="615"/>
              </a:spcBef>
              <a:spcAft>
                <a:spcPts val="0"/>
              </a:spcAft>
              <a:buClr>
                <a:schemeClr val="dk1"/>
              </a:buClr>
              <a:buSzPts val="1400"/>
              <a:buNone/>
              <a:defRPr/>
            </a:lvl2pPr>
            <a:lvl3pPr marL="1371600" lvl="2" indent="-228600" algn="ctr">
              <a:lnSpc>
                <a:spcPct val="100000"/>
              </a:lnSpc>
              <a:spcBef>
                <a:spcPts val="615"/>
              </a:spcBef>
              <a:spcAft>
                <a:spcPts val="0"/>
              </a:spcAft>
              <a:buClr>
                <a:schemeClr val="dk1"/>
              </a:buClr>
              <a:buSzPts val="1400"/>
              <a:buNone/>
              <a:defRPr/>
            </a:lvl3pPr>
            <a:lvl4pPr marL="1828800" lvl="3" indent="-228600" algn="ctr">
              <a:lnSpc>
                <a:spcPct val="100000"/>
              </a:lnSpc>
              <a:spcBef>
                <a:spcPts val="615"/>
              </a:spcBef>
              <a:spcAft>
                <a:spcPts val="0"/>
              </a:spcAft>
              <a:buClr>
                <a:schemeClr val="dk1"/>
              </a:buClr>
              <a:buSzPts val="1200"/>
              <a:buNone/>
              <a:defRPr/>
            </a:lvl4pPr>
            <a:lvl5pPr marL="2286000" lvl="4" indent="-228600" algn="ctr">
              <a:lnSpc>
                <a:spcPct val="100000"/>
              </a:lnSpc>
              <a:spcBef>
                <a:spcPts val="615"/>
              </a:spcBef>
              <a:spcAft>
                <a:spcPts val="0"/>
              </a:spcAft>
              <a:buClr>
                <a:schemeClr val="dk1"/>
              </a:buClr>
              <a:buSzPts val="1200"/>
              <a:buNone/>
              <a:defRPr/>
            </a:lvl5pPr>
            <a:lvl6pPr marL="2743200" lvl="5" indent="-342900" algn="l">
              <a:lnSpc>
                <a:spcPct val="90000"/>
              </a:lnSpc>
              <a:spcBef>
                <a:spcPts val="615"/>
              </a:spcBef>
              <a:spcAft>
                <a:spcPts val="0"/>
              </a:spcAft>
              <a:buClr>
                <a:schemeClr val="dk1"/>
              </a:buClr>
              <a:buSzPts val="1800"/>
              <a:buChar char="•"/>
              <a:defRPr/>
            </a:lvl6pPr>
            <a:lvl7pPr marL="3200400" lvl="6" indent="-342900" algn="l">
              <a:lnSpc>
                <a:spcPct val="90000"/>
              </a:lnSpc>
              <a:spcBef>
                <a:spcPts val="615"/>
              </a:spcBef>
              <a:spcAft>
                <a:spcPts val="0"/>
              </a:spcAft>
              <a:buClr>
                <a:schemeClr val="dk1"/>
              </a:buClr>
              <a:buSzPts val="1800"/>
              <a:buChar char="•"/>
              <a:defRPr/>
            </a:lvl7pPr>
            <a:lvl8pPr marL="3657600" lvl="7" indent="-342900" algn="l">
              <a:lnSpc>
                <a:spcPct val="90000"/>
              </a:lnSpc>
              <a:spcBef>
                <a:spcPts val="615"/>
              </a:spcBef>
              <a:spcAft>
                <a:spcPts val="0"/>
              </a:spcAft>
              <a:buClr>
                <a:schemeClr val="dk1"/>
              </a:buClr>
              <a:buSzPts val="1800"/>
              <a:buChar char="•"/>
              <a:defRPr/>
            </a:lvl8pPr>
            <a:lvl9pPr marL="4114800" lvl="8" indent="-342900" algn="l">
              <a:lnSpc>
                <a:spcPct val="90000"/>
              </a:lnSpc>
              <a:spcBef>
                <a:spcPts val="615"/>
              </a:spcBef>
              <a:spcAft>
                <a:spcPts val="0"/>
              </a:spcAft>
              <a:buClr>
                <a:schemeClr val="dk1"/>
              </a:buClr>
              <a:buSzPts val="1800"/>
              <a:buChar char="•"/>
              <a:defRPr/>
            </a:lvl9pPr>
          </a:lstStyle>
          <a:p>
            <a:endParaRPr/>
          </a:p>
        </p:txBody>
      </p:sp>
      <p:cxnSp>
        <p:nvCxnSpPr>
          <p:cNvPr id="106" name="Google Shape;106;p17"/>
          <p:cNvCxnSpPr/>
          <p:nvPr/>
        </p:nvCxnSpPr>
        <p:spPr>
          <a:xfrm>
            <a:off x="0" y="1014130"/>
            <a:ext cx="12192000" cy="0"/>
          </a:xfrm>
          <a:prstGeom prst="straightConnector1">
            <a:avLst/>
          </a:prstGeom>
          <a:noFill/>
          <a:ln w="9525" cap="flat" cmpd="sng">
            <a:solidFill>
              <a:schemeClr val="accent3"/>
            </a:solidFill>
            <a:prstDash val="solid"/>
            <a:miter lim="800000"/>
            <a:headEnd type="none" w="sm" len="sm"/>
            <a:tailEnd type="none" w="sm" len="sm"/>
          </a:ln>
        </p:spPr>
      </p:cxnSp>
      <p:sp>
        <p:nvSpPr>
          <p:cNvPr id="107" name="Google Shape;107;p17"/>
          <p:cNvSpPr txBox="1">
            <a:spLocks noGrp="1"/>
          </p:cNvSpPr>
          <p:nvPr>
            <p:ph type="sldNum" idx="12"/>
          </p:nvPr>
        </p:nvSpPr>
        <p:spPr>
          <a:xfrm>
            <a:off x="10745760" y="6444000"/>
            <a:ext cx="1200000" cy="288000"/>
          </a:xfrm>
          <a:prstGeom prst="rect">
            <a:avLst/>
          </a:prstGeom>
          <a:noFill/>
          <a:ln>
            <a:noFill/>
          </a:ln>
        </p:spPr>
        <p:txBody>
          <a:bodyPr spcFirstLastPara="1" wrap="square" lIns="36000" tIns="36000" rIns="36000" bIns="36000" anchor="ctr" anchorCtr="0">
            <a:noAutofit/>
          </a:bodyPr>
          <a:lstStyle>
            <a:lvl1pPr marL="0" lvl="0" indent="0" algn="r">
              <a:lnSpc>
                <a:spcPct val="100000"/>
              </a:lnSpc>
              <a:spcBef>
                <a:spcPts val="0"/>
              </a:spcBef>
              <a:buNone/>
              <a:defRPr/>
            </a:lvl1pPr>
            <a:lvl2pPr marL="0" lvl="1" indent="0" algn="r">
              <a:lnSpc>
                <a:spcPct val="100000"/>
              </a:lnSpc>
              <a:spcBef>
                <a:spcPts val="0"/>
              </a:spcBef>
              <a:buNone/>
              <a:defRPr/>
            </a:lvl2pPr>
            <a:lvl3pPr marL="0" lvl="2" indent="0" algn="r">
              <a:lnSpc>
                <a:spcPct val="100000"/>
              </a:lnSpc>
              <a:spcBef>
                <a:spcPts val="0"/>
              </a:spcBef>
              <a:buNone/>
              <a:defRPr/>
            </a:lvl3pPr>
            <a:lvl4pPr marL="0" lvl="3" indent="0" algn="r">
              <a:lnSpc>
                <a:spcPct val="100000"/>
              </a:lnSpc>
              <a:spcBef>
                <a:spcPts val="0"/>
              </a:spcBef>
              <a:buNone/>
              <a:defRPr/>
            </a:lvl4pPr>
            <a:lvl5pPr marL="0" lvl="4" indent="0" algn="r">
              <a:lnSpc>
                <a:spcPct val="100000"/>
              </a:lnSpc>
              <a:spcBef>
                <a:spcPts val="0"/>
              </a:spcBef>
              <a:buNone/>
              <a:defRPr/>
            </a:lvl5pPr>
            <a:lvl6pPr marL="0" lvl="5" indent="0" algn="r">
              <a:lnSpc>
                <a:spcPct val="100000"/>
              </a:lnSpc>
              <a:spcBef>
                <a:spcPts val="0"/>
              </a:spcBef>
              <a:buNone/>
              <a:defRPr/>
            </a:lvl6pPr>
            <a:lvl7pPr marL="0" lvl="6" indent="0" algn="r">
              <a:lnSpc>
                <a:spcPct val="100000"/>
              </a:lnSpc>
              <a:spcBef>
                <a:spcPts val="0"/>
              </a:spcBef>
              <a:buNone/>
              <a:defRPr/>
            </a:lvl7pPr>
            <a:lvl8pPr marL="0" lvl="7" indent="0" algn="r">
              <a:lnSpc>
                <a:spcPct val="100000"/>
              </a:lnSpc>
              <a:spcBef>
                <a:spcPts val="0"/>
              </a:spcBef>
              <a:buNone/>
              <a:defRPr/>
            </a:lvl8pPr>
            <a:lvl9pPr marL="0" lvl="8" indent="0" algn="r">
              <a:lnSpc>
                <a:spcPct val="100000"/>
              </a:lnSpc>
              <a:spcBef>
                <a:spcPts val="0"/>
              </a:spcBef>
              <a:buNone/>
              <a:defRPr/>
            </a:lvl9pPr>
          </a:lstStyle>
          <a:p>
            <a:pPr marL="0" lvl="0" indent="0" algn="r" rtl="0">
              <a:spcBef>
                <a:spcPts val="0"/>
              </a:spcBef>
              <a:spcAft>
                <a:spcPts val="0"/>
              </a:spcAft>
              <a:buNone/>
            </a:pPr>
            <a:fld id="{00000000-1234-1234-1234-123412341234}" type="slidenum">
              <a:rPr lang="en-US" altLang="ja-JP"/>
              <a:t>‹#›</a:t>
            </a:fld>
            <a:endParaRPr sz="1867"/>
          </a:p>
        </p:txBody>
      </p:sp>
      <p:sp>
        <p:nvSpPr>
          <p:cNvPr id="108" name="Google Shape;108;p17"/>
          <p:cNvSpPr/>
          <p:nvPr/>
        </p:nvSpPr>
        <p:spPr>
          <a:xfrm>
            <a:off x="0" y="-4980"/>
            <a:ext cx="12192000" cy="360000"/>
          </a:xfrm>
          <a:prstGeom prst="rect">
            <a:avLst/>
          </a:prstGeom>
          <a:solidFill>
            <a:srgbClr val="00492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215" b="0" i="0" u="none" strike="noStrike" cap="none">
              <a:solidFill>
                <a:schemeClr val="lt1"/>
              </a:solidFill>
              <a:latin typeface="Arial"/>
              <a:ea typeface="Arial"/>
              <a:cs typeface="Arial"/>
              <a:sym typeface="Arial"/>
            </a:endParaRPr>
          </a:p>
        </p:txBody>
      </p:sp>
      <p:sp>
        <p:nvSpPr>
          <p:cNvPr id="109" name="Google Shape;109;p17"/>
          <p:cNvSpPr txBox="1">
            <a:spLocks noGrp="1"/>
          </p:cNvSpPr>
          <p:nvPr>
            <p:ph type="body" idx="2"/>
          </p:nvPr>
        </p:nvSpPr>
        <p:spPr>
          <a:xfrm>
            <a:off x="580294" y="61279"/>
            <a:ext cx="11076353" cy="257175"/>
          </a:xfrm>
          <a:prstGeom prst="rect">
            <a:avLst/>
          </a:prstGeom>
          <a:noFill/>
          <a:ln>
            <a:noFill/>
          </a:ln>
        </p:spPr>
        <p:txBody>
          <a:bodyPr spcFirstLastPara="1" wrap="square" lIns="36000" tIns="36000" rIns="36000" bIns="36000" anchor="t" anchorCtr="0">
            <a:noAutofit/>
          </a:bodyPr>
          <a:lstStyle>
            <a:lvl1pPr marL="457200" lvl="0" indent="-228600" algn="ctr">
              <a:lnSpc>
                <a:spcPct val="100000"/>
              </a:lnSpc>
              <a:spcBef>
                <a:spcPts val="1231"/>
              </a:spcBef>
              <a:spcAft>
                <a:spcPts val="0"/>
              </a:spcAft>
              <a:buClr>
                <a:schemeClr val="lt1"/>
              </a:buClr>
              <a:buSzPts val="1400"/>
              <a:buNone/>
              <a:defRPr sz="1400" b="1">
                <a:solidFill>
                  <a:schemeClr val="lt1"/>
                </a:solidFill>
              </a:defRPr>
            </a:lvl1pPr>
            <a:lvl2pPr marL="914400" lvl="1" indent="-228600" algn="ctr">
              <a:lnSpc>
                <a:spcPct val="100000"/>
              </a:lnSpc>
              <a:spcBef>
                <a:spcPts val="615"/>
              </a:spcBef>
              <a:spcAft>
                <a:spcPts val="0"/>
              </a:spcAft>
              <a:buClr>
                <a:schemeClr val="dk1"/>
              </a:buClr>
              <a:buSzPts val="1477"/>
              <a:buNone/>
              <a:defRPr sz="1477"/>
            </a:lvl2pPr>
            <a:lvl3pPr marL="1371600" lvl="2" indent="-228600" algn="ctr">
              <a:lnSpc>
                <a:spcPct val="100000"/>
              </a:lnSpc>
              <a:spcBef>
                <a:spcPts val="615"/>
              </a:spcBef>
              <a:spcAft>
                <a:spcPts val="0"/>
              </a:spcAft>
              <a:buClr>
                <a:schemeClr val="dk1"/>
              </a:buClr>
              <a:buSzPts val="1477"/>
              <a:buNone/>
              <a:defRPr sz="1477"/>
            </a:lvl3pPr>
            <a:lvl4pPr marL="1828800" lvl="3" indent="-228600" algn="ctr">
              <a:lnSpc>
                <a:spcPct val="100000"/>
              </a:lnSpc>
              <a:spcBef>
                <a:spcPts val="615"/>
              </a:spcBef>
              <a:spcAft>
                <a:spcPts val="0"/>
              </a:spcAft>
              <a:buClr>
                <a:schemeClr val="dk1"/>
              </a:buClr>
              <a:buSzPts val="1354"/>
              <a:buNone/>
              <a:defRPr sz="1354"/>
            </a:lvl4pPr>
            <a:lvl5pPr marL="2286000" lvl="4" indent="-228600" algn="ctr">
              <a:lnSpc>
                <a:spcPct val="100000"/>
              </a:lnSpc>
              <a:spcBef>
                <a:spcPts val="615"/>
              </a:spcBef>
              <a:spcAft>
                <a:spcPts val="0"/>
              </a:spcAft>
              <a:buClr>
                <a:schemeClr val="dk1"/>
              </a:buClr>
              <a:buSzPts val="1354"/>
              <a:buNone/>
              <a:defRPr sz="1354"/>
            </a:lvl5pPr>
            <a:lvl6pPr marL="2743200" lvl="5" indent="-342900" algn="l">
              <a:lnSpc>
                <a:spcPct val="90000"/>
              </a:lnSpc>
              <a:spcBef>
                <a:spcPts val="615"/>
              </a:spcBef>
              <a:spcAft>
                <a:spcPts val="0"/>
              </a:spcAft>
              <a:buClr>
                <a:schemeClr val="dk1"/>
              </a:buClr>
              <a:buSzPts val="1800"/>
              <a:buChar char="•"/>
              <a:defRPr/>
            </a:lvl6pPr>
            <a:lvl7pPr marL="3200400" lvl="6" indent="-342900" algn="l">
              <a:lnSpc>
                <a:spcPct val="90000"/>
              </a:lnSpc>
              <a:spcBef>
                <a:spcPts val="615"/>
              </a:spcBef>
              <a:spcAft>
                <a:spcPts val="0"/>
              </a:spcAft>
              <a:buClr>
                <a:schemeClr val="dk1"/>
              </a:buClr>
              <a:buSzPts val="1800"/>
              <a:buChar char="•"/>
              <a:defRPr/>
            </a:lvl7pPr>
            <a:lvl8pPr marL="3657600" lvl="7" indent="-342900" algn="l">
              <a:lnSpc>
                <a:spcPct val="90000"/>
              </a:lnSpc>
              <a:spcBef>
                <a:spcPts val="615"/>
              </a:spcBef>
              <a:spcAft>
                <a:spcPts val="0"/>
              </a:spcAft>
              <a:buClr>
                <a:schemeClr val="dk1"/>
              </a:buClr>
              <a:buSzPts val="1800"/>
              <a:buChar char="•"/>
              <a:defRPr/>
            </a:lvl8pPr>
            <a:lvl9pPr marL="4114800" lvl="8" indent="-342900" algn="l">
              <a:lnSpc>
                <a:spcPct val="90000"/>
              </a:lnSpc>
              <a:spcBef>
                <a:spcPts val="615"/>
              </a:spcBef>
              <a:spcAft>
                <a:spcPts val="0"/>
              </a:spcAft>
              <a:buClr>
                <a:schemeClr val="dk1"/>
              </a:buClr>
              <a:buSzPts val="1800"/>
              <a:buChar char="•"/>
              <a:defRPr/>
            </a:lvl9pPr>
          </a:lstStyle>
          <a:p>
            <a:endParaRPr/>
          </a:p>
        </p:txBody>
      </p:sp>
      <p:sp>
        <p:nvSpPr>
          <p:cNvPr id="110" name="Google Shape;110;p17"/>
          <p:cNvSpPr txBox="1">
            <a:spLocks noGrp="1"/>
          </p:cNvSpPr>
          <p:nvPr>
            <p:ph type="title"/>
          </p:nvPr>
        </p:nvSpPr>
        <p:spPr>
          <a:xfrm>
            <a:off x="579739" y="532806"/>
            <a:ext cx="11076923" cy="360000"/>
          </a:xfrm>
          <a:prstGeom prst="rect">
            <a:avLst/>
          </a:prstGeom>
          <a:noFill/>
          <a:ln>
            <a:noFill/>
          </a:ln>
        </p:spPr>
        <p:txBody>
          <a:bodyPr spcFirstLastPara="1" wrap="square" lIns="36000" tIns="36000" rIns="36000" bIns="36000" anchor="ctr" anchorCtr="0">
            <a:noAutofit/>
          </a:bodyPr>
          <a:lstStyle>
            <a:lvl1pPr lvl="0" algn="ctr">
              <a:lnSpc>
                <a:spcPct val="100000"/>
              </a:lnSpc>
              <a:spcBef>
                <a:spcPts val="0"/>
              </a:spcBef>
              <a:spcAft>
                <a:spcPts val="0"/>
              </a:spcAft>
              <a:buClr>
                <a:schemeClr val="dk1"/>
              </a:buClr>
              <a:buSzPts val="2400"/>
              <a:buFont typeface="Arial"/>
              <a:buNone/>
              <a:defRPr sz="2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extLst>
      <p:ext uri="{BB962C8B-B14F-4D97-AF65-F5344CB8AC3E}">
        <p14:creationId xmlns:p14="http://schemas.microsoft.com/office/powerpoint/2010/main" val="376630167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タイトルのみ">
    <p:spTree>
      <p:nvGrpSpPr>
        <p:cNvPr id="1" name=""/>
        <p:cNvGrpSpPr/>
        <p:nvPr/>
      </p:nvGrpSpPr>
      <p:grpSpPr>
        <a:xfrm>
          <a:off x="0" y="0"/>
          <a:ext cx="0" cy="0"/>
          <a:chOff x="0" y="0"/>
          <a:chExt cx="0" cy="0"/>
        </a:xfrm>
      </p:grpSpPr>
      <p:graphicFrame>
        <p:nvGraphicFramePr>
          <p:cNvPr id="2" name="Object 1" hidden="1">
            <a:extLst>
              <a:ext uri="{FF2B5EF4-FFF2-40B4-BE49-F238E27FC236}">
                <a16:creationId xmlns:a16="http://schemas.microsoft.com/office/drawing/2014/main" id="{B571F19D-EF07-4AC6-93B1-E7C2F8870F80}"/>
              </a:ext>
            </a:extLst>
          </p:cNvPr>
          <p:cNvGraphicFramePr>
            <a:graphicFrameLocks noChangeAspect="1"/>
          </p:cNvGraphicFramePr>
          <p:nvPr userDrawn="1">
            <p:custDataLst>
              <p:tags r:id="rId1"/>
            </p:custDataLst>
            <p:extLst>
              <p:ext uri="{D42A27DB-BD31-4B8C-83A1-F6EECF244321}">
                <p14:modId xmlns:p14="http://schemas.microsoft.com/office/powerpoint/2010/main" val="2645397289"/>
              </p:ext>
            </p:extLst>
          </p:nvPr>
        </p:nvGraphicFramePr>
        <p:xfrm>
          <a:off x="1955" y="1588"/>
          <a:ext cx="1954" cy="1588"/>
        </p:xfrm>
        <a:graphic>
          <a:graphicData uri="http://schemas.openxmlformats.org/presentationml/2006/ole">
            <mc:AlternateContent xmlns:mc="http://schemas.openxmlformats.org/markup-compatibility/2006">
              <mc:Choice xmlns:v="urn:schemas-microsoft-com:vml" Requires="v">
                <p:oleObj name="think-cell スライド" r:id="rId3" imgW="395" imgH="394" progId="TCLayout.ActiveDocument.1">
                  <p:embed/>
                </p:oleObj>
              </mc:Choice>
              <mc:Fallback>
                <p:oleObj name="think-cell スライド" r:id="rId3" imgW="395" imgH="394" progId="TCLayout.ActiveDocument.1">
                  <p:embed/>
                  <p:pic>
                    <p:nvPicPr>
                      <p:cNvPr id="2" name="Object 1" hidden="1">
                        <a:extLst>
                          <a:ext uri="{FF2B5EF4-FFF2-40B4-BE49-F238E27FC236}">
                            <a16:creationId xmlns:a16="http://schemas.microsoft.com/office/drawing/2014/main" id="{B571F19D-EF07-4AC6-93B1-E7C2F8870F80}"/>
                          </a:ext>
                        </a:extLst>
                      </p:cNvPr>
                      <p:cNvPicPr/>
                      <p:nvPr/>
                    </p:nvPicPr>
                    <p:blipFill>
                      <a:blip r:embed="rId4"/>
                      <a:stretch>
                        <a:fillRect/>
                      </a:stretch>
                    </p:blipFill>
                    <p:spPr>
                      <a:xfrm>
                        <a:off x="1955" y="1588"/>
                        <a:ext cx="1954" cy="1588"/>
                      </a:xfrm>
                      <a:prstGeom prst="rect">
                        <a:avLst/>
                      </a:prstGeom>
                    </p:spPr>
                  </p:pic>
                </p:oleObj>
              </mc:Fallback>
            </mc:AlternateContent>
          </a:graphicData>
        </a:graphic>
      </p:graphicFrame>
      <p:sp>
        <p:nvSpPr>
          <p:cNvPr id="5" name="タイトル 4">
            <a:extLst>
              <a:ext uri="{FF2B5EF4-FFF2-40B4-BE49-F238E27FC236}">
                <a16:creationId xmlns:a16="http://schemas.microsoft.com/office/drawing/2014/main" id="{230DEB14-E7C4-431C-936E-E0EAE7D94469}"/>
              </a:ext>
            </a:extLst>
          </p:cNvPr>
          <p:cNvSpPr>
            <a:spLocks noGrp="1"/>
          </p:cNvSpPr>
          <p:nvPr>
            <p:ph type="title"/>
          </p:nvPr>
        </p:nvSpPr>
        <p:spPr/>
        <p:txBody>
          <a:bodyPr/>
          <a:lstStyle/>
          <a:p>
            <a:r>
              <a:rPr kumimoji="1" lang="ja-JP" altLang="en-US"/>
              <a:t>マスター タイトルの書式設定</a:t>
            </a:r>
          </a:p>
        </p:txBody>
      </p:sp>
      <p:sp>
        <p:nvSpPr>
          <p:cNvPr id="7" name="スライド番号プレースホルダー 6">
            <a:extLst>
              <a:ext uri="{FF2B5EF4-FFF2-40B4-BE49-F238E27FC236}">
                <a16:creationId xmlns:a16="http://schemas.microsoft.com/office/drawing/2014/main" id="{80C89FF8-8D05-450A-9901-10099E9A0322}"/>
              </a:ext>
            </a:extLst>
          </p:cNvPr>
          <p:cNvSpPr>
            <a:spLocks noGrp="1"/>
          </p:cNvSpPr>
          <p:nvPr>
            <p:ph type="sldNum" sz="quarter" idx="10"/>
          </p:nvPr>
        </p:nvSpPr>
        <p:spPr/>
        <p:txBody>
          <a:bodyPr/>
          <a:lstStyle/>
          <a:p>
            <a:fld id="{27AFAC52-2919-4AC1-A3CE-59FE51E9E932}" type="slidenum">
              <a:rPr lang="ja-JP" altLang="en-US" smtClean="0"/>
              <a:pPr/>
              <a:t>‹#›</a:t>
            </a:fld>
            <a:endParaRPr lang="ja-JP" altLang="en-US"/>
          </a:p>
        </p:txBody>
      </p:sp>
    </p:spTree>
    <p:extLst>
      <p:ext uri="{BB962C8B-B14F-4D97-AF65-F5344CB8AC3E}">
        <p14:creationId xmlns:p14="http://schemas.microsoft.com/office/powerpoint/2010/main" val="346589271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表組みレイアウト">
    <p:spTree>
      <p:nvGrpSpPr>
        <p:cNvPr id="1" name=""/>
        <p:cNvGrpSpPr/>
        <p:nvPr/>
      </p:nvGrpSpPr>
      <p:grpSpPr>
        <a:xfrm>
          <a:off x="0" y="0"/>
          <a:ext cx="0" cy="0"/>
          <a:chOff x="0" y="0"/>
          <a:chExt cx="0" cy="0"/>
        </a:xfrm>
      </p:grpSpPr>
      <p:sp>
        <p:nvSpPr>
          <p:cNvPr id="12" name="Holder 2">
            <a:extLst>
              <a:ext uri="{FF2B5EF4-FFF2-40B4-BE49-F238E27FC236}">
                <a16:creationId xmlns:a16="http://schemas.microsoft.com/office/drawing/2014/main" id="{BCA7EB43-4EB5-3748-ACFE-C4696148CB6A}"/>
              </a:ext>
            </a:extLst>
          </p:cNvPr>
          <p:cNvSpPr>
            <a:spLocks noGrp="1"/>
          </p:cNvSpPr>
          <p:nvPr>
            <p:ph type="title"/>
          </p:nvPr>
        </p:nvSpPr>
        <p:spPr>
          <a:xfrm>
            <a:off x="590308" y="225425"/>
            <a:ext cx="11266729" cy="604519"/>
          </a:xfrm>
          <a:prstGeom prst="rect">
            <a:avLst/>
          </a:prstGeom>
        </p:spPr>
        <p:txBody>
          <a:bodyPr lIns="0" tIns="0" rIns="0" bIns="0"/>
          <a:lstStyle>
            <a:lvl1pPr>
              <a:defRPr sz="3800" b="0" i="0" spc="-70" baseline="0">
                <a:solidFill>
                  <a:schemeClr val="tx2"/>
                </a:solidFill>
                <a:latin typeface="+mj-ea"/>
                <a:ea typeface="+mj-ea"/>
                <a:cs typeface="游ゴシック" panose="020B0400000000000000" pitchFamily="50" charset="-128"/>
              </a:defRPr>
            </a:lvl1pPr>
          </a:lstStyle>
          <a:p>
            <a:endParaRPr/>
          </a:p>
        </p:txBody>
      </p:sp>
      <p:sp>
        <p:nvSpPr>
          <p:cNvPr id="13" name="Holder 6">
            <a:extLst>
              <a:ext uri="{FF2B5EF4-FFF2-40B4-BE49-F238E27FC236}">
                <a16:creationId xmlns:a16="http://schemas.microsoft.com/office/drawing/2014/main" id="{F2D706C3-33A9-5243-B948-806E9E28E951}"/>
              </a:ext>
            </a:extLst>
          </p:cNvPr>
          <p:cNvSpPr>
            <a:spLocks noGrp="1"/>
          </p:cNvSpPr>
          <p:nvPr>
            <p:ph type="sldNum" sz="quarter" idx="7"/>
          </p:nvPr>
        </p:nvSpPr>
        <p:spPr>
          <a:xfrm>
            <a:off x="11521440" y="6518701"/>
            <a:ext cx="375920" cy="150246"/>
          </a:xfrm>
          <a:prstGeom prst="rect">
            <a:avLst/>
          </a:prstGeom>
        </p:spPr>
        <p:txBody>
          <a:bodyPr lIns="0" tIns="0" rIns="0" bIns="0"/>
          <a:lstStyle>
            <a:lvl1pPr algn="r">
              <a:defRPr sz="1200" b="0" i="0">
                <a:solidFill>
                  <a:schemeClr val="tx1"/>
                </a:solidFill>
                <a:latin typeface="+mn-ea"/>
                <a:ea typeface="+mn-ea"/>
              </a:defRPr>
            </a:lvl1pPr>
          </a:lstStyle>
          <a:p>
            <a:fld id="{B6F15528-21DE-4FAA-801E-634DDDAF4B2B}" type="slidenum">
              <a:rPr lang="en-US" altLang="ja-JP" smtClean="0"/>
              <a:pPr/>
              <a:t>‹#›</a:t>
            </a:fld>
            <a:endParaRPr lang="en-US" altLang="ja-JP"/>
          </a:p>
        </p:txBody>
      </p:sp>
      <p:sp>
        <p:nvSpPr>
          <p:cNvPr id="16" name="object 10">
            <a:extLst>
              <a:ext uri="{FF2B5EF4-FFF2-40B4-BE49-F238E27FC236}">
                <a16:creationId xmlns:a16="http://schemas.microsoft.com/office/drawing/2014/main" id="{C606A044-4610-7C43-8D37-13180508D5CA}"/>
              </a:ext>
            </a:extLst>
          </p:cNvPr>
          <p:cNvSpPr/>
          <p:nvPr/>
        </p:nvSpPr>
        <p:spPr>
          <a:xfrm>
            <a:off x="127000" y="325499"/>
            <a:ext cx="190500" cy="706755"/>
          </a:xfrm>
          <a:custGeom>
            <a:avLst/>
            <a:gdLst/>
            <a:ahLst/>
            <a:cxnLst/>
            <a:rect l="l" t="t" r="r" b="b"/>
            <a:pathLst>
              <a:path w="190500" h="706755">
                <a:moveTo>
                  <a:pt x="190500" y="0"/>
                </a:moveTo>
                <a:lnTo>
                  <a:pt x="0" y="0"/>
                </a:lnTo>
                <a:lnTo>
                  <a:pt x="0" y="706501"/>
                </a:lnTo>
                <a:lnTo>
                  <a:pt x="190500" y="516000"/>
                </a:lnTo>
                <a:lnTo>
                  <a:pt x="190500" y="0"/>
                </a:lnTo>
                <a:close/>
              </a:path>
            </a:pathLst>
          </a:custGeom>
          <a:solidFill>
            <a:schemeClr val="bg2"/>
          </a:solidFill>
        </p:spPr>
        <p:txBody>
          <a:bodyPr wrap="square" lIns="0" tIns="0" rIns="0" bIns="0" rtlCol="0"/>
          <a:lstStyle/>
          <a:p>
            <a:endParaRPr/>
          </a:p>
        </p:txBody>
      </p:sp>
      <p:sp>
        <p:nvSpPr>
          <p:cNvPr id="17" name="object 11">
            <a:extLst>
              <a:ext uri="{FF2B5EF4-FFF2-40B4-BE49-F238E27FC236}">
                <a16:creationId xmlns:a16="http://schemas.microsoft.com/office/drawing/2014/main" id="{BA922A8D-7A60-6446-AE73-13BDFB0ADE71}"/>
              </a:ext>
            </a:extLst>
          </p:cNvPr>
          <p:cNvSpPr/>
          <p:nvPr/>
        </p:nvSpPr>
        <p:spPr>
          <a:xfrm>
            <a:off x="0" y="0"/>
            <a:ext cx="317500" cy="6858000"/>
          </a:xfrm>
          <a:custGeom>
            <a:avLst/>
            <a:gdLst/>
            <a:ahLst/>
            <a:cxnLst/>
            <a:rect l="l" t="t" r="r" b="b"/>
            <a:pathLst>
              <a:path w="317500" h="6858000">
                <a:moveTo>
                  <a:pt x="317500" y="0"/>
                </a:moveTo>
                <a:lnTo>
                  <a:pt x="0" y="0"/>
                </a:lnTo>
                <a:lnTo>
                  <a:pt x="0" y="6858000"/>
                </a:lnTo>
                <a:lnTo>
                  <a:pt x="127000" y="6858000"/>
                </a:lnTo>
                <a:lnTo>
                  <a:pt x="127000" y="897001"/>
                </a:lnTo>
                <a:lnTo>
                  <a:pt x="317500" y="706501"/>
                </a:lnTo>
                <a:lnTo>
                  <a:pt x="317500" y="0"/>
                </a:lnTo>
                <a:close/>
              </a:path>
            </a:pathLst>
          </a:custGeom>
          <a:solidFill>
            <a:schemeClr val="tx2"/>
          </a:solidFill>
        </p:spPr>
        <p:txBody>
          <a:bodyPr wrap="square" lIns="0" tIns="0" rIns="0" bIns="0" rtlCol="0"/>
          <a:lstStyle/>
          <a:p>
            <a:endParaRPr/>
          </a:p>
        </p:txBody>
      </p:sp>
      <p:grpSp>
        <p:nvGrpSpPr>
          <p:cNvPr id="18" name="object 13">
            <a:extLst>
              <a:ext uri="{FF2B5EF4-FFF2-40B4-BE49-F238E27FC236}">
                <a16:creationId xmlns:a16="http://schemas.microsoft.com/office/drawing/2014/main" id="{3B9CA242-E922-4046-A4A0-2A19F5515D15}"/>
              </a:ext>
            </a:extLst>
          </p:cNvPr>
          <p:cNvGrpSpPr/>
          <p:nvPr userDrawn="1"/>
        </p:nvGrpSpPr>
        <p:grpSpPr>
          <a:xfrm>
            <a:off x="12065000" y="0"/>
            <a:ext cx="127000" cy="6858000"/>
            <a:chOff x="12065000" y="0"/>
            <a:chExt cx="127000" cy="6858000"/>
          </a:xfrm>
        </p:grpSpPr>
        <p:sp>
          <p:nvSpPr>
            <p:cNvPr id="19" name="object 14">
              <a:extLst>
                <a:ext uri="{FF2B5EF4-FFF2-40B4-BE49-F238E27FC236}">
                  <a16:creationId xmlns:a16="http://schemas.microsoft.com/office/drawing/2014/main" id="{CA4B219B-A175-EF40-A15F-A701A079558D}"/>
                </a:ext>
              </a:extLst>
            </p:cNvPr>
            <p:cNvSpPr/>
            <p:nvPr/>
          </p:nvSpPr>
          <p:spPr>
            <a:xfrm>
              <a:off x="12065000" y="0"/>
              <a:ext cx="127000" cy="5143500"/>
            </a:xfrm>
            <a:custGeom>
              <a:avLst/>
              <a:gdLst/>
              <a:ahLst/>
              <a:cxnLst/>
              <a:rect l="l" t="t" r="r" b="b"/>
              <a:pathLst>
                <a:path w="127000" h="5143500">
                  <a:moveTo>
                    <a:pt x="0" y="5143500"/>
                  </a:moveTo>
                  <a:lnTo>
                    <a:pt x="127000" y="5143500"/>
                  </a:lnTo>
                  <a:lnTo>
                    <a:pt x="127000" y="0"/>
                  </a:lnTo>
                  <a:lnTo>
                    <a:pt x="0" y="0"/>
                  </a:lnTo>
                  <a:lnTo>
                    <a:pt x="0" y="5143500"/>
                  </a:lnTo>
                  <a:close/>
                </a:path>
              </a:pathLst>
            </a:custGeom>
            <a:solidFill>
              <a:schemeClr val="tx2"/>
            </a:solidFill>
          </p:spPr>
          <p:txBody>
            <a:bodyPr wrap="square" lIns="0" tIns="0" rIns="0" bIns="0" rtlCol="0"/>
            <a:lstStyle/>
            <a:p>
              <a:endParaRPr/>
            </a:p>
          </p:txBody>
        </p:sp>
        <p:sp>
          <p:nvSpPr>
            <p:cNvPr id="20" name="object 15">
              <a:extLst>
                <a:ext uri="{FF2B5EF4-FFF2-40B4-BE49-F238E27FC236}">
                  <a16:creationId xmlns:a16="http://schemas.microsoft.com/office/drawing/2014/main" id="{C8D469FA-9FDD-EF41-ACCC-B01BE68742AB}"/>
                </a:ext>
              </a:extLst>
            </p:cNvPr>
            <p:cNvSpPr/>
            <p:nvPr/>
          </p:nvSpPr>
          <p:spPr>
            <a:xfrm>
              <a:off x="12065000" y="5143500"/>
              <a:ext cx="127000" cy="1714500"/>
            </a:xfrm>
            <a:custGeom>
              <a:avLst/>
              <a:gdLst/>
              <a:ahLst/>
              <a:cxnLst/>
              <a:rect l="l" t="t" r="r" b="b"/>
              <a:pathLst>
                <a:path w="127000" h="1714500">
                  <a:moveTo>
                    <a:pt x="127000" y="0"/>
                  </a:moveTo>
                  <a:lnTo>
                    <a:pt x="0" y="0"/>
                  </a:lnTo>
                  <a:lnTo>
                    <a:pt x="0" y="1714500"/>
                  </a:lnTo>
                  <a:lnTo>
                    <a:pt x="127000" y="1714500"/>
                  </a:lnTo>
                  <a:lnTo>
                    <a:pt x="127000" y="0"/>
                  </a:lnTo>
                  <a:close/>
                </a:path>
              </a:pathLst>
            </a:custGeom>
            <a:solidFill>
              <a:schemeClr val="bg2"/>
            </a:solidFill>
          </p:spPr>
          <p:txBody>
            <a:bodyPr wrap="square" lIns="0" tIns="0" rIns="0" bIns="0" rtlCol="0"/>
            <a:lstStyle/>
            <a:p>
              <a:endParaRPr/>
            </a:p>
          </p:txBody>
        </p:sp>
      </p:grpSp>
      <p:pic>
        <p:nvPicPr>
          <p:cNvPr id="15" name="図 14" descr="ロゴ&#10;&#10;自動的に生成された説明">
            <a:extLst>
              <a:ext uri="{FF2B5EF4-FFF2-40B4-BE49-F238E27FC236}">
                <a16:creationId xmlns:a16="http://schemas.microsoft.com/office/drawing/2014/main" id="{2285CD2C-186C-4154-82B7-0EFE7BED1747}"/>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322681" y="6418445"/>
            <a:ext cx="776605" cy="257561"/>
          </a:xfrm>
          <a:prstGeom prst="rect">
            <a:avLst/>
          </a:prstGeom>
        </p:spPr>
      </p:pic>
      <p:sp>
        <p:nvSpPr>
          <p:cNvPr id="22" name="表プレースホルダー 4">
            <a:extLst>
              <a:ext uri="{FF2B5EF4-FFF2-40B4-BE49-F238E27FC236}">
                <a16:creationId xmlns:a16="http://schemas.microsoft.com/office/drawing/2014/main" id="{EDCEA721-DE7D-D344-F18E-1D3EF632B50D}"/>
              </a:ext>
            </a:extLst>
          </p:cNvPr>
          <p:cNvSpPr>
            <a:spLocks noGrp="1"/>
          </p:cNvSpPr>
          <p:nvPr>
            <p:ph type="tbl" sz="quarter" idx="11"/>
          </p:nvPr>
        </p:nvSpPr>
        <p:spPr>
          <a:xfrm>
            <a:off x="334963" y="1992701"/>
            <a:ext cx="11522075" cy="4316023"/>
          </a:xfrm>
          <a:prstGeom prst="rect">
            <a:avLst/>
          </a:prstGeom>
        </p:spPr>
        <p:txBody>
          <a:bodyPr/>
          <a:lstStyle/>
          <a:p>
            <a:endParaRPr kumimoji="1" lang="ja-JP" altLang="en-US"/>
          </a:p>
        </p:txBody>
      </p:sp>
      <p:sp>
        <p:nvSpPr>
          <p:cNvPr id="23" name="テキスト プレースホルダー 6">
            <a:extLst>
              <a:ext uri="{FF2B5EF4-FFF2-40B4-BE49-F238E27FC236}">
                <a16:creationId xmlns:a16="http://schemas.microsoft.com/office/drawing/2014/main" id="{BF65952D-95F1-B905-0E24-7DA0FCD2DA9C}"/>
              </a:ext>
            </a:extLst>
          </p:cNvPr>
          <p:cNvSpPr>
            <a:spLocks noGrp="1"/>
          </p:cNvSpPr>
          <p:nvPr>
            <p:ph type="body" sz="quarter" idx="12" hasCustomPrompt="1"/>
          </p:nvPr>
        </p:nvSpPr>
        <p:spPr>
          <a:xfrm>
            <a:off x="334963" y="1268413"/>
            <a:ext cx="11522075" cy="723900"/>
          </a:xfrm>
          <a:prstGeom prst="rect">
            <a:avLst/>
          </a:prstGeom>
        </p:spPr>
        <p:txBody>
          <a:bodyPr/>
          <a:lstStyle>
            <a:lvl1pPr>
              <a:defRPr sz="2800">
                <a:solidFill>
                  <a:schemeClr val="tx2"/>
                </a:solidFill>
              </a:defRPr>
            </a:lvl1pPr>
          </a:lstStyle>
          <a:p>
            <a:pPr lvl="0"/>
            <a:r>
              <a:rPr kumimoji="1" lang="ja-JP" altLang="en-US"/>
              <a:t>小見出しをここに記載</a:t>
            </a:r>
            <a:endParaRPr kumimoji="1" lang="en-US" altLang="ja-JP"/>
          </a:p>
        </p:txBody>
      </p:sp>
      <p:sp>
        <p:nvSpPr>
          <p:cNvPr id="2" name="object 27">
            <a:extLst>
              <a:ext uri="{FF2B5EF4-FFF2-40B4-BE49-F238E27FC236}">
                <a16:creationId xmlns:a16="http://schemas.microsoft.com/office/drawing/2014/main" id="{EC3D4B8C-F081-2E8F-0B5E-BF5EF7F17746}"/>
              </a:ext>
            </a:extLst>
          </p:cNvPr>
          <p:cNvSpPr txBox="1"/>
          <p:nvPr userDrawn="1"/>
        </p:nvSpPr>
        <p:spPr>
          <a:xfrm>
            <a:off x="1283625" y="6509295"/>
            <a:ext cx="2540000" cy="166712"/>
          </a:xfrm>
          <a:prstGeom prst="rect">
            <a:avLst/>
          </a:prstGeom>
        </p:spPr>
        <p:txBody>
          <a:bodyPr vert="horz" wrap="square" lIns="0" tIns="12700" rIns="0" bIns="0" rtlCol="0">
            <a:spAutoFit/>
          </a:bodyPr>
          <a:lstStyle/>
          <a:p>
            <a:pPr marL="12700">
              <a:lnSpc>
                <a:spcPct val="100000"/>
              </a:lnSpc>
              <a:spcBef>
                <a:spcPts val="100"/>
              </a:spcBef>
            </a:pPr>
            <a:r>
              <a:rPr lang="en-US" altLang="ja-JP" sz="1000" b="0" i="0">
                <a:solidFill>
                  <a:srgbClr val="014097"/>
                </a:solidFill>
                <a:effectLst/>
                <a:latin typeface="+mj-lt"/>
              </a:rPr>
              <a:t>Copyright </a:t>
            </a:r>
            <a:r>
              <a:rPr lang="en-US" altLang="ja-JP" sz="1000">
                <a:solidFill>
                  <a:srgbClr val="014097"/>
                </a:solidFill>
                <a:effectLst/>
                <a:latin typeface="+mj-lt"/>
              </a:rPr>
              <a:t>©</a:t>
            </a:r>
            <a:r>
              <a:rPr lang="en-US" altLang="ja-JP" sz="1000" b="0" i="0">
                <a:solidFill>
                  <a:srgbClr val="014097"/>
                </a:solidFill>
                <a:effectLst/>
                <a:latin typeface="+mj-lt"/>
              </a:rPr>
              <a:t> NSW Inc. All rights reserved.</a:t>
            </a:r>
            <a:endParaRPr lang="en-US" altLang="ja-JP" sz="1000" b="0" i="0">
              <a:solidFill>
                <a:srgbClr val="014097"/>
              </a:solidFill>
              <a:latin typeface="+mj-lt"/>
              <a:ea typeface="+mj-ea"/>
              <a:cs typeface="Arial"/>
            </a:endParaRPr>
          </a:p>
        </p:txBody>
      </p:sp>
    </p:spTree>
    <p:extLst>
      <p:ext uri="{BB962C8B-B14F-4D97-AF65-F5344CB8AC3E}">
        <p14:creationId xmlns:p14="http://schemas.microsoft.com/office/powerpoint/2010/main" val="1610122590"/>
      </p:ext>
    </p:extLst>
  </p:cSld>
  <p:clrMapOvr>
    <a:masterClrMapping/>
  </p:clrMapOvr>
  <p:extLst>
    <p:ext uri="{DCECCB84-F9BA-43D5-87BE-67443E8EF086}">
      <p15:sldGuideLst xmlns:p15="http://schemas.microsoft.com/office/powerpoint/2012/main">
        <p15:guide id="1" orient="horz" pos="3884">
          <p15:clr>
            <a:srgbClr val="FBAE40"/>
          </p15:clr>
        </p15:guide>
        <p15:guide id="3" orient="horz" pos="142">
          <p15:clr>
            <a:srgbClr val="FBAE40"/>
          </p15:clr>
        </p15:guide>
        <p15:guide id="4" pos="211">
          <p15:clr>
            <a:srgbClr val="FBAE40"/>
          </p15:clr>
        </p15:guide>
        <p15:guide id="5" pos="7469">
          <p15:clr>
            <a:srgbClr val="FBAE40"/>
          </p15:clr>
        </p15:guide>
        <p15:guide id="6" orient="horz" pos="527">
          <p15:clr>
            <a:srgbClr val="FBAE40"/>
          </p15:clr>
        </p15:guide>
        <p15:guide id="7" pos="3704">
          <p15:clr>
            <a:srgbClr val="FBAE40"/>
          </p15:clr>
        </p15:guide>
        <p15:guide id="8" pos="3976">
          <p15:clr>
            <a:srgbClr val="FBAE40"/>
          </p15:clr>
        </p15:guide>
        <p15:guide id="9" orient="horz" pos="2160">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BASIC＿テキスト">
    <p:spTree>
      <p:nvGrpSpPr>
        <p:cNvPr id="1" name=""/>
        <p:cNvGrpSpPr/>
        <p:nvPr/>
      </p:nvGrpSpPr>
      <p:grpSpPr>
        <a:xfrm>
          <a:off x="0" y="0"/>
          <a:ext cx="0" cy="0"/>
          <a:chOff x="0" y="0"/>
          <a:chExt cx="0" cy="0"/>
        </a:xfrm>
      </p:grpSpPr>
      <p:sp>
        <p:nvSpPr>
          <p:cNvPr id="12" name="Holder 2">
            <a:extLst>
              <a:ext uri="{FF2B5EF4-FFF2-40B4-BE49-F238E27FC236}">
                <a16:creationId xmlns:a16="http://schemas.microsoft.com/office/drawing/2014/main" id="{BCA7EB43-4EB5-3748-ACFE-C4696148CB6A}"/>
              </a:ext>
            </a:extLst>
          </p:cNvPr>
          <p:cNvSpPr>
            <a:spLocks noGrp="1"/>
          </p:cNvSpPr>
          <p:nvPr>
            <p:ph type="title"/>
          </p:nvPr>
        </p:nvSpPr>
        <p:spPr>
          <a:xfrm>
            <a:off x="590308" y="225425"/>
            <a:ext cx="11266729" cy="604519"/>
          </a:xfrm>
          <a:prstGeom prst="rect">
            <a:avLst/>
          </a:prstGeom>
        </p:spPr>
        <p:txBody>
          <a:bodyPr lIns="0" tIns="0" rIns="0" bIns="0"/>
          <a:lstStyle>
            <a:lvl1pPr>
              <a:defRPr sz="3800" b="0" i="0" spc="-70" baseline="0">
                <a:solidFill>
                  <a:schemeClr val="tx2"/>
                </a:solidFill>
                <a:latin typeface="+mj-ea"/>
                <a:ea typeface="+mj-ea"/>
                <a:cs typeface="游ゴシック" panose="020B0400000000000000" pitchFamily="50" charset="-128"/>
              </a:defRPr>
            </a:lvl1pPr>
          </a:lstStyle>
          <a:p>
            <a:endParaRPr/>
          </a:p>
        </p:txBody>
      </p:sp>
      <p:sp>
        <p:nvSpPr>
          <p:cNvPr id="13" name="Holder 6">
            <a:extLst>
              <a:ext uri="{FF2B5EF4-FFF2-40B4-BE49-F238E27FC236}">
                <a16:creationId xmlns:a16="http://schemas.microsoft.com/office/drawing/2014/main" id="{F2D706C3-33A9-5243-B948-806E9E28E951}"/>
              </a:ext>
            </a:extLst>
          </p:cNvPr>
          <p:cNvSpPr>
            <a:spLocks noGrp="1"/>
          </p:cNvSpPr>
          <p:nvPr>
            <p:ph type="sldNum" sz="quarter" idx="7"/>
          </p:nvPr>
        </p:nvSpPr>
        <p:spPr>
          <a:xfrm>
            <a:off x="11521440" y="6518701"/>
            <a:ext cx="375920" cy="150246"/>
          </a:xfrm>
          <a:prstGeom prst="rect">
            <a:avLst/>
          </a:prstGeom>
        </p:spPr>
        <p:txBody>
          <a:bodyPr lIns="0" tIns="0" rIns="0" bIns="0"/>
          <a:lstStyle>
            <a:lvl1pPr algn="r">
              <a:defRPr sz="1200" b="0" i="0">
                <a:solidFill>
                  <a:schemeClr val="tx1"/>
                </a:solidFill>
                <a:latin typeface="+mn-ea"/>
                <a:ea typeface="+mn-ea"/>
              </a:defRPr>
            </a:lvl1pPr>
          </a:lstStyle>
          <a:p>
            <a:fld id="{B6F15528-21DE-4FAA-801E-634DDDAF4B2B}" type="slidenum">
              <a:rPr lang="en-US" altLang="ja-JP" smtClean="0"/>
              <a:pPr/>
              <a:t>‹#›</a:t>
            </a:fld>
            <a:endParaRPr lang="en-US" altLang="ja-JP"/>
          </a:p>
        </p:txBody>
      </p:sp>
      <p:sp>
        <p:nvSpPr>
          <p:cNvPr id="16" name="object 10">
            <a:extLst>
              <a:ext uri="{FF2B5EF4-FFF2-40B4-BE49-F238E27FC236}">
                <a16:creationId xmlns:a16="http://schemas.microsoft.com/office/drawing/2014/main" id="{C606A044-4610-7C43-8D37-13180508D5CA}"/>
              </a:ext>
            </a:extLst>
          </p:cNvPr>
          <p:cNvSpPr/>
          <p:nvPr/>
        </p:nvSpPr>
        <p:spPr>
          <a:xfrm>
            <a:off x="127000" y="325499"/>
            <a:ext cx="190500" cy="706755"/>
          </a:xfrm>
          <a:custGeom>
            <a:avLst/>
            <a:gdLst/>
            <a:ahLst/>
            <a:cxnLst/>
            <a:rect l="l" t="t" r="r" b="b"/>
            <a:pathLst>
              <a:path w="190500" h="706755">
                <a:moveTo>
                  <a:pt x="190500" y="0"/>
                </a:moveTo>
                <a:lnTo>
                  <a:pt x="0" y="0"/>
                </a:lnTo>
                <a:lnTo>
                  <a:pt x="0" y="706501"/>
                </a:lnTo>
                <a:lnTo>
                  <a:pt x="190500" y="516000"/>
                </a:lnTo>
                <a:lnTo>
                  <a:pt x="190500" y="0"/>
                </a:lnTo>
                <a:close/>
              </a:path>
            </a:pathLst>
          </a:custGeom>
          <a:solidFill>
            <a:schemeClr val="bg2"/>
          </a:solidFill>
        </p:spPr>
        <p:txBody>
          <a:bodyPr wrap="square" lIns="0" tIns="0" rIns="0" bIns="0" rtlCol="0"/>
          <a:lstStyle/>
          <a:p>
            <a:endParaRPr/>
          </a:p>
        </p:txBody>
      </p:sp>
      <p:sp>
        <p:nvSpPr>
          <p:cNvPr id="17" name="object 11">
            <a:extLst>
              <a:ext uri="{FF2B5EF4-FFF2-40B4-BE49-F238E27FC236}">
                <a16:creationId xmlns:a16="http://schemas.microsoft.com/office/drawing/2014/main" id="{BA922A8D-7A60-6446-AE73-13BDFB0ADE71}"/>
              </a:ext>
            </a:extLst>
          </p:cNvPr>
          <p:cNvSpPr/>
          <p:nvPr/>
        </p:nvSpPr>
        <p:spPr>
          <a:xfrm>
            <a:off x="0" y="0"/>
            <a:ext cx="317500" cy="6858000"/>
          </a:xfrm>
          <a:custGeom>
            <a:avLst/>
            <a:gdLst/>
            <a:ahLst/>
            <a:cxnLst/>
            <a:rect l="l" t="t" r="r" b="b"/>
            <a:pathLst>
              <a:path w="317500" h="6858000">
                <a:moveTo>
                  <a:pt x="317500" y="0"/>
                </a:moveTo>
                <a:lnTo>
                  <a:pt x="0" y="0"/>
                </a:lnTo>
                <a:lnTo>
                  <a:pt x="0" y="6858000"/>
                </a:lnTo>
                <a:lnTo>
                  <a:pt x="127000" y="6858000"/>
                </a:lnTo>
                <a:lnTo>
                  <a:pt x="127000" y="897001"/>
                </a:lnTo>
                <a:lnTo>
                  <a:pt x="317500" y="706501"/>
                </a:lnTo>
                <a:lnTo>
                  <a:pt x="317500" y="0"/>
                </a:lnTo>
                <a:close/>
              </a:path>
            </a:pathLst>
          </a:custGeom>
          <a:solidFill>
            <a:schemeClr val="tx2"/>
          </a:solidFill>
        </p:spPr>
        <p:txBody>
          <a:bodyPr wrap="square" lIns="0" tIns="0" rIns="0" bIns="0" rtlCol="0"/>
          <a:lstStyle/>
          <a:p>
            <a:endParaRPr/>
          </a:p>
        </p:txBody>
      </p:sp>
      <p:grpSp>
        <p:nvGrpSpPr>
          <p:cNvPr id="18" name="object 13">
            <a:extLst>
              <a:ext uri="{FF2B5EF4-FFF2-40B4-BE49-F238E27FC236}">
                <a16:creationId xmlns:a16="http://schemas.microsoft.com/office/drawing/2014/main" id="{3B9CA242-E922-4046-A4A0-2A19F5515D15}"/>
              </a:ext>
            </a:extLst>
          </p:cNvPr>
          <p:cNvGrpSpPr/>
          <p:nvPr userDrawn="1"/>
        </p:nvGrpSpPr>
        <p:grpSpPr>
          <a:xfrm>
            <a:off x="12065000" y="0"/>
            <a:ext cx="127000" cy="6858000"/>
            <a:chOff x="12065000" y="0"/>
            <a:chExt cx="127000" cy="6858000"/>
          </a:xfrm>
        </p:grpSpPr>
        <p:sp>
          <p:nvSpPr>
            <p:cNvPr id="19" name="object 14">
              <a:extLst>
                <a:ext uri="{FF2B5EF4-FFF2-40B4-BE49-F238E27FC236}">
                  <a16:creationId xmlns:a16="http://schemas.microsoft.com/office/drawing/2014/main" id="{CA4B219B-A175-EF40-A15F-A701A079558D}"/>
                </a:ext>
              </a:extLst>
            </p:cNvPr>
            <p:cNvSpPr/>
            <p:nvPr/>
          </p:nvSpPr>
          <p:spPr>
            <a:xfrm>
              <a:off x="12065000" y="0"/>
              <a:ext cx="127000" cy="5143500"/>
            </a:xfrm>
            <a:custGeom>
              <a:avLst/>
              <a:gdLst/>
              <a:ahLst/>
              <a:cxnLst/>
              <a:rect l="l" t="t" r="r" b="b"/>
              <a:pathLst>
                <a:path w="127000" h="5143500">
                  <a:moveTo>
                    <a:pt x="0" y="5143500"/>
                  </a:moveTo>
                  <a:lnTo>
                    <a:pt x="127000" y="5143500"/>
                  </a:lnTo>
                  <a:lnTo>
                    <a:pt x="127000" y="0"/>
                  </a:lnTo>
                  <a:lnTo>
                    <a:pt x="0" y="0"/>
                  </a:lnTo>
                  <a:lnTo>
                    <a:pt x="0" y="5143500"/>
                  </a:lnTo>
                  <a:close/>
                </a:path>
              </a:pathLst>
            </a:custGeom>
            <a:solidFill>
              <a:schemeClr val="tx2"/>
            </a:solidFill>
          </p:spPr>
          <p:txBody>
            <a:bodyPr wrap="square" lIns="0" tIns="0" rIns="0" bIns="0" rtlCol="0"/>
            <a:lstStyle/>
            <a:p>
              <a:endParaRPr/>
            </a:p>
          </p:txBody>
        </p:sp>
        <p:sp>
          <p:nvSpPr>
            <p:cNvPr id="20" name="object 15">
              <a:extLst>
                <a:ext uri="{FF2B5EF4-FFF2-40B4-BE49-F238E27FC236}">
                  <a16:creationId xmlns:a16="http://schemas.microsoft.com/office/drawing/2014/main" id="{C8D469FA-9FDD-EF41-ACCC-B01BE68742AB}"/>
                </a:ext>
              </a:extLst>
            </p:cNvPr>
            <p:cNvSpPr/>
            <p:nvPr/>
          </p:nvSpPr>
          <p:spPr>
            <a:xfrm>
              <a:off x="12065000" y="5143500"/>
              <a:ext cx="127000" cy="1714500"/>
            </a:xfrm>
            <a:custGeom>
              <a:avLst/>
              <a:gdLst/>
              <a:ahLst/>
              <a:cxnLst/>
              <a:rect l="l" t="t" r="r" b="b"/>
              <a:pathLst>
                <a:path w="127000" h="1714500">
                  <a:moveTo>
                    <a:pt x="127000" y="0"/>
                  </a:moveTo>
                  <a:lnTo>
                    <a:pt x="0" y="0"/>
                  </a:lnTo>
                  <a:lnTo>
                    <a:pt x="0" y="1714500"/>
                  </a:lnTo>
                  <a:lnTo>
                    <a:pt x="127000" y="1714500"/>
                  </a:lnTo>
                  <a:lnTo>
                    <a:pt x="127000" y="0"/>
                  </a:lnTo>
                  <a:close/>
                </a:path>
              </a:pathLst>
            </a:custGeom>
            <a:solidFill>
              <a:schemeClr val="bg2"/>
            </a:solidFill>
          </p:spPr>
          <p:txBody>
            <a:bodyPr wrap="square" lIns="0" tIns="0" rIns="0" bIns="0" rtlCol="0"/>
            <a:lstStyle/>
            <a:p>
              <a:endParaRPr/>
            </a:p>
          </p:txBody>
        </p:sp>
      </p:grpSp>
      <p:pic>
        <p:nvPicPr>
          <p:cNvPr id="15" name="図 14" descr="ロゴ&#10;&#10;自動的に生成された説明">
            <a:extLst>
              <a:ext uri="{FF2B5EF4-FFF2-40B4-BE49-F238E27FC236}">
                <a16:creationId xmlns:a16="http://schemas.microsoft.com/office/drawing/2014/main" id="{2285CD2C-186C-4154-82B7-0EFE7BED1747}"/>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322681" y="6418445"/>
            <a:ext cx="776605" cy="257561"/>
          </a:xfrm>
          <a:prstGeom prst="rect">
            <a:avLst/>
          </a:prstGeom>
        </p:spPr>
      </p:pic>
      <p:sp>
        <p:nvSpPr>
          <p:cNvPr id="21" name="コンテンツ プレースホルダー 2">
            <a:extLst>
              <a:ext uri="{FF2B5EF4-FFF2-40B4-BE49-F238E27FC236}">
                <a16:creationId xmlns:a16="http://schemas.microsoft.com/office/drawing/2014/main" id="{66751C28-9C9C-F66D-1450-A775C51F57F4}"/>
              </a:ext>
            </a:extLst>
          </p:cNvPr>
          <p:cNvSpPr>
            <a:spLocks noGrp="1"/>
          </p:cNvSpPr>
          <p:nvPr>
            <p:ph sz="half" idx="1" hasCustomPrompt="1"/>
          </p:nvPr>
        </p:nvSpPr>
        <p:spPr>
          <a:xfrm>
            <a:off x="334963" y="3092691"/>
            <a:ext cx="11520000" cy="504000"/>
          </a:xfrm>
          <a:prstGeom prst="rect">
            <a:avLst/>
          </a:prstGeom>
        </p:spPr>
        <p:txBody>
          <a:bodyPr lIns="0" tIns="36000" rIns="0" bIns="36000"/>
          <a:lstStyle>
            <a:lvl1pPr marL="0" indent="0">
              <a:lnSpc>
                <a:spcPct val="120000"/>
              </a:lnSpc>
              <a:buClr>
                <a:schemeClr val="tx2"/>
              </a:buClr>
              <a:buFont typeface="Wingdings" panose="05000000000000000000" pitchFamily="2" charset="2"/>
              <a:buNone/>
              <a:defRPr sz="2500" b="0">
                <a:solidFill>
                  <a:schemeClr val="tx1"/>
                </a:solidFill>
                <a:latin typeface="+mn-lt"/>
                <a:ea typeface="+mn-ea"/>
              </a:defRPr>
            </a:lvl1pPr>
            <a:lvl2pPr>
              <a:defRPr sz="1200" b="0">
                <a:solidFill>
                  <a:schemeClr val="tx1">
                    <a:lumMod val="65000"/>
                    <a:lumOff val="35000"/>
                  </a:schemeClr>
                </a:solidFill>
                <a:latin typeface="+mn-ea"/>
                <a:ea typeface="+mn-ea"/>
              </a:defRPr>
            </a:lvl2pPr>
            <a:lvl3pPr>
              <a:defRPr sz="1400" b="0">
                <a:solidFill>
                  <a:schemeClr val="tx1">
                    <a:lumMod val="65000"/>
                    <a:lumOff val="35000"/>
                  </a:schemeClr>
                </a:solidFill>
                <a:latin typeface="+mn-ea"/>
                <a:ea typeface="+mn-ea"/>
              </a:defRPr>
            </a:lvl3pPr>
            <a:lvl4pPr>
              <a:defRPr sz="1400" b="0">
                <a:solidFill>
                  <a:schemeClr val="tx1">
                    <a:lumMod val="65000"/>
                    <a:lumOff val="35000"/>
                  </a:schemeClr>
                </a:solidFill>
                <a:latin typeface="+mn-ea"/>
                <a:ea typeface="+mn-ea"/>
              </a:defRPr>
            </a:lvl4pPr>
            <a:lvl5pPr>
              <a:defRPr sz="1400" b="0">
                <a:solidFill>
                  <a:schemeClr val="tx1">
                    <a:lumMod val="65000"/>
                    <a:lumOff val="35000"/>
                  </a:schemeClr>
                </a:solidFill>
                <a:latin typeface="+mn-ea"/>
                <a:ea typeface="+mn-ea"/>
              </a:defRPr>
            </a:lvl5pPr>
            <a:lvl6pPr>
              <a:defRPr sz="1841"/>
            </a:lvl6pPr>
            <a:lvl7pPr>
              <a:defRPr sz="1841"/>
            </a:lvl7pPr>
            <a:lvl8pPr>
              <a:defRPr sz="1841"/>
            </a:lvl8pPr>
            <a:lvl9pPr>
              <a:defRPr sz="1841"/>
            </a:lvl9pPr>
          </a:lstStyle>
          <a:p>
            <a:pPr lvl="0"/>
            <a:r>
              <a:rPr lang="ja-JP" altLang="en-US"/>
              <a:t>テキスト（本文）</a:t>
            </a:r>
          </a:p>
        </p:txBody>
      </p:sp>
      <p:sp>
        <p:nvSpPr>
          <p:cNvPr id="22" name="コンテンツ プレースホルダー 2">
            <a:extLst>
              <a:ext uri="{FF2B5EF4-FFF2-40B4-BE49-F238E27FC236}">
                <a16:creationId xmlns:a16="http://schemas.microsoft.com/office/drawing/2014/main" id="{24BC96A6-1D06-FD11-D93D-B95C0026C4DB}"/>
              </a:ext>
            </a:extLst>
          </p:cNvPr>
          <p:cNvSpPr>
            <a:spLocks noGrp="1"/>
          </p:cNvSpPr>
          <p:nvPr>
            <p:ph sz="half" idx="12" hasCustomPrompt="1"/>
          </p:nvPr>
        </p:nvSpPr>
        <p:spPr>
          <a:xfrm>
            <a:off x="338749" y="1268413"/>
            <a:ext cx="11520000" cy="540000"/>
          </a:xfrm>
          <a:prstGeom prst="rect">
            <a:avLst/>
          </a:prstGeom>
        </p:spPr>
        <p:txBody>
          <a:bodyPr lIns="0" tIns="36000" rIns="0" bIns="36000"/>
          <a:lstStyle>
            <a:lvl1pPr>
              <a:lnSpc>
                <a:spcPct val="100000"/>
              </a:lnSpc>
              <a:defRPr sz="3600" b="0">
                <a:solidFill>
                  <a:schemeClr val="tx2"/>
                </a:solidFill>
                <a:latin typeface="+mn-lt"/>
                <a:ea typeface="+mj-ea"/>
              </a:defRPr>
            </a:lvl1pPr>
            <a:lvl2pPr>
              <a:defRPr sz="1200" b="0">
                <a:solidFill>
                  <a:schemeClr val="tx1">
                    <a:lumMod val="65000"/>
                    <a:lumOff val="35000"/>
                  </a:schemeClr>
                </a:solidFill>
                <a:latin typeface="+mn-ea"/>
                <a:ea typeface="+mn-ea"/>
              </a:defRPr>
            </a:lvl2pPr>
            <a:lvl3pPr>
              <a:defRPr sz="1400" b="0">
                <a:solidFill>
                  <a:schemeClr val="tx1">
                    <a:lumMod val="65000"/>
                    <a:lumOff val="35000"/>
                  </a:schemeClr>
                </a:solidFill>
                <a:latin typeface="+mn-ea"/>
                <a:ea typeface="+mn-ea"/>
              </a:defRPr>
            </a:lvl3pPr>
            <a:lvl4pPr>
              <a:defRPr sz="1400" b="0">
                <a:solidFill>
                  <a:schemeClr val="tx1">
                    <a:lumMod val="65000"/>
                    <a:lumOff val="35000"/>
                  </a:schemeClr>
                </a:solidFill>
                <a:latin typeface="+mn-ea"/>
                <a:ea typeface="+mn-ea"/>
              </a:defRPr>
            </a:lvl4pPr>
            <a:lvl5pPr>
              <a:defRPr sz="1400" b="0">
                <a:solidFill>
                  <a:schemeClr val="tx1">
                    <a:lumMod val="65000"/>
                    <a:lumOff val="35000"/>
                  </a:schemeClr>
                </a:solidFill>
                <a:latin typeface="+mn-ea"/>
                <a:ea typeface="+mn-ea"/>
              </a:defRPr>
            </a:lvl5pPr>
            <a:lvl6pPr>
              <a:defRPr sz="1841"/>
            </a:lvl6pPr>
            <a:lvl7pPr>
              <a:defRPr sz="1841"/>
            </a:lvl7pPr>
            <a:lvl8pPr>
              <a:defRPr sz="1841"/>
            </a:lvl8pPr>
            <a:lvl9pPr>
              <a:defRPr sz="1841"/>
            </a:lvl9pPr>
          </a:lstStyle>
          <a:p>
            <a:pPr lvl="0"/>
            <a:r>
              <a:rPr lang="ja-JP" altLang="en-US"/>
              <a:t>大見出し</a:t>
            </a:r>
          </a:p>
        </p:txBody>
      </p:sp>
      <p:sp>
        <p:nvSpPr>
          <p:cNvPr id="23" name="コンテンツ プレースホルダー 2">
            <a:extLst>
              <a:ext uri="{FF2B5EF4-FFF2-40B4-BE49-F238E27FC236}">
                <a16:creationId xmlns:a16="http://schemas.microsoft.com/office/drawing/2014/main" id="{FDBF8B27-BD8B-B7BE-641D-B7977F5E1AB2}"/>
              </a:ext>
            </a:extLst>
          </p:cNvPr>
          <p:cNvSpPr>
            <a:spLocks noGrp="1"/>
          </p:cNvSpPr>
          <p:nvPr>
            <p:ph sz="half" idx="13" hasCustomPrompt="1"/>
          </p:nvPr>
        </p:nvSpPr>
        <p:spPr>
          <a:xfrm>
            <a:off x="338749" y="2057253"/>
            <a:ext cx="11520000" cy="504000"/>
          </a:xfrm>
          <a:prstGeom prst="rect">
            <a:avLst/>
          </a:prstGeom>
        </p:spPr>
        <p:txBody>
          <a:bodyPr lIns="0" tIns="36000" rIns="0" bIns="36000"/>
          <a:lstStyle>
            <a:lvl1pPr>
              <a:lnSpc>
                <a:spcPct val="100000"/>
              </a:lnSpc>
              <a:defRPr sz="2500" b="0">
                <a:solidFill>
                  <a:schemeClr val="tx2"/>
                </a:solidFill>
                <a:latin typeface="+mn-lt"/>
                <a:ea typeface="+mj-ea"/>
              </a:defRPr>
            </a:lvl1pPr>
            <a:lvl2pPr>
              <a:defRPr sz="1200" b="0">
                <a:solidFill>
                  <a:schemeClr val="tx1">
                    <a:lumMod val="65000"/>
                    <a:lumOff val="35000"/>
                  </a:schemeClr>
                </a:solidFill>
                <a:latin typeface="+mn-ea"/>
                <a:ea typeface="+mn-ea"/>
              </a:defRPr>
            </a:lvl2pPr>
            <a:lvl3pPr>
              <a:defRPr sz="1400" b="0">
                <a:solidFill>
                  <a:schemeClr val="tx1">
                    <a:lumMod val="65000"/>
                    <a:lumOff val="35000"/>
                  </a:schemeClr>
                </a:solidFill>
                <a:latin typeface="+mn-ea"/>
                <a:ea typeface="+mn-ea"/>
              </a:defRPr>
            </a:lvl3pPr>
            <a:lvl4pPr>
              <a:defRPr sz="1400" b="0">
                <a:solidFill>
                  <a:schemeClr val="tx1">
                    <a:lumMod val="65000"/>
                    <a:lumOff val="35000"/>
                  </a:schemeClr>
                </a:solidFill>
                <a:latin typeface="+mn-ea"/>
                <a:ea typeface="+mn-ea"/>
              </a:defRPr>
            </a:lvl4pPr>
            <a:lvl5pPr>
              <a:defRPr sz="1400" b="0">
                <a:solidFill>
                  <a:schemeClr val="tx1">
                    <a:lumMod val="65000"/>
                    <a:lumOff val="35000"/>
                  </a:schemeClr>
                </a:solidFill>
                <a:latin typeface="+mn-ea"/>
                <a:ea typeface="+mn-ea"/>
              </a:defRPr>
            </a:lvl5pPr>
            <a:lvl6pPr>
              <a:defRPr sz="1841"/>
            </a:lvl6pPr>
            <a:lvl7pPr>
              <a:defRPr sz="1841"/>
            </a:lvl7pPr>
            <a:lvl8pPr>
              <a:defRPr sz="1841"/>
            </a:lvl8pPr>
            <a:lvl9pPr>
              <a:defRPr sz="1841"/>
            </a:lvl9pPr>
          </a:lstStyle>
          <a:p>
            <a:pPr lvl="0"/>
            <a:r>
              <a:rPr lang="ja-JP" altLang="en-US"/>
              <a:t>中見出し</a:t>
            </a:r>
          </a:p>
        </p:txBody>
      </p:sp>
      <p:sp>
        <p:nvSpPr>
          <p:cNvPr id="24" name="コンテンツ プレースホルダー 2">
            <a:extLst>
              <a:ext uri="{FF2B5EF4-FFF2-40B4-BE49-F238E27FC236}">
                <a16:creationId xmlns:a16="http://schemas.microsoft.com/office/drawing/2014/main" id="{C39B4AC3-D27E-3107-218F-965F70C9BA1A}"/>
              </a:ext>
            </a:extLst>
          </p:cNvPr>
          <p:cNvSpPr>
            <a:spLocks noGrp="1"/>
          </p:cNvSpPr>
          <p:nvPr>
            <p:ph sz="half" idx="15" hasCustomPrompt="1"/>
          </p:nvPr>
        </p:nvSpPr>
        <p:spPr>
          <a:xfrm>
            <a:off x="334963" y="3810608"/>
            <a:ext cx="11520000" cy="504000"/>
          </a:xfrm>
          <a:prstGeom prst="rect">
            <a:avLst/>
          </a:prstGeom>
        </p:spPr>
        <p:txBody>
          <a:bodyPr lIns="0" tIns="36000" rIns="0" bIns="36000"/>
          <a:lstStyle>
            <a:lvl1pPr>
              <a:lnSpc>
                <a:spcPct val="120000"/>
              </a:lnSpc>
              <a:defRPr sz="2500" b="0">
                <a:solidFill>
                  <a:schemeClr val="tx1"/>
                </a:solidFill>
                <a:latin typeface="+mn-lt"/>
                <a:ea typeface="+mn-ea"/>
                <a:cs typeface="Segoe UI" panose="020B0502040204020203" pitchFamily="34" charset="0"/>
              </a:defRPr>
            </a:lvl1pPr>
            <a:lvl2pPr>
              <a:defRPr sz="1200" b="0">
                <a:solidFill>
                  <a:schemeClr val="tx1">
                    <a:lumMod val="65000"/>
                    <a:lumOff val="35000"/>
                  </a:schemeClr>
                </a:solidFill>
                <a:latin typeface="+mn-ea"/>
                <a:ea typeface="+mn-ea"/>
              </a:defRPr>
            </a:lvl2pPr>
            <a:lvl3pPr>
              <a:defRPr sz="1400" b="0">
                <a:solidFill>
                  <a:schemeClr val="tx1">
                    <a:lumMod val="65000"/>
                    <a:lumOff val="35000"/>
                  </a:schemeClr>
                </a:solidFill>
                <a:latin typeface="+mn-ea"/>
                <a:ea typeface="+mn-ea"/>
              </a:defRPr>
            </a:lvl3pPr>
            <a:lvl4pPr>
              <a:defRPr sz="1400" b="0">
                <a:solidFill>
                  <a:schemeClr val="tx1">
                    <a:lumMod val="65000"/>
                    <a:lumOff val="35000"/>
                  </a:schemeClr>
                </a:solidFill>
                <a:latin typeface="+mn-ea"/>
                <a:ea typeface="+mn-ea"/>
              </a:defRPr>
            </a:lvl4pPr>
            <a:lvl5pPr>
              <a:defRPr sz="1400" b="0">
                <a:solidFill>
                  <a:schemeClr val="tx1">
                    <a:lumMod val="65000"/>
                    <a:lumOff val="35000"/>
                  </a:schemeClr>
                </a:solidFill>
                <a:latin typeface="+mn-ea"/>
                <a:ea typeface="+mn-ea"/>
              </a:defRPr>
            </a:lvl5pPr>
            <a:lvl6pPr>
              <a:defRPr sz="1841"/>
            </a:lvl6pPr>
            <a:lvl7pPr>
              <a:defRPr sz="1841"/>
            </a:lvl7pPr>
            <a:lvl8pPr>
              <a:defRPr sz="1841"/>
            </a:lvl8pPr>
            <a:lvl9pPr>
              <a:defRPr sz="1841"/>
            </a:lvl9pPr>
          </a:lstStyle>
          <a:p>
            <a:pPr lvl="0"/>
            <a:r>
              <a:rPr lang="en-US" altLang="ja-JP"/>
              <a:t>Text(English Sentences)</a:t>
            </a:r>
            <a:endParaRPr lang="ja-JP" altLang="en-US"/>
          </a:p>
        </p:txBody>
      </p:sp>
      <p:sp>
        <p:nvSpPr>
          <p:cNvPr id="2" name="object 27">
            <a:extLst>
              <a:ext uri="{FF2B5EF4-FFF2-40B4-BE49-F238E27FC236}">
                <a16:creationId xmlns:a16="http://schemas.microsoft.com/office/drawing/2014/main" id="{70AABB42-D31C-53E8-17D3-2448FD305EC7}"/>
              </a:ext>
            </a:extLst>
          </p:cNvPr>
          <p:cNvSpPr txBox="1"/>
          <p:nvPr userDrawn="1"/>
        </p:nvSpPr>
        <p:spPr>
          <a:xfrm>
            <a:off x="1283625" y="6509295"/>
            <a:ext cx="2540000" cy="166712"/>
          </a:xfrm>
          <a:prstGeom prst="rect">
            <a:avLst/>
          </a:prstGeom>
        </p:spPr>
        <p:txBody>
          <a:bodyPr vert="horz" wrap="square" lIns="0" tIns="12700" rIns="0" bIns="0" rtlCol="0">
            <a:spAutoFit/>
          </a:bodyPr>
          <a:lstStyle/>
          <a:p>
            <a:pPr marL="12700">
              <a:lnSpc>
                <a:spcPct val="100000"/>
              </a:lnSpc>
              <a:spcBef>
                <a:spcPts val="100"/>
              </a:spcBef>
            </a:pPr>
            <a:r>
              <a:rPr lang="en-US" altLang="ja-JP" sz="1000" b="0" i="0">
                <a:solidFill>
                  <a:srgbClr val="014097"/>
                </a:solidFill>
                <a:effectLst/>
                <a:latin typeface="+mj-lt"/>
              </a:rPr>
              <a:t>Copyright </a:t>
            </a:r>
            <a:r>
              <a:rPr lang="en-US" altLang="ja-JP" sz="1000">
                <a:solidFill>
                  <a:srgbClr val="014097"/>
                </a:solidFill>
                <a:effectLst/>
                <a:latin typeface="+mj-lt"/>
              </a:rPr>
              <a:t>©</a:t>
            </a:r>
            <a:r>
              <a:rPr lang="en-US" altLang="ja-JP" sz="1000" b="0" i="0">
                <a:solidFill>
                  <a:srgbClr val="014097"/>
                </a:solidFill>
                <a:effectLst/>
                <a:latin typeface="+mj-lt"/>
              </a:rPr>
              <a:t> NSW Inc. All rights reserved.</a:t>
            </a:r>
            <a:endParaRPr lang="en-US" altLang="ja-JP" sz="1000" b="0" i="0">
              <a:solidFill>
                <a:srgbClr val="014097"/>
              </a:solidFill>
              <a:latin typeface="+mj-lt"/>
              <a:ea typeface="+mj-ea"/>
              <a:cs typeface="Arial"/>
            </a:endParaRPr>
          </a:p>
        </p:txBody>
      </p:sp>
    </p:spTree>
    <p:extLst>
      <p:ext uri="{BB962C8B-B14F-4D97-AF65-F5344CB8AC3E}">
        <p14:creationId xmlns:p14="http://schemas.microsoft.com/office/powerpoint/2010/main" val="337398696"/>
      </p:ext>
    </p:extLst>
  </p:cSld>
  <p:clrMapOvr>
    <a:masterClrMapping/>
  </p:clrMapOvr>
  <p:extLst>
    <p:ext uri="{DCECCB84-F9BA-43D5-87BE-67443E8EF086}">
      <p15:sldGuideLst xmlns:p15="http://schemas.microsoft.com/office/powerpoint/2012/main">
        <p15:guide id="1" orient="horz" pos="3884">
          <p15:clr>
            <a:srgbClr val="FBAE40"/>
          </p15:clr>
        </p15:guide>
        <p15:guide id="3" orient="horz" pos="142">
          <p15:clr>
            <a:srgbClr val="FBAE40"/>
          </p15:clr>
        </p15:guide>
        <p15:guide id="4" pos="211">
          <p15:clr>
            <a:srgbClr val="FBAE40"/>
          </p15:clr>
        </p15:guide>
        <p15:guide id="5" pos="7469">
          <p15:clr>
            <a:srgbClr val="FBAE40"/>
          </p15:clr>
        </p15:guide>
        <p15:guide id="6" orient="horz" pos="527">
          <p15:clr>
            <a:srgbClr val="FBAE40"/>
          </p15:clr>
        </p15:guide>
        <p15:guide id="7" pos="3704">
          <p15:clr>
            <a:srgbClr val="FBAE40"/>
          </p15:clr>
        </p15:guide>
        <p15:guide id="8" pos="3976">
          <p15:clr>
            <a:srgbClr val="FBAE40"/>
          </p15:clr>
        </p15:guide>
        <p15:guide id="9" orient="horz" pos="2160">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Holder 6">
            <a:extLst>
              <a:ext uri="{FF2B5EF4-FFF2-40B4-BE49-F238E27FC236}">
                <a16:creationId xmlns:a16="http://schemas.microsoft.com/office/drawing/2014/main" id="{6969A12A-5999-484E-9AFE-A3FE252CDB3D}"/>
              </a:ext>
            </a:extLst>
          </p:cNvPr>
          <p:cNvSpPr>
            <a:spLocks noGrp="1"/>
          </p:cNvSpPr>
          <p:nvPr>
            <p:ph type="sldNum" sz="quarter" idx="4"/>
          </p:nvPr>
        </p:nvSpPr>
        <p:spPr>
          <a:xfrm>
            <a:off x="11521440" y="6518701"/>
            <a:ext cx="375920" cy="150246"/>
          </a:xfrm>
          <a:prstGeom prst="rect">
            <a:avLst/>
          </a:prstGeom>
        </p:spPr>
        <p:txBody>
          <a:bodyPr lIns="0" tIns="0" rIns="0" bIns="0"/>
          <a:lstStyle>
            <a:lvl1pPr algn="r">
              <a:defRPr sz="1200" b="0" i="0">
                <a:solidFill>
                  <a:schemeClr val="tx1"/>
                </a:solidFill>
                <a:latin typeface="+mn-ea"/>
                <a:ea typeface="+mn-ea"/>
              </a:defRPr>
            </a:lvl1pPr>
          </a:lstStyle>
          <a:p>
            <a:fld id="{AC996294-C933-4CEB-A64A-3F05677A95D0}" type="slidenum">
              <a:rPr kumimoji="1" lang="ja-JP" altLang="en-US" smtClean="0"/>
              <a:t>‹#›</a:t>
            </a:fld>
            <a:endParaRPr kumimoji="1" lang="ja-JP" altLang="en-US"/>
          </a:p>
        </p:txBody>
      </p:sp>
    </p:spTree>
    <p:extLst>
      <p:ext uri="{BB962C8B-B14F-4D97-AF65-F5344CB8AC3E}">
        <p14:creationId xmlns:p14="http://schemas.microsoft.com/office/powerpoint/2010/main" val="100741508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89" r:id="rId11"/>
    <p:sldLayoutId id="2147483687" r:id="rId12"/>
    <p:sldLayoutId id="2147483671" r:id="rId13"/>
    <p:sldLayoutId id="2147483672" r:id="rId14"/>
    <p:sldLayoutId id="2147483673" r:id="rId15"/>
    <p:sldLayoutId id="2147483674" r:id="rId16"/>
    <p:sldLayoutId id="2147483675" r:id="rId17"/>
    <p:sldLayoutId id="2147483676" r:id="rId18"/>
    <p:sldLayoutId id="2147483678" r:id="rId19"/>
    <p:sldLayoutId id="2147483679" r:id="rId20"/>
    <p:sldLayoutId id="2147483680" r:id="rId21"/>
    <p:sldLayoutId id="2147483681" r:id="rId22"/>
    <p:sldLayoutId id="2147483688" r:id="rId23"/>
    <p:sldLayoutId id="2147483682" r:id="rId24"/>
    <p:sldLayoutId id="2147483683" r:id="rId25"/>
    <p:sldLayoutId id="2147483685" r:id="rId26"/>
    <p:sldLayoutId id="2147483686" r:id="rId27"/>
  </p:sldLayoutIdLst>
  <p:txStyles>
    <p:titleStyle>
      <a:lvl1pPr eaLnBrk="1" hangingPunct="1">
        <a:defRPr kumimoji="1" sz="5000" b="0">
          <a:latin typeface="+mj-ea"/>
          <a:ea typeface="+mj-ea"/>
          <a:cs typeface="+mj-cs"/>
        </a:defRPr>
      </a:lvl1pPr>
    </p:titleStyle>
    <p:bodyStyle>
      <a:lvl1pPr marL="0" eaLnBrk="1" hangingPunct="1">
        <a:defRPr kumimoji="1" sz="1400">
          <a:latin typeface="+mn-lt"/>
          <a:ea typeface="+mn-ea"/>
          <a:cs typeface="+mn-cs"/>
        </a:defRPr>
      </a:lvl1pPr>
      <a:lvl2pPr marL="457200" eaLnBrk="1" hangingPunct="1">
        <a:defRPr kumimoji="1">
          <a:latin typeface="+mn-lt"/>
          <a:ea typeface="+mn-ea"/>
          <a:cs typeface="+mn-cs"/>
        </a:defRPr>
      </a:lvl2pPr>
      <a:lvl3pPr marL="914400" eaLnBrk="1" hangingPunct="1">
        <a:defRPr kumimoji="1">
          <a:latin typeface="+mn-lt"/>
          <a:ea typeface="+mn-ea"/>
          <a:cs typeface="+mn-cs"/>
        </a:defRPr>
      </a:lvl3pPr>
      <a:lvl4pPr marL="1371600" eaLnBrk="1" hangingPunct="1">
        <a:defRPr kumimoji="1">
          <a:latin typeface="+mn-lt"/>
          <a:ea typeface="+mn-ea"/>
          <a:cs typeface="+mn-cs"/>
        </a:defRPr>
      </a:lvl4pPr>
      <a:lvl5pPr marL="1828800" eaLnBrk="1" hangingPunct="1">
        <a:defRPr kumimoji="1">
          <a:latin typeface="+mn-lt"/>
          <a:ea typeface="+mn-ea"/>
          <a:cs typeface="+mn-cs"/>
        </a:defRPr>
      </a:lvl5pPr>
      <a:lvl6pPr marL="2286000" eaLnBrk="1" hangingPunct="1">
        <a:defRPr kumimoji="1">
          <a:latin typeface="+mn-lt"/>
          <a:ea typeface="+mn-ea"/>
          <a:cs typeface="+mn-cs"/>
        </a:defRPr>
      </a:lvl6pPr>
      <a:lvl7pPr marL="2743200" eaLnBrk="1" hangingPunct="1">
        <a:defRPr kumimoji="1">
          <a:latin typeface="+mn-lt"/>
          <a:ea typeface="+mn-ea"/>
          <a:cs typeface="+mn-cs"/>
        </a:defRPr>
      </a:lvl7pPr>
      <a:lvl8pPr marL="3200400" eaLnBrk="1" hangingPunct="1">
        <a:defRPr kumimoji="1">
          <a:latin typeface="+mn-lt"/>
          <a:ea typeface="+mn-ea"/>
          <a:cs typeface="+mn-cs"/>
        </a:defRPr>
      </a:lvl8pPr>
      <a:lvl9pPr marL="3657600" eaLnBrk="1" hangingPunct="1">
        <a:defRPr kumimoji="1">
          <a:latin typeface="+mn-lt"/>
          <a:ea typeface="+mn-ea"/>
          <a:cs typeface="+mn-cs"/>
        </a:defRPr>
      </a:lvl9pPr>
    </p:bodyStyle>
    <p:otherStyle>
      <a:lvl1pPr marL="0" eaLnBrk="1" hangingPunct="1">
        <a:defRPr kumimoji="1">
          <a:latin typeface="+mn-lt"/>
          <a:ea typeface="+mn-ea"/>
          <a:cs typeface="+mn-cs"/>
        </a:defRPr>
      </a:lvl1pPr>
      <a:lvl2pPr marL="457200" eaLnBrk="1" hangingPunct="1">
        <a:defRPr kumimoji="1">
          <a:latin typeface="+mn-lt"/>
          <a:ea typeface="+mn-ea"/>
          <a:cs typeface="+mn-cs"/>
        </a:defRPr>
      </a:lvl2pPr>
      <a:lvl3pPr marL="914400" eaLnBrk="1" hangingPunct="1">
        <a:defRPr kumimoji="1">
          <a:latin typeface="+mn-lt"/>
          <a:ea typeface="+mn-ea"/>
          <a:cs typeface="+mn-cs"/>
        </a:defRPr>
      </a:lvl3pPr>
      <a:lvl4pPr marL="1371600" eaLnBrk="1" hangingPunct="1">
        <a:defRPr kumimoji="1">
          <a:latin typeface="+mn-lt"/>
          <a:ea typeface="+mn-ea"/>
          <a:cs typeface="+mn-cs"/>
        </a:defRPr>
      </a:lvl4pPr>
      <a:lvl5pPr marL="1828800" eaLnBrk="1" hangingPunct="1">
        <a:defRPr kumimoji="1">
          <a:latin typeface="+mn-lt"/>
          <a:ea typeface="+mn-ea"/>
          <a:cs typeface="+mn-cs"/>
        </a:defRPr>
      </a:lvl5pPr>
      <a:lvl6pPr marL="2286000" eaLnBrk="1" hangingPunct="1">
        <a:defRPr kumimoji="1">
          <a:latin typeface="+mn-lt"/>
          <a:ea typeface="+mn-ea"/>
          <a:cs typeface="+mn-cs"/>
        </a:defRPr>
      </a:lvl6pPr>
      <a:lvl7pPr marL="2743200" eaLnBrk="1" hangingPunct="1">
        <a:defRPr kumimoji="1">
          <a:latin typeface="+mn-lt"/>
          <a:ea typeface="+mn-ea"/>
          <a:cs typeface="+mn-cs"/>
        </a:defRPr>
      </a:lvl7pPr>
      <a:lvl8pPr marL="3200400" eaLnBrk="1" hangingPunct="1">
        <a:defRPr kumimoji="1">
          <a:latin typeface="+mn-lt"/>
          <a:ea typeface="+mn-ea"/>
          <a:cs typeface="+mn-cs"/>
        </a:defRPr>
      </a:lvl8pPr>
      <a:lvl9pPr marL="3657600" eaLnBrk="1" hangingPunct="1">
        <a:defRPr kumimoji="1">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image" Target="../media/image26.png"/><Relationship Id="rId7" Type="http://schemas.openxmlformats.org/officeDocument/2006/relationships/image" Target="../media/image30.png"/><Relationship Id="rId2" Type="http://schemas.openxmlformats.org/officeDocument/2006/relationships/image" Target="../media/image25.png"/><Relationship Id="rId1" Type="http://schemas.openxmlformats.org/officeDocument/2006/relationships/slideLayout" Target="../slideLayouts/slideLayout22.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 Id="rId9" Type="http://schemas.openxmlformats.org/officeDocument/2006/relationships/image" Target="../media/image32.png"/></Relationships>
</file>

<file path=ppt/slides/_rels/slide4.xml.rels><?xml version="1.0" encoding="UTF-8" standalone="yes"?>
<Relationships xmlns="http://schemas.openxmlformats.org/package/2006/relationships"><Relationship Id="rId3" Type="http://schemas.openxmlformats.org/officeDocument/2006/relationships/image" Target="../media/image34.emf"/><Relationship Id="rId2" Type="http://schemas.openxmlformats.org/officeDocument/2006/relationships/image" Target="../media/image33.emf"/><Relationship Id="rId1" Type="http://schemas.openxmlformats.org/officeDocument/2006/relationships/slideLayout" Target="../slideLayouts/slideLayout22.xml"/><Relationship Id="rId4" Type="http://schemas.openxmlformats.org/officeDocument/2006/relationships/image" Target="../media/image35.emf"/></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8" Type="http://schemas.openxmlformats.org/officeDocument/2006/relationships/image" Target="../media/image42.png"/><Relationship Id="rId13" Type="http://schemas.openxmlformats.org/officeDocument/2006/relationships/image" Target="../media/image46.jpeg"/><Relationship Id="rId3" Type="http://schemas.openxmlformats.org/officeDocument/2006/relationships/image" Target="../media/image37.png"/><Relationship Id="rId7" Type="http://schemas.openxmlformats.org/officeDocument/2006/relationships/image" Target="../media/image41.png"/><Relationship Id="rId12" Type="http://schemas.openxmlformats.org/officeDocument/2006/relationships/image" Target="../media/image45.png"/><Relationship Id="rId2" Type="http://schemas.openxmlformats.org/officeDocument/2006/relationships/image" Target="../media/image36.png"/><Relationship Id="rId1" Type="http://schemas.openxmlformats.org/officeDocument/2006/relationships/slideLayout" Target="../slideLayouts/slideLayout22.xml"/><Relationship Id="rId6" Type="http://schemas.openxmlformats.org/officeDocument/2006/relationships/image" Target="../media/image40.png"/><Relationship Id="rId11" Type="http://schemas.openxmlformats.org/officeDocument/2006/relationships/image" Target="../media/image44.png"/><Relationship Id="rId5" Type="http://schemas.openxmlformats.org/officeDocument/2006/relationships/image" Target="../media/image39.png"/><Relationship Id="rId10" Type="http://schemas.microsoft.com/office/2007/relationships/hdphoto" Target="../media/hdphoto1.wdp"/><Relationship Id="rId4" Type="http://schemas.openxmlformats.org/officeDocument/2006/relationships/image" Target="../media/image38.png"/><Relationship Id="rId9" Type="http://schemas.openxmlformats.org/officeDocument/2006/relationships/image" Target="../media/image43.png"/></Relationships>
</file>

<file path=ppt/slides/_rels/slide9.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2.xml"/></Relationships>
</file>

<file path=ppt/slides/_rels/slide10.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12.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2.xml"/></Relationships>
</file>

<file path=ppt/slides/_rels/slide13.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2.xml"/></Relationships>
</file>

<file path=ppt/slides/_rels/slide14.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2.xml"/></Relationships>
</file>

<file path=ppt/slides/_rels/slide15.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2.xml"/></Relationships>
</file>

<file path=ppt/slides/_rels/slide16.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2.xml"/></Relationships>
</file>

<file path=ppt/slides/_rels/slide17.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2.xml"/></Relationships>
</file>

<file path=ppt/slides/_rels/slide18.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0.xml.rels><?xml version="1.0" encoding="UTF-8" standalone="yes"?>
<Relationships xmlns="http://schemas.openxmlformats.org/package/2006/relationships"><Relationship Id="rId8" Type="http://schemas.openxmlformats.org/officeDocument/2006/relationships/image" Target="../media/image43.png"/><Relationship Id="rId13" Type="http://schemas.openxmlformats.org/officeDocument/2006/relationships/image" Target="../media/image62.svg"/><Relationship Id="rId3" Type="http://schemas.openxmlformats.org/officeDocument/2006/relationships/image" Target="../media/image56.png"/><Relationship Id="rId7" Type="http://schemas.openxmlformats.org/officeDocument/2006/relationships/image" Target="../media/image46.jpeg"/><Relationship Id="rId12" Type="http://schemas.openxmlformats.org/officeDocument/2006/relationships/image" Target="../media/image61.svg"/><Relationship Id="rId2" Type="http://schemas.openxmlformats.org/officeDocument/2006/relationships/notesSlide" Target="../notesSlides/notesSlide1.xml"/><Relationship Id="rId1" Type="http://schemas.openxmlformats.org/officeDocument/2006/relationships/slideLayout" Target="../slideLayouts/slideLayout22.xml"/><Relationship Id="rId6" Type="http://schemas.openxmlformats.org/officeDocument/2006/relationships/image" Target="../media/image44.png"/><Relationship Id="rId11" Type="http://schemas.openxmlformats.org/officeDocument/2006/relationships/image" Target="../media/image60.svg"/><Relationship Id="rId5" Type="http://schemas.openxmlformats.org/officeDocument/2006/relationships/image" Target="../media/image58.png"/><Relationship Id="rId10" Type="http://schemas.openxmlformats.org/officeDocument/2006/relationships/image" Target="../media/image59.svg"/><Relationship Id="rId4" Type="http://schemas.openxmlformats.org/officeDocument/2006/relationships/image" Target="../media/image57.png"/><Relationship Id="rId9" Type="http://schemas.microsoft.com/office/2007/relationships/hdphoto" Target="../media/hdphoto1.wdp"/></Relationships>
</file>

<file path=ppt/slides/_rels/slide21.xml.rels><?xml version="1.0" encoding="UTF-8" standalone="yes"?>
<Relationships xmlns="http://schemas.openxmlformats.org/package/2006/relationships"><Relationship Id="rId8" Type="http://schemas.openxmlformats.org/officeDocument/2006/relationships/image" Target="../media/image59.svg"/><Relationship Id="rId13" Type="http://schemas.openxmlformats.org/officeDocument/2006/relationships/image" Target="../media/image64.svg"/><Relationship Id="rId3" Type="http://schemas.openxmlformats.org/officeDocument/2006/relationships/image" Target="../media/image56.png"/><Relationship Id="rId7" Type="http://schemas.openxmlformats.org/officeDocument/2006/relationships/image" Target="../media/image46.jpeg"/><Relationship Id="rId12" Type="http://schemas.openxmlformats.org/officeDocument/2006/relationships/image" Target="../media/image63.svg"/><Relationship Id="rId2" Type="http://schemas.openxmlformats.org/officeDocument/2006/relationships/notesSlide" Target="../notesSlides/notesSlide2.xml"/><Relationship Id="rId1" Type="http://schemas.openxmlformats.org/officeDocument/2006/relationships/slideLayout" Target="../slideLayouts/slideLayout22.xml"/><Relationship Id="rId6" Type="http://schemas.openxmlformats.org/officeDocument/2006/relationships/image" Target="../media/image44.png"/><Relationship Id="rId11" Type="http://schemas.openxmlformats.org/officeDocument/2006/relationships/image" Target="../media/image62.svg"/><Relationship Id="rId5" Type="http://schemas.openxmlformats.org/officeDocument/2006/relationships/image" Target="../media/image58.png"/><Relationship Id="rId10" Type="http://schemas.openxmlformats.org/officeDocument/2006/relationships/image" Target="../media/image61.svg"/><Relationship Id="rId4" Type="http://schemas.openxmlformats.org/officeDocument/2006/relationships/image" Target="../media/image57.png"/><Relationship Id="rId9" Type="http://schemas.openxmlformats.org/officeDocument/2006/relationships/image" Target="../media/image60.svg"/><Relationship Id="rId14" Type="http://schemas.openxmlformats.org/officeDocument/2006/relationships/image" Target="../media/image65.png"/></Relationships>
</file>

<file path=ppt/slides/_rels/slide22.xml.rels><?xml version="1.0" encoding="UTF-8" standalone="yes"?>
<Relationships xmlns="http://schemas.openxmlformats.org/package/2006/relationships"><Relationship Id="rId8" Type="http://schemas.openxmlformats.org/officeDocument/2006/relationships/image" Target="../media/image44.png"/><Relationship Id="rId3" Type="http://schemas.openxmlformats.org/officeDocument/2006/relationships/image" Target="../media/image56.png"/><Relationship Id="rId7" Type="http://schemas.openxmlformats.org/officeDocument/2006/relationships/image" Target="../media/image58.png"/><Relationship Id="rId2" Type="http://schemas.openxmlformats.org/officeDocument/2006/relationships/notesSlide" Target="../notesSlides/notesSlide3.xml"/><Relationship Id="rId1" Type="http://schemas.openxmlformats.org/officeDocument/2006/relationships/slideLayout" Target="../slideLayouts/slideLayout22.xml"/><Relationship Id="rId6" Type="http://schemas.microsoft.com/office/2007/relationships/hdphoto" Target="../media/hdphoto1.wdp"/><Relationship Id="rId5" Type="http://schemas.openxmlformats.org/officeDocument/2006/relationships/image" Target="../media/image43.png"/><Relationship Id="rId4" Type="http://schemas.openxmlformats.org/officeDocument/2006/relationships/image" Target="../media/image57.png"/><Relationship Id="rId9" Type="http://schemas.openxmlformats.org/officeDocument/2006/relationships/image" Target="../media/image46.jpeg"/></Relationships>
</file>

<file path=ppt/slides/_rels/slide23.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6.png"/><Relationship Id="rId1" Type="http://schemas.openxmlformats.org/officeDocument/2006/relationships/slideLayout" Target="../slideLayouts/slideLayout22.xml"/><Relationship Id="rId5" Type="http://schemas.microsoft.com/office/2007/relationships/hdphoto" Target="../media/hdphoto1.wdp"/><Relationship Id="rId4" Type="http://schemas.openxmlformats.org/officeDocument/2006/relationships/image" Target="../media/image43.png"/></Relationships>
</file>

<file path=ppt/slides/_rels/slide24.xml.rels><?xml version="1.0" encoding="UTF-8" standalone="yes"?>
<Relationships xmlns="http://schemas.openxmlformats.org/package/2006/relationships"><Relationship Id="rId3" Type="http://schemas.openxmlformats.org/officeDocument/2006/relationships/image" Target="../media/image66.svg"/><Relationship Id="rId2" Type="http://schemas.openxmlformats.org/officeDocument/2006/relationships/notesSlide" Target="../notesSlides/notesSlide4.xml"/><Relationship Id="rId1" Type="http://schemas.openxmlformats.org/officeDocument/2006/relationships/slideLayout" Target="../slideLayouts/slideLayout22.xml"/><Relationship Id="rId6" Type="http://schemas.openxmlformats.org/officeDocument/2006/relationships/image" Target="../media/image57.png"/><Relationship Id="rId5" Type="http://schemas.openxmlformats.org/officeDocument/2006/relationships/image" Target="../media/image68.svg"/><Relationship Id="rId4" Type="http://schemas.openxmlformats.org/officeDocument/2006/relationships/image" Target="../media/image67.sv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28.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5.xml"/><Relationship Id="rId1" Type="http://schemas.openxmlformats.org/officeDocument/2006/relationships/slideLayout" Target="../slideLayouts/slideLayout22.xml"/><Relationship Id="rId6" Type="http://schemas.openxmlformats.org/officeDocument/2006/relationships/image" Target="../media/image56.png"/><Relationship Id="rId5" Type="http://schemas.microsoft.com/office/2007/relationships/hdphoto" Target="../media/hdphoto1.wdp"/><Relationship Id="rId4" Type="http://schemas.openxmlformats.org/officeDocument/2006/relationships/image" Target="../media/image43.png"/></Relationships>
</file>

<file path=ppt/slides/_rels/slide29.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6.xml"/><Relationship Id="rId1" Type="http://schemas.openxmlformats.org/officeDocument/2006/relationships/slideLayout" Target="../slideLayouts/slideLayout22.xml"/><Relationship Id="rId6" Type="http://schemas.openxmlformats.org/officeDocument/2006/relationships/image" Target="../media/image56.png"/><Relationship Id="rId5" Type="http://schemas.microsoft.com/office/2007/relationships/hdphoto" Target="../media/hdphoto1.wdp"/><Relationship Id="rId4" Type="http://schemas.openxmlformats.org/officeDocument/2006/relationships/image" Target="../media/image43.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43.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22.xml"/></Relationships>
</file>

<file path=ppt/slides/_rels/slide44.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22.xml"/></Relationships>
</file>

<file path=ppt/slides/_rels/slide45.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22.xml"/></Relationships>
</file>

<file path=ppt/slides/_rels/slide46.xml.rels><?xml version="1.0" encoding="UTF-8" standalone="yes"?>
<Relationships xmlns="http://schemas.openxmlformats.org/package/2006/relationships"><Relationship Id="rId2" Type="http://schemas.openxmlformats.org/officeDocument/2006/relationships/image" Target="../media/image72.png"/><Relationship Id="rId1" Type="http://schemas.openxmlformats.org/officeDocument/2006/relationships/slideLayout" Target="../slideLayouts/slideLayout22.xml"/></Relationships>
</file>

<file path=ppt/slides/_rels/slide47.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22.xml"/></Relationships>
</file>

<file path=ppt/slides/_rels/slide48.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image" Target="../media/image74.png"/><Relationship Id="rId1" Type="http://schemas.openxmlformats.org/officeDocument/2006/relationships/slideLayout" Target="../slideLayouts/slideLayout22.xml"/></Relationships>
</file>

<file path=ppt/slides/_rels/slide49.xml.rels><?xml version="1.0" encoding="UTF-8" standalone="yes"?>
<Relationships xmlns="http://schemas.openxmlformats.org/package/2006/relationships"><Relationship Id="rId2" Type="http://schemas.openxmlformats.org/officeDocument/2006/relationships/image" Target="../media/image76.png"/><Relationship Id="rId1" Type="http://schemas.openxmlformats.org/officeDocument/2006/relationships/slideLayout" Target="../slideLayouts/slideLayout22.xml"/></Relationships>
</file>

<file path=ppt/slides/_rels/slide50.xml.rels><?xml version="1.0" encoding="UTF-8" standalone="yes"?>
<Relationships xmlns="http://schemas.openxmlformats.org/package/2006/relationships"><Relationship Id="rId2" Type="http://schemas.openxmlformats.org/officeDocument/2006/relationships/image" Target="../media/image77.png"/><Relationship Id="rId1" Type="http://schemas.openxmlformats.org/officeDocument/2006/relationships/slideLayout" Target="../slideLayouts/slideLayout20.xml"/></Relationships>
</file>

<file path=ppt/slides/_rels/slide51.xml.rels><?xml version="1.0" encoding="UTF-8" standalone="yes"?>
<Relationships xmlns="http://schemas.openxmlformats.org/package/2006/relationships"><Relationship Id="rId2" Type="http://schemas.openxmlformats.org/officeDocument/2006/relationships/image" Target="../media/image78.jpeg"/><Relationship Id="rId1" Type="http://schemas.openxmlformats.org/officeDocument/2006/relationships/slideLayout" Target="../slideLayouts/slideLayout22.xml"/></Relationships>
</file>

<file path=ppt/slides/_rels/slide52.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Layout" Target="../slideLayouts/slideLayout22.xml"/></Relationships>
</file>

<file path=ppt/slides/_rels/slide53.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22.xml"/></Relationships>
</file>

<file path=ppt/slides/_rels/slide54.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7.png"/><Relationship Id="rId1" Type="http://schemas.openxmlformats.org/officeDocument/2006/relationships/slideLayout" Target="../slideLayouts/slideLayout22.xml"/></Relationships>
</file>

<file path=ppt/slides/_rels/slide55.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image" Target="../media/image81.png"/><Relationship Id="rId1" Type="http://schemas.openxmlformats.org/officeDocument/2006/relationships/slideLayout" Target="../slideLayouts/slideLayout22.xml"/><Relationship Id="rId6" Type="http://schemas.openxmlformats.org/officeDocument/2006/relationships/image" Target="../media/image85.jpeg"/><Relationship Id="rId5" Type="http://schemas.openxmlformats.org/officeDocument/2006/relationships/image" Target="../media/image84.jpeg"/><Relationship Id="rId4" Type="http://schemas.openxmlformats.org/officeDocument/2006/relationships/image" Target="../media/image8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45E07-05C5-B82B-853A-EC9D1FEA2AD0}"/>
            </a:ext>
          </a:extLst>
        </p:cNvPr>
        <p:cNvGrpSpPr/>
        <p:nvPr/>
      </p:nvGrpSpPr>
      <p:grpSpPr>
        <a:xfrm>
          <a:off x="0" y="0"/>
          <a:ext cx="0" cy="0"/>
          <a:chOff x="0" y="0"/>
          <a:chExt cx="0" cy="0"/>
        </a:xfrm>
      </p:grpSpPr>
      <p:sp>
        <p:nvSpPr>
          <p:cNvPr id="6" name="文本框 57">
            <a:extLst>
              <a:ext uri="{FF2B5EF4-FFF2-40B4-BE49-F238E27FC236}">
                <a16:creationId xmlns:a16="http://schemas.microsoft.com/office/drawing/2014/main" id="{E7AB908D-197C-CD9A-2A7C-F452CE74C5E7}"/>
              </a:ext>
            </a:extLst>
          </p:cNvPr>
          <p:cNvSpPr txBox="1">
            <a:spLocks noChangeArrowheads="1"/>
          </p:cNvSpPr>
          <p:nvPr/>
        </p:nvSpPr>
        <p:spPr bwMode="auto">
          <a:xfrm>
            <a:off x="2089529" y="2991712"/>
            <a:ext cx="2099650" cy="6528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3642" b="1" kern="0">
                <a:solidFill>
                  <a:schemeClr val="tx2"/>
                </a:solidFill>
                <a:latin typeface="+mn-ea"/>
                <a:ea typeface="+mn-ea"/>
              </a:rPr>
              <a:t>目次</a:t>
            </a:r>
            <a:endParaRPr kumimoji="0" lang="zh-CN" altLang="en-US" sz="3642" b="1" i="0" u="none" strike="noStrike" kern="0" cap="none" spc="0" normalizeH="0" baseline="0" noProof="0">
              <a:ln>
                <a:noFill/>
              </a:ln>
              <a:solidFill>
                <a:schemeClr val="tx2"/>
              </a:solidFill>
              <a:effectLst/>
              <a:uLnTx/>
              <a:uFillTx/>
              <a:latin typeface="+mn-ea"/>
              <a:ea typeface="+mn-ea"/>
            </a:endParaRPr>
          </a:p>
        </p:txBody>
      </p:sp>
      <p:sp>
        <p:nvSpPr>
          <p:cNvPr id="5" name="文本框 56">
            <a:extLst>
              <a:ext uri="{FF2B5EF4-FFF2-40B4-BE49-F238E27FC236}">
                <a16:creationId xmlns:a16="http://schemas.microsoft.com/office/drawing/2014/main" id="{1F69D2EB-3636-EE45-7C8C-7FD28475977C}"/>
              </a:ext>
            </a:extLst>
          </p:cNvPr>
          <p:cNvSpPr txBox="1">
            <a:spLocks noChangeArrowheads="1"/>
          </p:cNvSpPr>
          <p:nvPr/>
        </p:nvSpPr>
        <p:spPr bwMode="auto">
          <a:xfrm>
            <a:off x="2162101" y="3553204"/>
            <a:ext cx="1423202" cy="3415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619" b="1" i="0" u="none" strike="noStrike" kern="0" cap="none" spc="0" normalizeH="0" baseline="0" noProof="0">
                <a:ln>
                  <a:noFill/>
                </a:ln>
                <a:solidFill>
                  <a:schemeClr val="tx2"/>
                </a:solidFill>
                <a:effectLst/>
                <a:uLnTx/>
                <a:uFillTx/>
                <a:latin typeface="+mn-ea"/>
                <a:ea typeface="+mn-ea"/>
              </a:rPr>
              <a:t>Contents</a:t>
            </a:r>
            <a:endParaRPr kumimoji="0" lang="zh-CN" altLang="en-US" sz="1619" b="1" i="0" u="none" strike="noStrike" kern="0" cap="none" spc="0" normalizeH="0" baseline="0" noProof="0">
              <a:ln>
                <a:noFill/>
              </a:ln>
              <a:solidFill>
                <a:schemeClr val="tx2"/>
              </a:solidFill>
              <a:effectLst/>
              <a:uLnTx/>
              <a:uFillTx/>
              <a:latin typeface="+mn-ea"/>
              <a:ea typeface="+mn-ea"/>
            </a:endParaRPr>
          </a:p>
        </p:txBody>
      </p:sp>
      <p:sp>
        <p:nvSpPr>
          <p:cNvPr id="9" name="Rectangle 6">
            <a:extLst>
              <a:ext uri="{FF2B5EF4-FFF2-40B4-BE49-F238E27FC236}">
                <a16:creationId xmlns:a16="http://schemas.microsoft.com/office/drawing/2014/main" id="{01D35539-B45B-2609-8FF9-259F28966316}"/>
              </a:ext>
            </a:extLst>
          </p:cNvPr>
          <p:cNvSpPr>
            <a:spLocks noChangeArrowheads="1"/>
          </p:cNvSpPr>
          <p:nvPr/>
        </p:nvSpPr>
        <p:spPr bwMode="auto">
          <a:xfrm>
            <a:off x="4015008" y="3134599"/>
            <a:ext cx="47196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buFont typeface="Wingdings" panose="05000000000000000000" pitchFamily="2" charset="2"/>
              <a:buChar char="l"/>
            </a:pPr>
            <a:r>
              <a:rPr kumimoji="0" lang="ja-JP" altLang="en-US" sz="2400" b="1">
                <a:solidFill>
                  <a:schemeClr val="tx2">
                    <a:lumMod val="75000"/>
                  </a:schemeClr>
                </a:solidFill>
                <a:latin typeface="+mn-ea"/>
              </a:rPr>
              <a:t>アーキテクチャ初案</a:t>
            </a:r>
            <a:endParaRPr kumimoji="0" lang="zh-CN" altLang="en-US" sz="2400" b="1">
              <a:solidFill>
                <a:schemeClr val="tx2">
                  <a:lumMod val="75000"/>
                </a:schemeClr>
              </a:solidFill>
              <a:latin typeface="+mn-ea"/>
            </a:endParaRPr>
          </a:p>
        </p:txBody>
      </p:sp>
      <p:sp>
        <p:nvSpPr>
          <p:cNvPr id="12" name="Rectangle 6">
            <a:extLst>
              <a:ext uri="{FF2B5EF4-FFF2-40B4-BE49-F238E27FC236}">
                <a16:creationId xmlns:a16="http://schemas.microsoft.com/office/drawing/2014/main" id="{2FAD8A5B-0150-83C1-8D6B-F8F63C37A6B6}"/>
              </a:ext>
            </a:extLst>
          </p:cNvPr>
          <p:cNvSpPr>
            <a:spLocks noChangeArrowheads="1"/>
          </p:cNvSpPr>
          <p:nvPr/>
        </p:nvSpPr>
        <p:spPr bwMode="auto">
          <a:xfrm>
            <a:off x="4015008" y="3969130"/>
            <a:ext cx="47196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buFont typeface="Wingdings" panose="05000000000000000000" pitchFamily="2" charset="2"/>
              <a:buChar char="l"/>
            </a:pPr>
            <a:r>
              <a:rPr kumimoji="0" lang="en-US" altLang="ja-JP" sz="2400" b="1">
                <a:solidFill>
                  <a:schemeClr val="tx2">
                    <a:lumMod val="75000"/>
                  </a:schemeClr>
                </a:solidFill>
                <a:latin typeface="+mn-ea"/>
              </a:rPr>
              <a:t>Q</a:t>
            </a:r>
            <a:r>
              <a:rPr kumimoji="0" lang="ja-JP" altLang="en-US" sz="2400" b="1">
                <a:solidFill>
                  <a:schemeClr val="tx2">
                    <a:lumMod val="75000"/>
                  </a:schemeClr>
                </a:solidFill>
                <a:latin typeface="+mn-ea"/>
              </a:rPr>
              <a:t>＆</a:t>
            </a:r>
            <a:r>
              <a:rPr kumimoji="0" lang="en-US" altLang="ja-JP" sz="2400" b="1">
                <a:solidFill>
                  <a:schemeClr val="tx2">
                    <a:lumMod val="75000"/>
                  </a:schemeClr>
                </a:solidFill>
                <a:latin typeface="+mn-ea"/>
              </a:rPr>
              <a:t>A</a:t>
            </a:r>
            <a:endParaRPr kumimoji="0" lang="zh-CN" altLang="en-US" sz="2400" b="1">
              <a:solidFill>
                <a:schemeClr val="tx2">
                  <a:lumMod val="75000"/>
                </a:schemeClr>
              </a:solidFill>
              <a:latin typeface="+mn-ea"/>
            </a:endParaRPr>
          </a:p>
        </p:txBody>
      </p:sp>
      <p:sp>
        <p:nvSpPr>
          <p:cNvPr id="15" name="Rectangle 6">
            <a:extLst>
              <a:ext uri="{FF2B5EF4-FFF2-40B4-BE49-F238E27FC236}">
                <a16:creationId xmlns:a16="http://schemas.microsoft.com/office/drawing/2014/main" id="{88E0F458-CCA5-CA16-590F-6C7AAFABF72F}"/>
              </a:ext>
            </a:extLst>
          </p:cNvPr>
          <p:cNvSpPr>
            <a:spLocks noChangeArrowheads="1"/>
          </p:cNvSpPr>
          <p:nvPr/>
        </p:nvSpPr>
        <p:spPr bwMode="auto">
          <a:xfrm>
            <a:off x="4015008" y="2300068"/>
            <a:ext cx="47196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buFont typeface="Wingdings" panose="05000000000000000000" pitchFamily="2" charset="2"/>
              <a:buChar char="l"/>
            </a:pPr>
            <a:r>
              <a:rPr kumimoji="0" lang="en-US" altLang="ja-JP" sz="2400" b="1">
                <a:solidFill>
                  <a:schemeClr val="tx2">
                    <a:lumMod val="75000"/>
                  </a:schemeClr>
                </a:solidFill>
                <a:latin typeface="+mn-ea"/>
              </a:rPr>
              <a:t>DEMO</a:t>
            </a:r>
            <a:endParaRPr kumimoji="0" lang="zh-CN" altLang="en-US" sz="2400" b="1">
              <a:solidFill>
                <a:schemeClr val="tx2">
                  <a:lumMod val="75000"/>
                </a:schemeClr>
              </a:solidFill>
              <a:latin typeface="+mn-ea"/>
            </a:endParaRPr>
          </a:p>
        </p:txBody>
      </p:sp>
      <p:sp>
        <p:nvSpPr>
          <p:cNvPr id="18" name="Rectangle 6">
            <a:extLst>
              <a:ext uri="{FF2B5EF4-FFF2-40B4-BE49-F238E27FC236}">
                <a16:creationId xmlns:a16="http://schemas.microsoft.com/office/drawing/2014/main" id="{FFE7FF46-D111-83A5-A586-53299FC3FF63}"/>
              </a:ext>
            </a:extLst>
          </p:cNvPr>
          <p:cNvSpPr>
            <a:spLocks noChangeArrowheads="1"/>
          </p:cNvSpPr>
          <p:nvPr/>
        </p:nvSpPr>
        <p:spPr bwMode="auto">
          <a:xfrm>
            <a:off x="4015008" y="1465537"/>
            <a:ext cx="4718973"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342900" indent="-342900">
              <a:buFont typeface="Wingdings" panose="05000000000000000000" pitchFamily="2" charset="2"/>
              <a:buChar char="l"/>
            </a:pPr>
            <a:r>
              <a:rPr kumimoji="0" lang="ja-JP" altLang="en-US" sz="2400" b="1">
                <a:solidFill>
                  <a:schemeClr val="tx2">
                    <a:lumMod val="75000"/>
                  </a:schemeClr>
                </a:solidFill>
                <a:latin typeface="+mn-ea"/>
                <a:ea typeface="+mn-ea"/>
              </a:rPr>
              <a:t>中部電力案件の現状確認</a:t>
            </a:r>
            <a:endParaRPr kumimoji="0" lang="zh-CN" altLang="en-US" sz="2400" b="1">
              <a:solidFill>
                <a:schemeClr val="tx2">
                  <a:lumMod val="75000"/>
                </a:schemeClr>
              </a:solidFill>
              <a:latin typeface="+mn-ea"/>
              <a:ea typeface="+mn-ea"/>
            </a:endParaRPr>
          </a:p>
        </p:txBody>
      </p:sp>
      <p:sp>
        <p:nvSpPr>
          <p:cNvPr id="21" name="Rectangle 6">
            <a:extLst>
              <a:ext uri="{FF2B5EF4-FFF2-40B4-BE49-F238E27FC236}">
                <a16:creationId xmlns:a16="http://schemas.microsoft.com/office/drawing/2014/main" id="{64C65D04-2975-81A4-7704-C20051C18A9A}"/>
              </a:ext>
            </a:extLst>
          </p:cNvPr>
          <p:cNvSpPr>
            <a:spLocks noChangeArrowheads="1"/>
          </p:cNvSpPr>
          <p:nvPr/>
        </p:nvSpPr>
        <p:spPr bwMode="auto">
          <a:xfrm>
            <a:off x="4015008" y="4803661"/>
            <a:ext cx="47196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buFont typeface="Wingdings" panose="05000000000000000000" pitchFamily="2" charset="2"/>
              <a:buChar char="l"/>
            </a:pPr>
            <a:r>
              <a:rPr kumimoji="0" lang="ja-JP" altLang="en-US" sz="2400" b="1">
                <a:solidFill>
                  <a:schemeClr val="tx2">
                    <a:lumMod val="75000"/>
                  </a:schemeClr>
                </a:solidFill>
                <a:latin typeface="+mn-ea"/>
              </a:rPr>
              <a:t>次のステップ</a:t>
            </a:r>
            <a:endParaRPr kumimoji="0" lang="zh-CN" altLang="en-US" sz="2400" b="1">
              <a:solidFill>
                <a:schemeClr val="tx2">
                  <a:lumMod val="75000"/>
                </a:schemeClr>
              </a:solidFill>
              <a:latin typeface="+mn-ea"/>
            </a:endParaRPr>
          </a:p>
        </p:txBody>
      </p:sp>
    </p:spTree>
    <p:extLst>
      <p:ext uri="{BB962C8B-B14F-4D97-AF65-F5344CB8AC3E}">
        <p14:creationId xmlns:p14="http://schemas.microsoft.com/office/powerpoint/2010/main" val="36389971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F6009F-57E1-D1FF-A4FC-CFA0E9BEFC3A}"/>
            </a:ext>
          </a:extLst>
        </p:cNvPr>
        <p:cNvGrpSpPr/>
        <p:nvPr/>
      </p:nvGrpSpPr>
      <p:grpSpPr>
        <a:xfrm>
          <a:off x="0" y="0"/>
          <a:ext cx="0" cy="0"/>
          <a:chOff x="0" y="0"/>
          <a:chExt cx="0" cy="0"/>
        </a:xfrm>
      </p:grpSpPr>
      <p:sp>
        <p:nvSpPr>
          <p:cNvPr id="6" name="文本框 57">
            <a:extLst>
              <a:ext uri="{FF2B5EF4-FFF2-40B4-BE49-F238E27FC236}">
                <a16:creationId xmlns:a16="http://schemas.microsoft.com/office/drawing/2014/main" id="{B5057E8B-3AF0-2F5C-698B-9BC3D73C8E80}"/>
              </a:ext>
            </a:extLst>
          </p:cNvPr>
          <p:cNvSpPr txBox="1">
            <a:spLocks noChangeArrowheads="1"/>
          </p:cNvSpPr>
          <p:nvPr/>
        </p:nvSpPr>
        <p:spPr bwMode="auto">
          <a:xfrm>
            <a:off x="2089529" y="2991712"/>
            <a:ext cx="2099650" cy="6528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3642" b="1" kern="0">
                <a:solidFill>
                  <a:schemeClr val="tx2"/>
                </a:solidFill>
                <a:latin typeface="+mn-ea"/>
                <a:ea typeface="+mn-ea"/>
              </a:rPr>
              <a:t>目次</a:t>
            </a:r>
            <a:endParaRPr kumimoji="0" lang="zh-CN" altLang="en-US" sz="3642" b="1" i="0" u="none" strike="noStrike" kern="0" cap="none" spc="0" normalizeH="0" baseline="0" noProof="0">
              <a:ln>
                <a:noFill/>
              </a:ln>
              <a:solidFill>
                <a:schemeClr val="tx2"/>
              </a:solidFill>
              <a:effectLst/>
              <a:uLnTx/>
              <a:uFillTx/>
              <a:latin typeface="+mn-ea"/>
              <a:ea typeface="+mn-ea"/>
            </a:endParaRPr>
          </a:p>
        </p:txBody>
      </p:sp>
      <p:sp>
        <p:nvSpPr>
          <p:cNvPr id="5" name="文本框 56">
            <a:extLst>
              <a:ext uri="{FF2B5EF4-FFF2-40B4-BE49-F238E27FC236}">
                <a16:creationId xmlns:a16="http://schemas.microsoft.com/office/drawing/2014/main" id="{0F265517-3B5D-6C01-6A6A-096B18580A74}"/>
              </a:ext>
            </a:extLst>
          </p:cNvPr>
          <p:cNvSpPr txBox="1">
            <a:spLocks noChangeArrowheads="1"/>
          </p:cNvSpPr>
          <p:nvPr/>
        </p:nvSpPr>
        <p:spPr bwMode="auto">
          <a:xfrm>
            <a:off x="2162101" y="3553204"/>
            <a:ext cx="1423202" cy="3415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619" b="1" i="0" u="none" strike="noStrike" kern="0" cap="none" spc="0" normalizeH="0" baseline="0" noProof="0">
                <a:ln>
                  <a:noFill/>
                </a:ln>
                <a:solidFill>
                  <a:schemeClr val="tx2"/>
                </a:solidFill>
                <a:effectLst/>
                <a:uLnTx/>
                <a:uFillTx/>
                <a:latin typeface="+mn-ea"/>
                <a:ea typeface="+mn-ea"/>
              </a:rPr>
              <a:t>Contents</a:t>
            </a:r>
            <a:endParaRPr kumimoji="0" lang="zh-CN" altLang="en-US" sz="1619" b="1" i="0" u="none" strike="noStrike" kern="0" cap="none" spc="0" normalizeH="0" baseline="0" noProof="0">
              <a:ln>
                <a:noFill/>
              </a:ln>
              <a:solidFill>
                <a:schemeClr val="tx2"/>
              </a:solidFill>
              <a:effectLst/>
              <a:uLnTx/>
              <a:uFillTx/>
              <a:latin typeface="+mn-ea"/>
              <a:ea typeface="+mn-ea"/>
            </a:endParaRPr>
          </a:p>
        </p:txBody>
      </p:sp>
      <p:sp>
        <p:nvSpPr>
          <p:cNvPr id="9" name="Rectangle 6">
            <a:extLst>
              <a:ext uri="{FF2B5EF4-FFF2-40B4-BE49-F238E27FC236}">
                <a16:creationId xmlns:a16="http://schemas.microsoft.com/office/drawing/2014/main" id="{A8020EA0-73AA-6B1D-972B-2BD402768688}"/>
              </a:ext>
            </a:extLst>
          </p:cNvPr>
          <p:cNvSpPr>
            <a:spLocks noChangeArrowheads="1"/>
          </p:cNvSpPr>
          <p:nvPr/>
        </p:nvSpPr>
        <p:spPr bwMode="auto">
          <a:xfrm>
            <a:off x="4015008" y="3134599"/>
            <a:ext cx="47196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buFont typeface="Wingdings" panose="05000000000000000000" pitchFamily="2" charset="2"/>
              <a:buChar char="l"/>
            </a:pPr>
            <a:r>
              <a:rPr kumimoji="0" lang="ja-JP" altLang="en-US" sz="2400" b="1">
                <a:solidFill>
                  <a:schemeClr val="bg1">
                    <a:lumMod val="65000"/>
                  </a:schemeClr>
                </a:solidFill>
                <a:latin typeface="+mn-ea"/>
              </a:rPr>
              <a:t>アーキテクチャ初案</a:t>
            </a:r>
            <a:endParaRPr kumimoji="0" lang="zh-CN" altLang="en-US" sz="2400" b="1">
              <a:solidFill>
                <a:schemeClr val="bg1">
                  <a:lumMod val="65000"/>
                </a:schemeClr>
              </a:solidFill>
              <a:latin typeface="+mn-ea"/>
            </a:endParaRPr>
          </a:p>
        </p:txBody>
      </p:sp>
      <p:sp>
        <p:nvSpPr>
          <p:cNvPr id="12" name="Rectangle 6">
            <a:extLst>
              <a:ext uri="{FF2B5EF4-FFF2-40B4-BE49-F238E27FC236}">
                <a16:creationId xmlns:a16="http://schemas.microsoft.com/office/drawing/2014/main" id="{8FE4B5E5-F739-D09C-BAF0-37AFA375CA14}"/>
              </a:ext>
            </a:extLst>
          </p:cNvPr>
          <p:cNvSpPr>
            <a:spLocks noChangeArrowheads="1"/>
          </p:cNvSpPr>
          <p:nvPr/>
        </p:nvSpPr>
        <p:spPr bwMode="auto">
          <a:xfrm>
            <a:off x="4015008" y="3969130"/>
            <a:ext cx="47196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buFont typeface="Wingdings" panose="05000000000000000000" pitchFamily="2" charset="2"/>
              <a:buChar char="l"/>
            </a:pPr>
            <a:r>
              <a:rPr kumimoji="0" lang="en-US" altLang="ja-JP" sz="2400" b="1">
                <a:solidFill>
                  <a:schemeClr val="bg1">
                    <a:lumMod val="65000"/>
                  </a:schemeClr>
                </a:solidFill>
                <a:latin typeface="+mn-ea"/>
              </a:rPr>
              <a:t>Q</a:t>
            </a:r>
            <a:r>
              <a:rPr kumimoji="0" lang="ja-JP" altLang="en-US" sz="2400" b="1">
                <a:solidFill>
                  <a:schemeClr val="bg1">
                    <a:lumMod val="65000"/>
                  </a:schemeClr>
                </a:solidFill>
                <a:latin typeface="+mn-ea"/>
              </a:rPr>
              <a:t>＆</a:t>
            </a:r>
            <a:r>
              <a:rPr kumimoji="0" lang="en-US" altLang="ja-JP" sz="2400" b="1">
                <a:solidFill>
                  <a:schemeClr val="bg1">
                    <a:lumMod val="65000"/>
                  </a:schemeClr>
                </a:solidFill>
                <a:latin typeface="+mn-ea"/>
              </a:rPr>
              <a:t>A</a:t>
            </a:r>
            <a:endParaRPr kumimoji="0" lang="zh-CN" altLang="en-US" sz="2400" b="1">
              <a:solidFill>
                <a:schemeClr val="bg1">
                  <a:lumMod val="65000"/>
                </a:schemeClr>
              </a:solidFill>
              <a:latin typeface="+mn-ea"/>
            </a:endParaRPr>
          </a:p>
        </p:txBody>
      </p:sp>
      <p:sp>
        <p:nvSpPr>
          <p:cNvPr id="15" name="Rectangle 6">
            <a:extLst>
              <a:ext uri="{FF2B5EF4-FFF2-40B4-BE49-F238E27FC236}">
                <a16:creationId xmlns:a16="http://schemas.microsoft.com/office/drawing/2014/main" id="{2E68454F-6F90-CFB8-6019-17A61F69FB33}"/>
              </a:ext>
            </a:extLst>
          </p:cNvPr>
          <p:cNvSpPr>
            <a:spLocks noChangeArrowheads="1"/>
          </p:cNvSpPr>
          <p:nvPr/>
        </p:nvSpPr>
        <p:spPr bwMode="auto">
          <a:xfrm>
            <a:off x="4015008" y="2300068"/>
            <a:ext cx="47196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buFont typeface="Wingdings" panose="05000000000000000000" pitchFamily="2" charset="2"/>
              <a:buChar char="l"/>
            </a:pPr>
            <a:r>
              <a:rPr kumimoji="0" lang="en-US" altLang="ja-JP" sz="2400" b="1">
                <a:solidFill>
                  <a:schemeClr val="bg1">
                    <a:lumMod val="65000"/>
                  </a:schemeClr>
                </a:solidFill>
                <a:latin typeface="+mn-ea"/>
              </a:rPr>
              <a:t>DEMO</a:t>
            </a:r>
            <a:endParaRPr kumimoji="0" lang="zh-CN" altLang="en-US" sz="2400" b="1">
              <a:solidFill>
                <a:schemeClr val="bg1">
                  <a:lumMod val="65000"/>
                </a:schemeClr>
              </a:solidFill>
              <a:latin typeface="+mn-ea"/>
            </a:endParaRPr>
          </a:p>
        </p:txBody>
      </p:sp>
      <p:sp>
        <p:nvSpPr>
          <p:cNvPr id="18" name="Rectangle 6">
            <a:extLst>
              <a:ext uri="{FF2B5EF4-FFF2-40B4-BE49-F238E27FC236}">
                <a16:creationId xmlns:a16="http://schemas.microsoft.com/office/drawing/2014/main" id="{F49C20EA-F653-BBF4-D9CF-06D7CE6616BE}"/>
              </a:ext>
            </a:extLst>
          </p:cNvPr>
          <p:cNvSpPr>
            <a:spLocks noChangeArrowheads="1"/>
          </p:cNvSpPr>
          <p:nvPr/>
        </p:nvSpPr>
        <p:spPr bwMode="auto">
          <a:xfrm>
            <a:off x="4015008" y="1465537"/>
            <a:ext cx="4718973"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342900" indent="-342900">
              <a:buFont typeface="Wingdings" panose="05000000000000000000" pitchFamily="2" charset="2"/>
              <a:buChar char="l"/>
            </a:pPr>
            <a:r>
              <a:rPr kumimoji="0" lang="ja-JP" altLang="en-US" sz="2400" b="1">
                <a:solidFill>
                  <a:schemeClr val="tx2">
                    <a:lumMod val="75000"/>
                  </a:schemeClr>
                </a:solidFill>
                <a:latin typeface="+mn-ea"/>
                <a:ea typeface="+mn-ea"/>
              </a:rPr>
              <a:t>中部電力案件の現状確認</a:t>
            </a:r>
            <a:endParaRPr kumimoji="0" lang="zh-CN" altLang="en-US" sz="2400" b="1">
              <a:solidFill>
                <a:schemeClr val="tx2">
                  <a:lumMod val="75000"/>
                </a:schemeClr>
              </a:solidFill>
              <a:latin typeface="+mn-ea"/>
              <a:ea typeface="+mn-ea"/>
            </a:endParaRPr>
          </a:p>
        </p:txBody>
      </p:sp>
      <p:sp>
        <p:nvSpPr>
          <p:cNvPr id="21" name="Rectangle 6">
            <a:extLst>
              <a:ext uri="{FF2B5EF4-FFF2-40B4-BE49-F238E27FC236}">
                <a16:creationId xmlns:a16="http://schemas.microsoft.com/office/drawing/2014/main" id="{F7E01CD3-0D4D-76D5-97F8-EE55F489F95F}"/>
              </a:ext>
            </a:extLst>
          </p:cNvPr>
          <p:cNvSpPr>
            <a:spLocks noChangeArrowheads="1"/>
          </p:cNvSpPr>
          <p:nvPr/>
        </p:nvSpPr>
        <p:spPr bwMode="auto">
          <a:xfrm>
            <a:off x="4015008" y="4803661"/>
            <a:ext cx="47196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buFont typeface="Wingdings" panose="05000000000000000000" pitchFamily="2" charset="2"/>
              <a:buChar char="l"/>
            </a:pPr>
            <a:r>
              <a:rPr kumimoji="0" lang="ja-JP" altLang="en-US" sz="2400" b="1">
                <a:solidFill>
                  <a:schemeClr val="bg1">
                    <a:lumMod val="65000"/>
                  </a:schemeClr>
                </a:solidFill>
                <a:latin typeface="+mn-ea"/>
              </a:rPr>
              <a:t>次のステップ</a:t>
            </a:r>
            <a:endParaRPr kumimoji="0" lang="zh-CN" altLang="en-US" sz="2400" b="1">
              <a:solidFill>
                <a:schemeClr val="bg1">
                  <a:lumMod val="65000"/>
                </a:schemeClr>
              </a:solidFill>
              <a:latin typeface="+mn-ea"/>
            </a:endParaRPr>
          </a:p>
        </p:txBody>
      </p:sp>
    </p:spTree>
    <p:extLst>
      <p:ext uri="{BB962C8B-B14F-4D97-AF65-F5344CB8AC3E}">
        <p14:creationId xmlns:p14="http://schemas.microsoft.com/office/powerpoint/2010/main" val="38230014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平行四辺形 6">
            <a:extLst>
              <a:ext uri="{FF2B5EF4-FFF2-40B4-BE49-F238E27FC236}">
                <a16:creationId xmlns:a16="http://schemas.microsoft.com/office/drawing/2014/main" id="{CBD35EA2-9E90-9CCF-8BDC-35B190ACA85D}"/>
              </a:ext>
            </a:extLst>
          </p:cNvPr>
          <p:cNvSpPr/>
          <p:nvPr/>
        </p:nvSpPr>
        <p:spPr>
          <a:xfrm rot="1884011">
            <a:off x="1758636" y="637325"/>
            <a:ext cx="8069415" cy="6233599"/>
          </a:xfrm>
          <a:custGeom>
            <a:avLst/>
            <a:gdLst>
              <a:gd name="csX0" fmla="*/ 0 w 8173866"/>
              <a:gd name="csY0" fmla="*/ 6233599 h 6233599"/>
              <a:gd name="csX1" fmla="*/ 3348128 w 8173866"/>
              <a:gd name="csY1" fmla="*/ 0 h 6233599"/>
              <a:gd name="csX2" fmla="*/ 8173866 w 8173866"/>
              <a:gd name="csY2" fmla="*/ 0 h 6233599"/>
              <a:gd name="csX3" fmla="*/ 4825738 w 8173866"/>
              <a:gd name="csY3" fmla="*/ 6233599 h 6233599"/>
              <a:gd name="csX4" fmla="*/ 0 w 8173866"/>
              <a:gd name="csY4" fmla="*/ 6233599 h 6233599"/>
              <a:gd name="csX0" fmla="*/ 0 w 8114013"/>
              <a:gd name="csY0" fmla="*/ 6248078 h 6248078"/>
              <a:gd name="csX1" fmla="*/ 3348128 w 8114013"/>
              <a:gd name="csY1" fmla="*/ 14479 h 6248078"/>
              <a:gd name="csX2" fmla="*/ 8114013 w 8114013"/>
              <a:gd name="csY2" fmla="*/ 0 h 6248078"/>
              <a:gd name="csX3" fmla="*/ 4825738 w 8114013"/>
              <a:gd name="csY3" fmla="*/ 6248078 h 6248078"/>
              <a:gd name="csX4" fmla="*/ 0 w 8114013"/>
              <a:gd name="csY4" fmla="*/ 6248078 h 6248078"/>
              <a:gd name="csX0" fmla="*/ 0 w 8069415"/>
              <a:gd name="csY0" fmla="*/ 6233599 h 6233599"/>
              <a:gd name="csX1" fmla="*/ 3348128 w 8069415"/>
              <a:gd name="csY1" fmla="*/ 0 h 6233599"/>
              <a:gd name="csX2" fmla="*/ 8069415 w 8069415"/>
              <a:gd name="csY2" fmla="*/ 12744 h 6233599"/>
              <a:gd name="csX3" fmla="*/ 4825738 w 8069415"/>
              <a:gd name="csY3" fmla="*/ 6233599 h 6233599"/>
              <a:gd name="csX4" fmla="*/ 0 w 8069415"/>
              <a:gd name="csY4" fmla="*/ 6233599 h 6233599"/>
            </a:gdLst>
            <a:ahLst/>
            <a:cxnLst>
              <a:cxn ang="0">
                <a:pos x="csX0" y="csY0"/>
              </a:cxn>
              <a:cxn ang="0">
                <a:pos x="csX1" y="csY1"/>
              </a:cxn>
              <a:cxn ang="0">
                <a:pos x="csX2" y="csY2"/>
              </a:cxn>
              <a:cxn ang="0">
                <a:pos x="csX3" y="csY3"/>
              </a:cxn>
              <a:cxn ang="0">
                <a:pos x="csX4" y="csY4"/>
              </a:cxn>
            </a:cxnLst>
            <a:rect l="l" t="t" r="r" b="b"/>
            <a:pathLst>
              <a:path w="8069415" h="6233599">
                <a:moveTo>
                  <a:pt x="0" y="6233599"/>
                </a:moveTo>
                <a:lnTo>
                  <a:pt x="3348128" y="0"/>
                </a:lnTo>
                <a:lnTo>
                  <a:pt x="8069415" y="12744"/>
                </a:lnTo>
                <a:lnTo>
                  <a:pt x="4825738" y="6233599"/>
                </a:lnTo>
                <a:lnTo>
                  <a:pt x="0" y="6233599"/>
                </a:lnTo>
                <a:close/>
              </a:path>
            </a:pathLst>
          </a:custGeom>
          <a:solidFill>
            <a:srgbClr val="002060">
              <a:alpha val="24000"/>
            </a:srgbClr>
          </a:solidFill>
          <a:ln w="12700">
            <a:solidFill>
              <a:schemeClr val="tx2"/>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a:latin typeface="Microsoft YaHei" panose="020B0503020204020204" pitchFamily="34" charset="-122"/>
              <a:ea typeface="Microsoft YaHei" panose="020B0503020204020204" pitchFamily="34" charset="-122"/>
            </a:endParaRPr>
          </a:p>
        </p:txBody>
      </p:sp>
      <p:sp>
        <p:nvSpPr>
          <p:cNvPr id="11" name="平行四辺形 10">
            <a:extLst>
              <a:ext uri="{FF2B5EF4-FFF2-40B4-BE49-F238E27FC236}">
                <a16:creationId xmlns:a16="http://schemas.microsoft.com/office/drawing/2014/main" id="{D88F7174-7A14-76F7-ADC1-D6D571CAE0E3}"/>
              </a:ext>
            </a:extLst>
          </p:cNvPr>
          <p:cNvSpPr/>
          <p:nvPr/>
        </p:nvSpPr>
        <p:spPr>
          <a:xfrm rot="1884011">
            <a:off x="3158421" y="5595743"/>
            <a:ext cx="2202350" cy="702914"/>
          </a:xfrm>
          <a:prstGeom prst="parallelogram">
            <a:avLst>
              <a:gd name="adj" fmla="val 53711"/>
            </a:avLst>
          </a:prstGeom>
          <a:solidFill>
            <a:srgbClr val="DEDEDE"/>
          </a:solidFill>
          <a:ln w="12700" cap="flat" cmpd="sng" algn="ctr">
            <a:noFill/>
            <a:prstDash val="solid"/>
            <a:miter lim="800000"/>
          </a:ln>
          <a:effectLst/>
        </p:spPr>
        <p:txBody>
          <a:bodyPr rtlCol="0" anchor="ctr"/>
          <a:lstStyle/>
          <a:p>
            <a:pPr algn="ctr" defTabSz="457200"/>
            <a:endParaRPr kumimoji="0" lang="ja-JP" altLang="en-US" kern="0">
              <a:solidFill>
                <a:srgbClr val="FFFFFF"/>
              </a:solidFill>
              <a:latin typeface="Microsoft YaHei" panose="020B0503020204020204" pitchFamily="34" charset="-122"/>
              <a:ea typeface="Microsoft YaHei" panose="020B0503020204020204" pitchFamily="34" charset="-122"/>
            </a:endParaRPr>
          </a:p>
        </p:txBody>
      </p:sp>
      <p:cxnSp>
        <p:nvCxnSpPr>
          <p:cNvPr id="265" name="直接连接符 41998">
            <a:extLst>
              <a:ext uri="{FF2B5EF4-FFF2-40B4-BE49-F238E27FC236}">
                <a16:creationId xmlns:a16="http://schemas.microsoft.com/office/drawing/2014/main" id="{D457F9FE-9B94-FE9E-1AFF-41D51D543830}"/>
              </a:ext>
            </a:extLst>
          </p:cNvPr>
          <p:cNvCxnSpPr>
            <a:cxnSpLocks/>
          </p:cNvCxnSpPr>
          <p:nvPr/>
        </p:nvCxnSpPr>
        <p:spPr>
          <a:xfrm>
            <a:off x="3408078" y="4817946"/>
            <a:ext cx="393700" cy="241300"/>
          </a:xfrm>
          <a:prstGeom prst="line">
            <a:avLst/>
          </a:prstGeom>
          <a:noFill/>
          <a:ln w="6350" cap="flat" cmpd="sng" algn="ctr">
            <a:solidFill>
              <a:srgbClr val="13D4C8"/>
            </a:solidFill>
            <a:prstDash val="solid"/>
            <a:miter lim="800000"/>
          </a:ln>
          <a:effectLst/>
        </p:spPr>
      </p:cxnSp>
      <p:cxnSp>
        <p:nvCxnSpPr>
          <p:cNvPr id="266" name="直接连接符 252">
            <a:extLst>
              <a:ext uri="{FF2B5EF4-FFF2-40B4-BE49-F238E27FC236}">
                <a16:creationId xmlns:a16="http://schemas.microsoft.com/office/drawing/2014/main" id="{5426C578-41D8-5795-F881-918EC7F99559}"/>
              </a:ext>
            </a:extLst>
          </p:cNvPr>
          <p:cNvCxnSpPr>
            <a:cxnSpLocks/>
          </p:cNvCxnSpPr>
          <p:nvPr/>
        </p:nvCxnSpPr>
        <p:spPr>
          <a:xfrm>
            <a:off x="5440078" y="3579696"/>
            <a:ext cx="437694" cy="264747"/>
          </a:xfrm>
          <a:prstGeom prst="line">
            <a:avLst/>
          </a:prstGeom>
          <a:noFill/>
          <a:ln w="6350" cap="flat" cmpd="sng" algn="ctr">
            <a:solidFill>
              <a:srgbClr val="13D4C8"/>
            </a:solidFill>
            <a:prstDash val="solid"/>
            <a:miter lim="800000"/>
          </a:ln>
          <a:effectLst/>
        </p:spPr>
      </p:cxnSp>
      <p:cxnSp>
        <p:nvCxnSpPr>
          <p:cNvPr id="272" name="直接连接符 276">
            <a:extLst>
              <a:ext uri="{FF2B5EF4-FFF2-40B4-BE49-F238E27FC236}">
                <a16:creationId xmlns:a16="http://schemas.microsoft.com/office/drawing/2014/main" id="{DCEC5DC1-9D2B-A5FB-ADC4-37EE04358142}"/>
              </a:ext>
            </a:extLst>
          </p:cNvPr>
          <p:cNvCxnSpPr>
            <a:cxnSpLocks/>
          </p:cNvCxnSpPr>
          <p:nvPr/>
        </p:nvCxnSpPr>
        <p:spPr>
          <a:xfrm flipV="1">
            <a:off x="8363639" y="3963903"/>
            <a:ext cx="196129" cy="122001"/>
          </a:xfrm>
          <a:prstGeom prst="line">
            <a:avLst/>
          </a:prstGeom>
          <a:noFill/>
          <a:ln w="6350" cap="flat" cmpd="sng" algn="ctr">
            <a:solidFill>
              <a:srgbClr val="13D4C8"/>
            </a:solidFill>
            <a:prstDash val="solid"/>
            <a:miter lim="800000"/>
          </a:ln>
          <a:effectLst/>
        </p:spPr>
      </p:cxnSp>
      <p:cxnSp>
        <p:nvCxnSpPr>
          <p:cNvPr id="275" name="直接连接符 285">
            <a:extLst>
              <a:ext uri="{FF2B5EF4-FFF2-40B4-BE49-F238E27FC236}">
                <a16:creationId xmlns:a16="http://schemas.microsoft.com/office/drawing/2014/main" id="{95A157B1-9187-4441-A3EF-CDFA4F89C58C}"/>
              </a:ext>
            </a:extLst>
          </p:cNvPr>
          <p:cNvCxnSpPr>
            <a:cxnSpLocks/>
          </p:cNvCxnSpPr>
          <p:nvPr/>
        </p:nvCxnSpPr>
        <p:spPr>
          <a:xfrm flipV="1">
            <a:off x="6084130" y="2567087"/>
            <a:ext cx="187200" cy="115200"/>
          </a:xfrm>
          <a:prstGeom prst="line">
            <a:avLst/>
          </a:prstGeom>
          <a:noFill/>
          <a:ln w="6350" cap="flat" cmpd="sng" algn="ctr">
            <a:solidFill>
              <a:srgbClr val="13D4C8"/>
            </a:solidFill>
            <a:prstDash val="solid"/>
            <a:miter lim="800000"/>
          </a:ln>
          <a:effectLst/>
        </p:spPr>
      </p:cxnSp>
      <p:cxnSp>
        <p:nvCxnSpPr>
          <p:cNvPr id="278" name="直接连接符 288">
            <a:extLst>
              <a:ext uri="{FF2B5EF4-FFF2-40B4-BE49-F238E27FC236}">
                <a16:creationId xmlns:a16="http://schemas.microsoft.com/office/drawing/2014/main" id="{CE19C757-14D8-00A4-5644-2521322D58B3}"/>
              </a:ext>
            </a:extLst>
          </p:cNvPr>
          <p:cNvCxnSpPr>
            <a:cxnSpLocks/>
          </p:cNvCxnSpPr>
          <p:nvPr/>
        </p:nvCxnSpPr>
        <p:spPr>
          <a:xfrm>
            <a:off x="7157625" y="5186964"/>
            <a:ext cx="476378" cy="265982"/>
          </a:xfrm>
          <a:prstGeom prst="line">
            <a:avLst/>
          </a:prstGeom>
          <a:noFill/>
          <a:ln w="6350" cap="flat" cmpd="sng" algn="ctr">
            <a:solidFill>
              <a:srgbClr val="13D4C8"/>
            </a:solidFill>
            <a:prstDash val="solid"/>
            <a:miter lim="800000"/>
          </a:ln>
          <a:effectLst/>
        </p:spPr>
      </p:cxnSp>
      <p:cxnSp>
        <p:nvCxnSpPr>
          <p:cNvPr id="327" name="直接连接符 345">
            <a:extLst>
              <a:ext uri="{FF2B5EF4-FFF2-40B4-BE49-F238E27FC236}">
                <a16:creationId xmlns:a16="http://schemas.microsoft.com/office/drawing/2014/main" id="{39DE8C7F-436D-7829-0452-76AF8359E282}"/>
              </a:ext>
            </a:extLst>
          </p:cNvPr>
          <p:cNvCxnSpPr>
            <a:cxnSpLocks/>
          </p:cNvCxnSpPr>
          <p:nvPr/>
        </p:nvCxnSpPr>
        <p:spPr>
          <a:xfrm>
            <a:off x="7374848" y="5071313"/>
            <a:ext cx="288000" cy="180000"/>
          </a:xfrm>
          <a:prstGeom prst="line">
            <a:avLst/>
          </a:prstGeom>
          <a:noFill/>
          <a:ln w="6350" cap="flat" cmpd="sng" algn="ctr">
            <a:solidFill>
              <a:srgbClr val="13D4C8"/>
            </a:solidFill>
            <a:prstDash val="solid"/>
            <a:miter lim="800000"/>
          </a:ln>
          <a:effectLst/>
        </p:spPr>
      </p:cxnSp>
      <p:cxnSp>
        <p:nvCxnSpPr>
          <p:cNvPr id="219" name="直接连接符 282">
            <a:extLst>
              <a:ext uri="{FF2B5EF4-FFF2-40B4-BE49-F238E27FC236}">
                <a16:creationId xmlns:a16="http://schemas.microsoft.com/office/drawing/2014/main" id="{DBB96DB3-4A3C-8736-CD83-92493DCA329D}"/>
              </a:ext>
            </a:extLst>
          </p:cNvPr>
          <p:cNvCxnSpPr>
            <a:cxnSpLocks/>
          </p:cNvCxnSpPr>
          <p:nvPr/>
        </p:nvCxnSpPr>
        <p:spPr>
          <a:xfrm flipV="1">
            <a:off x="7612653" y="3823121"/>
            <a:ext cx="337424" cy="228645"/>
          </a:xfrm>
          <a:prstGeom prst="line">
            <a:avLst/>
          </a:prstGeom>
          <a:noFill/>
          <a:ln w="6350" cap="flat" cmpd="sng" algn="ctr">
            <a:solidFill>
              <a:srgbClr val="13D4C8"/>
            </a:solidFill>
            <a:prstDash val="solid"/>
            <a:miter lim="800000"/>
          </a:ln>
          <a:effectLst/>
        </p:spPr>
      </p:cxnSp>
      <p:cxnSp>
        <p:nvCxnSpPr>
          <p:cNvPr id="273" name="直接连接符 279">
            <a:extLst>
              <a:ext uri="{FF2B5EF4-FFF2-40B4-BE49-F238E27FC236}">
                <a16:creationId xmlns:a16="http://schemas.microsoft.com/office/drawing/2014/main" id="{E867DB9A-1C43-D49B-0239-B5364C5189DD}"/>
              </a:ext>
            </a:extLst>
          </p:cNvPr>
          <p:cNvCxnSpPr>
            <a:cxnSpLocks/>
          </p:cNvCxnSpPr>
          <p:nvPr/>
        </p:nvCxnSpPr>
        <p:spPr>
          <a:xfrm flipV="1">
            <a:off x="7383952" y="3673720"/>
            <a:ext cx="337424" cy="228645"/>
          </a:xfrm>
          <a:prstGeom prst="line">
            <a:avLst/>
          </a:prstGeom>
          <a:noFill/>
          <a:ln w="6350" cap="flat" cmpd="sng" algn="ctr">
            <a:solidFill>
              <a:srgbClr val="13D4C8"/>
            </a:solidFill>
            <a:prstDash val="solid"/>
            <a:miter lim="800000"/>
          </a:ln>
          <a:effectLst/>
        </p:spPr>
      </p:cxnSp>
      <p:sp>
        <p:nvSpPr>
          <p:cNvPr id="17" name="平行四辺形 16">
            <a:extLst>
              <a:ext uri="{FF2B5EF4-FFF2-40B4-BE49-F238E27FC236}">
                <a16:creationId xmlns:a16="http://schemas.microsoft.com/office/drawing/2014/main" id="{BB23EE82-CACD-D5C4-AF15-2BA100A9D012}"/>
              </a:ext>
            </a:extLst>
          </p:cNvPr>
          <p:cNvSpPr/>
          <p:nvPr/>
        </p:nvSpPr>
        <p:spPr>
          <a:xfrm rot="1884011">
            <a:off x="5318923" y="1099693"/>
            <a:ext cx="2911220" cy="1635340"/>
          </a:xfrm>
          <a:prstGeom prst="parallelogram">
            <a:avLst>
              <a:gd name="adj" fmla="val 53711"/>
            </a:avLst>
          </a:prstGeom>
          <a:solidFill>
            <a:srgbClr val="DEDEDE"/>
          </a:solidFill>
          <a:ln w="12700" cap="flat" cmpd="sng" algn="ctr">
            <a:noFill/>
            <a:prstDash val="solid"/>
            <a:miter lim="800000"/>
          </a:ln>
          <a:effectLst/>
        </p:spPr>
        <p:txBody>
          <a:bodyPr rtlCol="0" anchor="ctr"/>
          <a:lstStyle/>
          <a:p>
            <a:pPr algn="ctr" defTabSz="457200"/>
            <a:endParaRPr kumimoji="0" lang="ja-JP" altLang="en-US" kern="0">
              <a:solidFill>
                <a:srgbClr val="FFFFFF"/>
              </a:solidFill>
              <a:latin typeface="Microsoft YaHei" panose="020B0503020204020204" pitchFamily="34" charset="-122"/>
              <a:ea typeface="Microsoft YaHei" panose="020B0503020204020204" pitchFamily="34" charset="-122"/>
            </a:endParaRPr>
          </a:p>
        </p:txBody>
      </p:sp>
      <p:sp>
        <p:nvSpPr>
          <p:cNvPr id="16" name="平行四辺形 15">
            <a:extLst>
              <a:ext uri="{FF2B5EF4-FFF2-40B4-BE49-F238E27FC236}">
                <a16:creationId xmlns:a16="http://schemas.microsoft.com/office/drawing/2014/main" id="{5A1EE392-893C-6A91-9A27-079E2D2635E6}"/>
              </a:ext>
            </a:extLst>
          </p:cNvPr>
          <p:cNvSpPr/>
          <p:nvPr/>
        </p:nvSpPr>
        <p:spPr>
          <a:xfrm rot="1884011">
            <a:off x="7343578" y="2355516"/>
            <a:ext cx="2911220" cy="1635340"/>
          </a:xfrm>
          <a:prstGeom prst="parallelogram">
            <a:avLst>
              <a:gd name="adj" fmla="val 53711"/>
            </a:avLst>
          </a:prstGeom>
          <a:solidFill>
            <a:srgbClr val="DEDEDE"/>
          </a:solidFill>
          <a:ln w="12700" cap="flat" cmpd="sng" algn="ctr">
            <a:noFill/>
            <a:prstDash val="solid"/>
            <a:miter lim="800000"/>
          </a:ln>
          <a:effectLst/>
        </p:spPr>
        <p:txBody>
          <a:bodyPr rtlCol="0" anchor="ctr"/>
          <a:lstStyle/>
          <a:p>
            <a:pPr algn="ctr" defTabSz="457200"/>
            <a:endParaRPr kumimoji="0" lang="ja-JP" altLang="en-US" kern="0">
              <a:solidFill>
                <a:srgbClr val="FFFFFF"/>
              </a:solidFill>
              <a:latin typeface="Microsoft YaHei" panose="020B0503020204020204" pitchFamily="34" charset="-122"/>
              <a:ea typeface="Microsoft YaHei" panose="020B0503020204020204" pitchFamily="34" charset="-122"/>
            </a:endParaRPr>
          </a:p>
        </p:txBody>
      </p:sp>
      <p:sp>
        <p:nvSpPr>
          <p:cNvPr id="12" name="平行四辺形 11">
            <a:extLst>
              <a:ext uri="{FF2B5EF4-FFF2-40B4-BE49-F238E27FC236}">
                <a16:creationId xmlns:a16="http://schemas.microsoft.com/office/drawing/2014/main" id="{99D54CE5-A9BF-5AA6-5BD9-C5308C285355}"/>
              </a:ext>
            </a:extLst>
          </p:cNvPr>
          <p:cNvSpPr/>
          <p:nvPr/>
        </p:nvSpPr>
        <p:spPr>
          <a:xfrm rot="1884011">
            <a:off x="3104353" y="2201612"/>
            <a:ext cx="2911220" cy="1901833"/>
          </a:xfrm>
          <a:prstGeom prst="parallelogram">
            <a:avLst>
              <a:gd name="adj" fmla="val 53711"/>
            </a:avLst>
          </a:prstGeom>
          <a:solidFill>
            <a:srgbClr val="DEDEDE"/>
          </a:solidFill>
          <a:ln w="12700" cap="flat" cmpd="sng" algn="ctr">
            <a:noFill/>
            <a:prstDash val="solid"/>
            <a:miter lim="800000"/>
          </a:ln>
          <a:effectLst/>
        </p:spPr>
        <p:txBody>
          <a:bodyPr rtlCol="0" anchor="ctr"/>
          <a:lstStyle/>
          <a:p>
            <a:pPr algn="ctr" defTabSz="457200"/>
            <a:endParaRPr kumimoji="0" lang="ja-JP" altLang="en-US" kern="0">
              <a:solidFill>
                <a:srgbClr val="FFFFFF"/>
              </a:solidFill>
              <a:latin typeface="Microsoft YaHei" panose="020B0503020204020204" pitchFamily="34" charset="-122"/>
              <a:ea typeface="Microsoft YaHei" panose="020B0503020204020204" pitchFamily="34" charset="-122"/>
            </a:endParaRPr>
          </a:p>
        </p:txBody>
      </p:sp>
      <p:sp>
        <p:nvSpPr>
          <p:cNvPr id="10" name="平行四辺形 9">
            <a:extLst>
              <a:ext uri="{FF2B5EF4-FFF2-40B4-BE49-F238E27FC236}">
                <a16:creationId xmlns:a16="http://schemas.microsoft.com/office/drawing/2014/main" id="{461B0BE8-0741-9255-98BD-019C26B53306}"/>
              </a:ext>
            </a:extLst>
          </p:cNvPr>
          <p:cNvSpPr/>
          <p:nvPr/>
        </p:nvSpPr>
        <p:spPr>
          <a:xfrm rot="1884011">
            <a:off x="1236157" y="3464287"/>
            <a:ext cx="2843887" cy="1684227"/>
          </a:xfrm>
          <a:prstGeom prst="parallelogram">
            <a:avLst>
              <a:gd name="adj" fmla="val 53711"/>
            </a:avLst>
          </a:prstGeom>
          <a:solidFill>
            <a:srgbClr val="DEDEDE"/>
          </a:solidFill>
          <a:ln w="12700" cap="flat" cmpd="sng" algn="ctr">
            <a:noFill/>
            <a:prstDash val="solid"/>
            <a:miter lim="800000"/>
          </a:ln>
          <a:effectLst/>
        </p:spPr>
        <p:txBody>
          <a:bodyPr rtlCol="0" anchor="ctr"/>
          <a:lstStyle/>
          <a:p>
            <a:pPr algn="ctr" defTabSz="457200"/>
            <a:endParaRPr kumimoji="0" lang="ja-JP" altLang="en-US" kern="0">
              <a:solidFill>
                <a:srgbClr val="FFFFFF"/>
              </a:solidFill>
              <a:latin typeface="Microsoft YaHei" panose="020B0503020204020204" pitchFamily="34" charset="-122"/>
              <a:ea typeface="Microsoft YaHei" panose="020B0503020204020204" pitchFamily="34" charset="-122"/>
            </a:endParaRPr>
          </a:p>
        </p:txBody>
      </p:sp>
      <p:sp>
        <p:nvSpPr>
          <p:cNvPr id="9" name="平行四辺形 8">
            <a:extLst>
              <a:ext uri="{FF2B5EF4-FFF2-40B4-BE49-F238E27FC236}">
                <a16:creationId xmlns:a16="http://schemas.microsoft.com/office/drawing/2014/main" id="{29B4A1C6-4D7E-3A1C-92A4-7A8188C31CB4}"/>
              </a:ext>
            </a:extLst>
          </p:cNvPr>
          <p:cNvSpPr/>
          <p:nvPr/>
        </p:nvSpPr>
        <p:spPr>
          <a:xfrm rot="1884011">
            <a:off x="4425460" y="3264125"/>
            <a:ext cx="3475465" cy="3088713"/>
          </a:xfrm>
          <a:prstGeom prst="parallelogram">
            <a:avLst>
              <a:gd name="adj" fmla="val 53711"/>
            </a:avLst>
          </a:prstGeom>
          <a:solidFill>
            <a:srgbClr val="DEDEDE"/>
          </a:solidFill>
          <a:ln w="12700" cap="flat" cmpd="sng" algn="ctr">
            <a:noFill/>
            <a:prstDash val="solid"/>
            <a:miter lim="800000"/>
          </a:ln>
          <a:effectLst/>
        </p:spPr>
        <p:txBody>
          <a:bodyPr rtlCol="0" anchor="ctr"/>
          <a:lstStyle/>
          <a:p>
            <a:pPr algn="ctr" defTabSz="457200"/>
            <a:endParaRPr kumimoji="0" lang="ja-JP" altLang="en-US" kern="0">
              <a:solidFill>
                <a:srgbClr val="FFFFFF"/>
              </a:solidFill>
              <a:latin typeface="Microsoft YaHei" panose="020B0503020204020204" pitchFamily="34" charset="-122"/>
              <a:ea typeface="Microsoft YaHei" panose="020B0503020204020204" pitchFamily="34" charset="-122"/>
            </a:endParaRPr>
          </a:p>
        </p:txBody>
      </p:sp>
      <p:sp>
        <p:nvSpPr>
          <p:cNvPr id="2" name="タイトル 1">
            <a:extLst>
              <a:ext uri="{FF2B5EF4-FFF2-40B4-BE49-F238E27FC236}">
                <a16:creationId xmlns:a16="http://schemas.microsoft.com/office/drawing/2014/main" id="{3288A4A3-7D32-339D-AC42-2F3D966681AD}"/>
              </a:ext>
            </a:extLst>
          </p:cNvPr>
          <p:cNvSpPr>
            <a:spLocks noGrp="1"/>
          </p:cNvSpPr>
          <p:nvPr>
            <p:ph type="title"/>
          </p:nvPr>
        </p:nvSpPr>
        <p:spPr>
          <a:xfrm>
            <a:off x="432888" y="38338"/>
            <a:ext cx="11493500" cy="626683"/>
          </a:xfrm>
        </p:spPr>
        <p:txBody>
          <a:bodyPr/>
          <a:lstStyle/>
          <a:p>
            <a:r>
              <a:rPr lang="ja-JP" altLang="en-US" dirty="0"/>
              <a:t>ネットワーク・制御システム・保守維持システムの確認</a:t>
            </a:r>
            <a:br>
              <a:rPr lang="en-US" altLang="ja-JP" dirty="0"/>
            </a:br>
            <a:r>
              <a:rPr lang="en-US" altLang="ja-JP" dirty="0"/>
              <a:t>Confirm the status</a:t>
            </a:r>
            <a:endParaRPr lang="ja-JP" altLang="en-US" dirty="0"/>
          </a:p>
        </p:txBody>
      </p:sp>
      <p:cxnSp>
        <p:nvCxnSpPr>
          <p:cNvPr id="226" name="直接连接符 86">
            <a:extLst>
              <a:ext uri="{FF2B5EF4-FFF2-40B4-BE49-F238E27FC236}">
                <a16:creationId xmlns:a16="http://schemas.microsoft.com/office/drawing/2014/main" id="{D24DE0DD-7489-66FF-9F34-CD5D25A593CA}"/>
              </a:ext>
            </a:extLst>
          </p:cNvPr>
          <p:cNvCxnSpPr>
            <a:cxnSpLocks/>
          </p:cNvCxnSpPr>
          <p:nvPr/>
        </p:nvCxnSpPr>
        <p:spPr>
          <a:xfrm>
            <a:off x="1785996" y="4376045"/>
            <a:ext cx="610604" cy="407143"/>
          </a:xfrm>
          <a:prstGeom prst="line">
            <a:avLst/>
          </a:prstGeom>
          <a:noFill/>
          <a:ln w="6350" cap="flat" cmpd="sng" algn="ctr">
            <a:solidFill>
              <a:srgbClr val="FFFFFF">
                <a:lumMod val="50000"/>
              </a:srgbClr>
            </a:solidFill>
            <a:prstDash val="solid"/>
            <a:miter lim="800000"/>
          </a:ln>
          <a:effectLst/>
        </p:spPr>
      </p:cxnSp>
      <p:cxnSp>
        <p:nvCxnSpPr>
          <p:cNvPr id="227" name="直接连接符 89">
            <a:extLst>
              <a:ext uri="{FF2B5EF4-FFF2-40B4-BE49-F238E27FC236}">
                <a16:creationId xmlns:a16="http://schemas.microsoft.com/office/drawing/2014/main" id="{FCC354CA-39C9-EFB7-9D2D-E3918BCCBDCA}"/>
              </a:ext>
            </a:extLst>
          </p:cNvPr>
          <p:cNvCxnSpPr>
            <a:cxnSpLocks/>
          </p:cNvCxnSpPr>
          <p:nvPr/>
        </p:nvCxnSpPr>
        <p:spPr>
          <a:xfrm>
            <a:off x="2281485" y="4106164"/>
            <a:ext cx="228197" cy="172707"/>
          </a:xfrm>
          <a:prstGeom prst="line">
            <a:avLst/>
          </a:prstGeom>
          <a:noFill/>
          <a:ln w="6350" cap="flat" cmpd="sng" algn="ctr">
            <a:solidFill>
              <a:srgbClr val="FFFFFF">
                <a:lumMod val="50000"/>
              </a:srgbClr>
            </a:solidFill>
            <a:prstDash val="solid"/>
            <a:miter lim="800000"/>
          </a:ln>
          <a:effectLst/>
        </p:spPr>
      </p:cxnSp>
      <p:cxnSp>
        <p:nvCxnSpPr>
          <p:cNvPr id="228" name="直接连接符 90">
            <a:extLst>
              <a:ext uri="{FF2B5EF4-FFF2-40B4-BE49-F238E27FC236}">
                <a16:creationId xmlns:a16="http://schemas.microsoft.com/office/drawing/2014/main" id="{5BAF98E5-D52D-040C-EEF0-EDD7E7F08203}"/>
              </a:ext>
            </a:extLst>
          </p:cNvPr>
          <p:cNvCxnSpPr>
            <a:cxnSpLocks/>
          </p:cNvCxnSpPr>
          <p:nvPr/>
        </p:nvCxnSpPr>
        <p:spPr>
          <a:xfrm>
            <a:off x="2741493" y="3797568"/>
            <a:ext cx="607488" cy="397950"/>
          </a:xfrm>
          <a:prstGeom prst="line">
            <a:avLst/>
          </a:prstGeom>
          <a:noFill/>
          <a:ln w="6350" cap="flat" cmpd="sng" algn="ctr">
            <a:solidFill>
              <a:srgbClr val="FFFFFF">
                <a:lumMod val="50000"/>
              </a:srgbClr>
            </a:solidFill>
            <a:prstDash val="solid"/>
            <a:miter lim="800000"/>
          </a:ln>
          <a:effectLst/>
        </p:spPr>
      </p:cxnSp>
      <p:cxnSp>
        <p:nvCxnSpPr>
          <p:cNvPr id="229" name="直接连接符 91">
            <a:extLst>
              <a:ext uri="{FF2B5EF4-FFF2-40B4-BE49-F238E27FC236}">
                <a16:creationId xmlns:a16="http://schemas.microsoft.com/office/drawing/2014/main" id="{C5471CCF-9F5F-38C8-0745-E8E4834E7162}"/>
              </a:ext>
            </a:extLst>
          </p:cNvPr>
          <p:cNvCxnSpPr/>
          <p:nvPr/>
        </p:nvCxnSpPr>
        <p:spPr>
          <a:xfrm flipV="1">
            <a:off x="2395635" y="4193237"/>
            <a:ext cx="954356" cy="586639"/>
          </a:xfrm>
          <a:prstGeom prst="line">
            <a:avLst/>
          </a:prstGeom>
          <a:noFill/>
          <a:ln w="6350" cap="flat" cmpd="sng" algn="ctr">
            <a:solidFill>
              <a:srgbClr val="FFFFFF">
                <a:lumMod val="50000"/>
              </a:srgbClr>
            </a:solidFill>
            <a:prstDash val="solid"/>
            <a:miter lim="800000"/>
          </a:ln>
          <a:effectLst/>
        </p:spPr>
      </p:cxnSp>
      <p:cxnSp>
        <p:nvCxnSpPr>
          <p:cNvPr id="230" name="直接连接符 96">
            <a:extLst>
              <a:ext uri="{FF2B5EF4-FFF2-40B4-BE49-F238E27FC236}">
                <a16:creationId xmlns:a16="http://schemas.microsoft.com/office/drawing/2014/main" id="{564BCD9A-B514-CD8F-82E4-9D492D696873}"/>
              </a:ext>
            </a:extLst>
          </p:cNvPr>
          <p:cNvCxnSpPr>
            <a:cxnSpLocks/>
          </p:cNvCxnSpPr>
          <p:nvPr/>
        </p:nvCxnSpPr>
        <p:spPr>
          <a:xfrm>
            <a:off x="3083879" y="4359942"/>
            <a:ext cx="252000" cy="180000"/>
          </a:xfrm>
          <a:prstGeom prst="line">
            <a:avLst/>
          </a:prstGeom>
          <a:noFill/>
          <a:ln w="6350" cap="flat" cmpd="sng" algn="ctr">
            <a:solidFill>
              <a:srgbClr val="FFFFFF">
                <a:lumMod val="50000"/>
              </a:srgbClr>
            </a:solidFill>
            <a:prstDash val="solid"/>
            <a:miter lim="800000"/>
          </a:ln>
          <a:effectLst/>
        </p:spPr>
      </p:cxnSp>
      <p:cxnSp>
        <p:nvCxnSpPr>
          <p:cNvPr id="232" name="直接连接符 105">
            <a:extLst>
              <a:ext uri="{FF2B5EF4-FFF2-40B4-BE49-F238E27FC236}">
                <a16:creationId xmlns:a16="http://schemas.microsoft.com/office/drawing/2014/main" id="{F64F953C-DECD-777E-745A-B0CDC264DFD5}"/>
              </a:ext>
            </a:extLst>
          </p:cNvPr>
          <p:cNvCxnSpPr>
            <a:cxnSpLocks/>
          </p:cNvCxnSpPr>
          <p:nvPr/>
        </p:nvCxnSpPr>
        <p:spPr>
          <a:xfrm flipV="1">
            <a:off x="2207751" y="4274611"/>
            <a:ext cx="301931" cy="186166"/>
          </a:xfrm>
          <a:prstGeom prst="line">
            <a:avLst/>
          </a:prstGeom>
          <a:noFill/>
          <a:ln w="6350" cap="flat" cmpd="sng" algn="ctr">
            <a:solidFill>
              <a:srgbClr val="FFFFFF">
                <a:lumMod val="50000"/>
              </a:srgbClr>
            </a:solidFill>
            <a:prstDash val="solid"/>
            <a:miter lim="800000"/>
          </a:ln>
          <a:effectLst/>
        </p:spPr>
      </p:cxnSp>
      <p:pic>
        <p:nvPicPr>
          <p:cNvPr id="233" name="图片 80">
            <a:extLst>
              <a:ext uri="{FF2B5EF4-FFF2-40B4-BE49-F238E27FC236}">
                <a16:creationId xmlns:a16="http://schemas.microsoft.com/office/drawing/2014/main" id="{DDD88740-129F-F4D9-E584-94125138A07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5108" t="18567" r="89924" b="75133"/>
          <a:stretch>
            <a:fillRect/>
          </a:stretch>
        </p:blipFill>
        <p:spPr bwMode="auto">
          <a:xfrm>
            <a:off x="1513774" y="4098158"/>
            <a:ext cx="442912" cy="414338"/>
          </a:xfrm>
          <a:custGeom>
            <a:avLst/>
            <a:gdLst>
              <a:gd name="connsiteX0" fmla="*/ 338137 w 442912"/>
              <a:gd name="connsiteY0" fmla="*/ 0 h 414338"/>
              <a:gd name="connsiteX1" fmla="*/ 423862 w 442912"/>
              <a:gd name="connsiteY1" fmla="*/ 52388 h 414338"/>
              <a:gd name="connsiteX2" fmla="*/ 442912 w 442912"/>
              <a:gd name="connsiteY2" fmla="*/ 233363 h 414338"/>
              <a:gd name="connsiteX3" fmla="*/ 109537 w 442912"/>
              <a:gd name="connsiteY3" fmla="*/ 414338 h 414338"/>
              <a:gd name="connsiteX4" fmla="*/ 0 w 442912"/>
              <a:gd name="connsiteY4" fmla="*/ 342900 h 414338"/>
              <a:gd name="connsiteX5" fmla="*/ 4762 w 442912"/>
              <a:gd name="connsiteY5" fmla="*/ 180975 h 414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42912" h="414338">
                <a:moveTo>
                  <a:pt x="338137" y="0"/>
                </a:moveTo>
                <a:lnTo>
                  <a:pt x="423862" y="52388"/>
                </a:lnTo>
                <a:lnTo>
                  <a:pt x="442912" y="233363"/>
                </a:lnTo>
                <a:lnTo>
                  <a:pt x="109537" y="414338"/>
                </a:lnTo>
                <a:lnTo>
                  <a:pt x="0" y="342900"/>
                </a:lnTo>
                <a:lnTo>
                  <a:pt x="4762" y="180975"/>
                </a:lnTo>
                <a:close/>
              </a:path>
            </a:pathLst>
          </a:custGeom>
          <a:noFill/>
          <a:extLst>
            <a:ext uri="{909E8E84-426E-40DD-AFC4-6F175D3DCCD1}">
              <a14:hiddenFill xmlns:a14="http://schemas.microsoft.com/office/drawing/2010/main">
                <a:solidFill>
                  <a:srgbClr val="FFFFFF"/>
                </a:solidFill>
              </a14:hiddenFill>
            </a:ext>
          </a:extLst>
        </p:spPr>
      </p:pic>
      <p:pic>
        <p:nvPicPr>
          <p:cNvPr id="234" name="图片 81">
            <a:extLst>
              <a:ext uri="{FF2B5EF4-FFF2-40B4-BE49-F238E27FC236}">
                <a16:creationId xmlns:a16="http://schemas.microsoft.com/office/drawing/2014/main" id="{2A8CB480-4CF9-AEF6-91CA-B63BD67513E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5108" t="18567" r="89924" b="75133"/>
          <a:stretch>
            <a:fillRect/>
          </a:stretch>
        </p:blipFill>
        <p:spPr bwMode="auto">
          <a:xfrm>
            <a:off x="1984268" y="3814503"/>
            <a:ext cx="442912" cy="414338"/>
          </a:xfrm>
          <a:custGeom>
            <a:avLst/>
            <a:gdLst>
              <a:gd name="connsiteX0" fmla="*/ 338137 w 442912"/>
              <a:gd name="connsiteY0" fmla="*/ 0 h 414338"/>
              <a:gd name="connsiteX1" fmla="*/ 423862 w 442912"/>
              <a:gd name="connsiteY1" fmla="*/ 52388 h 414338"/>
              <a:gd name="connsiteX2" fmla="*/ 442912 w 442912"/>
              <a:gd name="connsiteY2" fmla="*/ 233363 h 414338"/>
              <a:gd name="connsiteX3" fmla="*/ 109537 w 442912"/>
              <a:gd name="connsiteY3" fmla="*/ 414338 h 414338"/>
              <a:gd name="connsiteX4" fmla="*/ 0 w 442912"/>
              <a:gd name="connsiteY4" fmla="*/ 342900 h 414338"/>
              <a:gd name="connsiteX5" fmla="*/ 4762 w 442912"/>
              <a:gd name="connsiteY5" fmla="*/ 180975 h 414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42912" h="414338">
                <a:moveTo>
                  <a:pt x="338137" y="0"/>
                </a:moveTo>
                <a:lnTo>
                  <a:pt x="423862" y="52388"/>
                </a:lnTo>
                <a:lnTo>
                  <a:pt x="442912" y="233363"/>
                </a:lnTo>
                <a:lnTo>
                  <a:pt x="109537" y="414338"/>
                </a:lnTo>
                <a:lnTo>
                  <a:pt x="0" y="342900"/>
                </a:lnTo>
                <a:lnTo>
                  <a:pt x="4762" y="180975"/>
                </a:lnTo>
                <a:close/>
              </a:path>
            </a:pathLst>
          </a:custGeom>
          <a:noFill/>
          <a:extLst>
            <a:ext uri="{909E8E84-426E-40DD-AFC4-6F175D3DCCD1}">
              <a14:hiddenFill xmlns:a14="http://schemas.microsoft.com/office/drawing/2010/main">
                <a:solidFill>
                  <a:srgbClr val="FFFFFF"/>
                </a:solidFill>
              </a14:hiddenFill>
            </a:ext>
          </a:extLst>
        </p:spPr>
      </p:pic>
      <p:pic>
        <p:nvPicPr>
          <p:cNvPr id="235" name="图片 82">
            <a:extLst>
              <a:ext uri="{FF2B5EF4-FFF2-40B4-BE49-F238E27FC236}">
                <a16:creationId xmlns:a16="http://schemas.microsoft.com/office/drawing/2014/main" id="{29046B17-C770-30B5-F435-E21C0417DCA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5108" t="18567" r="89924" b="75133"/>
          <a:stretch>
            <a:fillRect/>
          </a:stretch>
        </p:blipFill>
        <p:spPr bwMode="auto">
          <a:xfrm>
            <a:off x="2467785" y="3513336"/>
            <a:ext cx="442912" cy="414338"/>
          </a:xfrm>
          <a:custGeom>
            <a:avLst/>
            <a:gdLst>
              <a:gd name="connsiteX0" fmla="*/ 338137 w 442912"/>
              <a:gd name="connsiteY0" fmla="*/ 0 h 414338"/>
              <a:gd name="connsiteX1" fmla="*/ 423862 w 442912"/>
              <a:gd name="connsiteY1" fmla="*/ 52388 h 414338"/>
              <a:gd name="connsiteX2" fmla="*/ 442912 w 442912"/>
              <a:gd name="connsiteY2" fmla="*/ 233363 h 414338"/>
              <a:gd name="connsiteX3" fmla="*/ 109537 w 442912"/>
              <a:gd name="connsiteY3" fmla="*/ 414338 h 414338"/>
              <a:gd name="connsiteX4" fmla="*/ 0 w 442912"/>
              <a:gd name="connsiteY4" fmla="*/ 342900 h 414338"/>
              <a:gd name="connsiteX5" fmla="*/ 4762 w 442912"/>
              <a:gd name="connsiteY5" fmla="*/ 180975 h 414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42912" h="414338">
                <a:moveTo>
                  <a:pt x="338137" y="0"/>
                </a:moveTo>
                <a:lnTo>
                  <a:pt x="423862" y="52388"/>
                </a:lnTo>
                <a:lnTo>
                  <a:pt x="442912" y="233363"/>
                </a:lnTo>
                <a:lnTo>
                  <a:pt x="109537" y="414338"/>
                </a:lnTo>
                <a:lnTo>
                  <a:pt x="0" y="342900"/>
                </a:lnTo>
                <a:lnTo>
                  <a:pt x="4762" y="180975"/>
                </a:lnTo>
                <a:close/>
              </a:path>
            </a:pathLst>
          </a:custGeom>
          <a:noFill/>
          <a:extLst>
            <a:ext uri="{909E8E84-426E-40DD-AFC4-6F175D3DCCD1}">
              <a14:hiddenFill xmlns:a14="http://schemas.microsoft.com/office/drawing/2010/main">
                <a:solidFill>
                  <a:srgbClr val="FFFFFF"/>
                </a:solidFill>
              </a14:hiddenFill>
            </a:ext>
          </a:extLst>
        </p:spPr>
      </p:pic>
      <p:pic>
        <p:nvPicPr>
          <p:cNvPr id="236" name="图片 302">
            <a:extLst>
              <a:ext uri="{FF2B5EF4-FFF2-40B4-BE49-F238E27FC236}">
                <a16:creationId xmlns:a16="http://schemas.microsoft.com/office/drawing/2014/main" id="{2CD88FA5-E75B-89D2-A801-92EFC6FFAD97}"/>
              </a:ext>
            </a:extLst>
          </p:cNvPr>
          <p:cNvPicPr>
            <a:picLocks noChangeAspect="1" noChangeArrowheads="1"/>
          </p:cNvPicPr>
          <p:nvPr/>
        </p:nvPicPr>
        <p:blipFill>
          <a:blip r:embed="rId3">
            <a:duotone>
              <a:srgbClr val="FFC000">
                <a:shade val="45000"/>
                <a:satMod val="135000"/>
              </a:srgbClr>
              <a:prstClr val="white"/>
            </a:duotone>
            <a:extLst>
              <a:ext uri="{28A0092B-C50C-407E-A947-70E740481C1C}">
                <a14:useLocalDpi xmlns:a14="http://schemas.microsoft.com/office/drawing/2010/main" val="0"/>
              </a:ext>
            </a:extLst>
          </a:blip>
          <a:srcRect l="33280" t="12741" r="58363" b="79882"/>
          <a:stretch>
            <a:fillRect/>
          </a:stretch>
        </p:blipFill>
        <p:spPr bwMode="auto">
          <a:xfrm>
            <a:off x="2096794" y="4314525"/>
            <a:ext cx="376699" cy="245527"/>
          </a:xfrm>
          <a:custGeom>
            <a:avLst/>
            <a:gdLst>
              <a:gd name="connsiteX0" fmla="*/ 449580 w 853440"/>
              <a:gd name="connsiteY0" fmla="*/ 0 h 556260"/>
              <a:gd name="connsiteX1" fmla="*/ 830580 w 853440"/>
              <a:gd name="connsiteY1" fmla="*/ 205740 h 556260"/>
              <a:gd name="connsiteX2" fmla="*/ 853440 w 853440"/>
              <a:gd name="connsiteY2" fmla="*/ 304800 h 556260"/>
              <a:gd name="connsiteX3" fmla="*/ 396240 w 853440"/>
              <a:gd name="connsiteY3" fmla="*/ 556260 h 556260"/>
              <a:gd name="connsiteX4" fmla="*/ 0 w 853440"/>
              <a:gd name="connsiteY4" fmla="*/ 342900 h 556260"/>
              <a:gd name="connsiteX5" fmla="*/ 0 w 853440"/>
              <a:gd name="connsiteY5" fmla="*/ 251460 h 556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53440" h="556260">
                <a:moveTo>
                  <a:pt x="449580" y="0"/>
                </a:moveTo>
                <a:lnTo>
                  <a:pt x="830580" y="205740"/>
                </a:lnTo>
                <a:lnTo>
                  <a:pt x="853440" y="304800"/>
                </a:lnTo>
                <a:lnTo>
                  <a:pt x="396240" y="556260"/>
                </a:lnTo>
                <a:lnTo>
                  <a:pt x="0" y="342900"/>
                </a:lnTo>
                <a:lnTo>
                  <a:pt x="0" y="251460"/>
                </a:lnTo>
                <a:close/>
              </a:path>
            </a:pathLst>
          </a:custGeom>
          <a:noFill/>
          <a:extLst>
            <a:ext uri="{909E8E84-426E-40DD-AFC4-6F175D3DCCD1}">
              <a14:hiddenFill xmlns:a14="http://schemas.microsoft.com/office/drawing/2010/main">
                <a:solidFill>
                  <a:srgbClr val="FFFFFF"/>
                </a:solidFill>
              </a14:hiddenFill>
            </a:ext>
          </a:extLst>
        </p:spPr>
      </p:pic>
      <p:pic>
        <p:nvPicPr>
          <p:cNvPr id="239" name="图片 61">
            <a:extLst>
              <a:ext uri="{FF2B5EF4-FFF2-40B4-BE49-F238E27FC236}">
                <a16:creationId xmlns:a16="http://schemas.microsoft.com/office/drawing/2014/main" id="{568DA26B-0D35-01C0-E375-A0C4C52A723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33280" t="12741" r="58363" b="79882"/>
          <a:stretch>
            <a:fillRect/>
          </a:stretch>
        </p:blipFill>
        <p:spPr bwMode="auto">
          <a:xfrm>
            <a:off x="1872401" y="4456172"/>
            <a:ext cx="428538" cy="279315"/>
          </a:xfrm>
          <a:custGeom>
            <a:avLst/>
            <a:gdLst>
              <a:gd name="connsiteX0" fmla="*/ 449580 w 853440"/>
              <a:gd name="connsiteY0" fmla="*/ 0 h 556260"/>
              <a:gd name="connsiteX1" fmla="*/ 830580 w 853440"/>
              <a:gd name="connsiteY1" fmla="*/ 205740 h 556260"/>
              <a:gd name="connsiteX2" fmla="*/ 853440 w 853440"/>
              <a:gd name="connsiteY2" fmla="*/ 304800 h 556260"/>
              <a:gd name="connsiteX3" fmla="*/ 396240 w 853440"/>
              <a:gd name="connsiteY3" fmla="*/ 556260 h 556260"/>
              <a:gd name="connsiteX4" fmla="*/ 0 w 853440"/>
              <a:gd name="connsiteY4" fmla="*/ 342900 h 556260"/>
              <a:gd name="connsiteX5" fmla="*/ 0 w 853440"/>
              <a:gd name="connsiteY5" fmla="*/ 251460 h 556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53440" h="556260">
                <a:moveTo>
                  <a:pt x="449580" y="0"/>
                </a:moveTo>
                <a:lnTo>
                  <a:pt x="830580" y="205740"/>
                </a:lnTo>
                <a:lnTo>
                  <a:pt x="853440" y="304800"/>
                </a:lnTo>
                <a:lnTo>
                  <a:pt x="396240" y="556260"/>
                </a:lnTo>
                <a:lnTo>
                  <a:pt x="0" y="342900"/>
                </a:lnTo>
                <a:lnTo>
                  <a:pt x="0" y="251460"/>
                </a:lnTo>
                <a:close/>
              </a:path>
            </a:pathLst>
          </a:custGeom>
          <a:noFill/>
          <a:extLst>
            <a:ext uri="{909E8E84-426E-40DD-AFC4-6F175D3DCCD1}">
              <a14:hiddenFill xmlns:a14="http://schemas.microsoft.com/office/drawing/2010/main">
                <a:solidFill>
                  <a:srgbClr val="FFFFFF"/>
                </a:solidFill>
              </a14:hiddenFill>
            </a:ext>
          </a:extLst>
        </p:spPr>
      </p:pic>
      <p:sp>
        <p:nvSpPr>
          <p:cNvPr id="240" name="文本框 109">
            <a:extLst>
              <a:ext uri="{FF2B5EF4-FFF2-40B4-BE49-F238E27FC236}">
                <a16:creationId xmlns:a16="http://schemas.microsoft.com/office/drawing/2014/main" id="{0408C5A1-9641-98C5-364C-4BDE216781A8}"/>
              </a:ext>
            </a:extLst>
          </p:cNvPr>
          <p:cNvSpPr txBox="1"/>
          <p:nvPr/>
        </p:nvSpPr>
        <p:spPr>
          <a:xfrm rot="1873963">
            <a:off x="6508616" y="3931164"/>
            <a:ext cx="2173224" cy="276999"/>
          </a:xfrm>
          <a:prstGeom prst="rect">
            <a:avLst/>
          </a:prstGeom>
          <a:noFill/>
        </p:spPr>
        <p:txBody>
          <a:bodyPr wrap="none" rtlCol="0">
            <a:spAutoFit/>
          </a:bodyPr>
          <a:lstStyle/>
          <a:p>
            <a:pPr defTabSz="457200"/>
            <a:r>
              <a:rPr kumimoji="0" lang="ja-JP" altLang="en-US" sz="1200" b="1" dirty="0">
                <a:solidFill>
                  <a:srgbClr val="3C3C3C"/>
                </a:solidFill>
                <a:latin typeface="Microsoft YaHei" panose="020B0503020204020204" pitchFamily="34" charset="-122"/>
                <a:ea typeface="Microsoft YaHei" panose="020B0503020204020204" pitchFamily="34" charset="-122"/>
              </a:rPr>
              <a:t>子局</a:t>
            </a:r>
            <a:r>
              <a:rPr kumimoji="0" lang="en-US" altLang="ja-JP" sz="1200" b="1" dirty="0">
                <a:solidFill>
                  <a:srgbClr val="3C3C3C"/>
                </a:solidFill>
                <a:latin typeface="Microsoft YaHei" panose="020B0503020204020204" pitchFamily="34" charset="-122"/>
                <a:ea typeface="Microsoft YaHei" panose="020B0503020204020204" pitchFamily="34" charset="-122"/>
              </a:rPr>
              <a:t>A</a:t>
            </a:r>
            <a:r>
              <a:rPr kumimoji="0" lang="ja-JP" altLang="en-US" sz="1200" b="1" dirty="0">
                <a:solidFill>
                  <a:srgbClr val="3C3C3C"/>
                </a:solidFill>
                <a:latin typeface="Microsoft YaHei" panose="020B0503020204020204" pitchFamily="34" charset="-122"/>
                <a:ea typeface="Microsoft YaHei" panose="020B0503020204020204" pitchFamily="34" charset="-122"/>
              </a:rPr>
              <a:t>（内部専用</a:t>
            </a:r>
            <a:r>
              <a:rPr kumimoji="0" lang="en-US" altLang="ja-JP" sz="1200" b="1" dirty="0">
                <a:solidFill>
                  <a:srgbClr val="3C3C3C"/>
                </a:solidFill>
                <a:latin typeface="Microsoft YaHei" panose="020B0503020204020204" pitchFamily="34" charset="-122"/>
                <a:ea typeface="Microsoft YaHei" panose="020B0503020204020204" pitchFamily="34" charset="-122"/>
              </a:rPr>
              <a:t>network</a:t>
            </a:r>
            <a:r>
              <a:rPr kumimoji="0" lang="ja-JP" altLang="en-US" sz="1200" b="1" dirty="0">
                <a:solidFill>
                  <a:srgbClr val="3C3C3C"/>
                </a:solidFill>
                <a:latin typeface="Microsoft YaHei" panose="020B0503020204020204" pitchFamily="34" charset="-122"/>
                <a:ea typeface="Microsoft YaHei" panose="020B0503020204020204" pitchFamily="34" charset="-122"/>
              </a:rPr>
              <a:t>）</a:t>
            </a:r>
            <a:endParaRPr kumimoji="0" lang="zh-CN" altLang="en-US" sz="1200" b="1" dirty="0">
              <a:solidFill>
                <a:srgbClr val="3C3C3C"/>
              </a:solidFill>
              <a:latin typeface="Microsoft YaHei" panose="020B0503020204020204" pitchFamily="34" charset="-122"/>
              <a:ea typeface="Microsoft YaHei" panose="020B0503020204020204" pitchFamily="34" charset="-122"/>
            </a:endParaRPr>
          </a:p>
        </p:txBody>
      </p:sp>
      <p:sp>
        <p:nvSpPr>
          <p:cNvPr id="241" name="文本框 117">
            <a:extLst>
              <a:ext uri="{FF2B5EF4-FFF2-40B4-BE49-F238E27FC236}">
                <a16:creationId xmlns:a16="http://schemas.microsoft.com/office/drawing/2014/main" id="{223298AB-5F20-0008-F09E-BF043ADACBCF}"/>
              </a:ext>
            </a:extLst>
          </p:cNvPr>
          <p:cNvSpPr txBox="1"/>
          <p:nvPr/>
        </p:nvSpPr>
        <p:spPr>
          <a:xfrm rot="2048490">
            <a:off x="2181707" y="4942730"/>
            <a:ext cx="655949" cy="246221"/>
          </a:xfrm>
          <a:prstGeom prst="rect">
            <a:avLst/>
          </a:prstGeom>
          <a:noFill/>
        </p:spPr>
        <p:txBody>
          <a:bodyPr wrap="none" rtlCol="0">
            <a:spAutoFit/>
          </a:bodyPr>
          <a:lstStyle/>
          <a:p>
            <a:pPr defTabSz="457200"/>
            <a:r>
              <a:rPr kumimoji="0" lang="ja-JP" altLang="en-US" sz="1000" b="1" dirty="0">
                <a:latin typeface="Microsoft YaHei" panose="020B0503020204020204" pitchFamily="34" charset="-122"/>
                <a:ea typeface="Microsoft YaHei" panose="020B0503020204020204" pitchFamily="34" charset="-122"/>
              </a:rPr>
              <a:t>発電所</a:t>
            </a:r>
            <a:r>
              <a:rPr kumimoji="0" lang="en-US" altLang="ja-JP" sz="1000" b="1" dirty="0">
                <a:latin typeface="Microsoft YaHei" panose="020B0503020204020204" pitchFamily="34" charset="-122"/>
                <a:ea typeface="Microsoft YaHei" panose="020B0503020204020204" pitchFamily="34" charset="-122"/>
              </a:rPr>
              <a:t>C</a:t>
            </a:r>
            <a:endParaRPr kumimoji="0" lang="en-US" altLang="zh-CN" sz="1000" b="1" dirty="0">
              <a:latin typeface="Microsoft YaHei" panose="020B0503020204020204" pitchFamily="34" charset="-122"/>
              <a:ea typeface="Microsoft YaHei" panose="020B0503020204020204" pitchFamily="34" charset="-122"/>
            </a:endParaRPr>
          </a:p>
        </p:txBody>
      </p:sp>
      <p:sp>
        <p:nvSpPr>
          <p:cNvPr id="242" name="文本框 164">
            <a:extLst>
              <a:ext uri="{FF2B5EF4-FFF2-40B4-BE49-F238E27FC236}">
                <a16:creationId xmlns:a16="http://schemas.microsoft.com/office/drawing/2014/main" id="{CF8EFAA2-D1E6-390A-510E-BAEFBAB0686C}"/>
              </a:ext>
            </a:extLst>
          </p:cNvPr>
          <p:cNvSpPr txBox="1"/>
          <p:nvPr/>
        </p:nvSpPr>
        <p:spPr>
          <a:xfrm rot="1972274">
            <a:off x="3974972" y="3859572"/>
            <a:ext cx="657552" cy="246221"/>
          </a:xfrm>
          <a:prstGeom prst="rect">
            <a:avLst/>
          </a:prstGeom>
          <a:noFill/>
        </p:spPr>
        <p:txBody>
          <a:bodyPr wrap="none" rtlCol="0">
            <a:spAutoFit/>
          </a:bodyPr>
          <a:lstStyle/>
          <a:p>
            <a:pPr defTabSz="457200"/>
            <a:r>
              <a:rPr kumimoji="0" lang="ja-JP" altLang="en-US" sz="1000" b="1" dirty="0">
                <a:solidFill>
                  <a:srgbClr val="3C3C3C"/>
                </a:solidFill>
                <a:latin typeface="Microsoft YaHei" panose="020B0503020204020204" pitchFamily="34" charset="-122"/>
                <a:ea typeface="Microsoft YaHei" panose="020B0503020204020204" pitchFamily="34" charset="-122"/>
              </a:rPr>
              <a:t>発電所</a:t>
            </a:r>
            <a:r>
              <a:rPr kumimoji="0" lang="en-US" altLang="ja-JP" sz="1000" b="1" dirty="0">
                <a:solidFill>
                  <a:srgbClr val="3C3C3C"/>
                </a:solidFill>
                <a:latin typeface="Microsoft YaHei" panose="020B0503020204020204" pitchFamily="34" charset="-122"/>
                <a:ea typeface="Microsoft YaHei" panose="020B0503020204020204" pitchFamily="34" charset="-122"/>
              </a:rPr>
              <a:t>B</a:t>
            </a:r>
            <a:endParaRPr kumimoji="0" lang="en-US" altLang="zh-CN" sz="1000" b="1" dirty="0">
              <a:solidFill>
                <a:srgbClr val="3C3C3C"/>
              </a:solidFill>
              <a:latin typeface="Microsoft YaHei" panose="020B0503020204020204" pitchFamily="34" charset="-122"/>
              <a:ea typeface="Microsoft YaHei" panose="020B0503020204020204" pitchFamily="34" charset="-122"/>
            </a:endParaRPr>
          </a:p>
        </p:txBody>
      </p:sp>
      <p:pic>
        <p:nvPicPr>
          <p:cNvPr id="245" name="图片 182">
            <a:extLst>
              <a:ext uri="{FF2B5EF4-FFF2-40B4-BE49-F238E27FC236}">
                <a16:creationId xmlns:a16="http://schemas.microsoft.com/office/drawing/2014/main" id="{89D9B643-7C12-F0AB-A432-AC3F1587E9D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73246" t="17387" r="22619" b="77267"/>
          <a:stretch>
            <a:fillRect/>
          </a:stretch>
        </p:blipFill>
        <p:spPr bwMode="auto">
          <a:xfrm>
            <a:off x="6687841" y="1254174"/>
            <a:ext cx="378821" cy="356317"/>
          </a:xfrm>
          <a:custGeom>
            <a:avLst/>
            <a:gdLst>
              <a:gd name="connsiteX0" fmla="*/ 238125 w 962025"/>
              <a:gd name="connsiteY0" fmla="*/ 0 h 904875"/>
              <a:gd name="connsiteX1" fmla="*/ 952500 w 962025"/>
              <a:gd name="connsiteY1" fmla="*/ 390525 h 904875"/>
              <a:gd name="connsiteX2" fmla="*/ 962025 w 962025"/>
              <a:gd name="connsiteY2" fmla="*/ 800100 h 904875"/>
              <a:gd name="connsiteX3" fmla="*/ 771525 w 962025"/>
              <a:gd name="connsiteY3" fmla="*/ 904875 h 904875"/>
              <a:gd name="connsiteX4" fmla="*/ 9525 w 962025"/>
              <a:gd name="connsiteY4" fmla="*/ 533400 h 904875"/>
              <a:gd name="connsiteX5" fmla="*/ 0 w 962025"/>
              <a:gd name="connsiteY5" fmla="*/ 114300 h 904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62025" h="904875">
                <a:moveTo>
                  <a:pt x="238125" y="0"/>
                </a:moveTo>
                <a:lnTo>
                  <a:pt x="952500" y="390525"/>
                </a:lnTo>
                <a:lnTo>
                  <a:pt x="962025" y="800100"/>
                </a:lnTo>
                <a:lnTo>
                  <a:pt x="771525" y="904875"/>
                </a:lnTo>
                <a:lnTo>
                  <a:pt x="9525" y="533400"/>
                </a:lnTo>
                <a:lnTo>
                  <a:pt x="0" y="114300"/>
                </a:lnTo>
                <a:close/>
              </a:path>
            </a:pathLst>
          </a:custGeom>
          <a:noFill/>
          <a:extLst>
            <a:ext uri="{909E8E84-426E-40DD-AFC4-6F175D3DCCD1}">
              <a14:hiddenFill xmlns:a14="http://schemas.microsoft.com/office/drawing/2010/main">
                <a:solidFill>
                  <a:srgbClr val="FFFFFF"/>
                </a:solidFill>
              </a14:hiddenFill>
            </a:ext>
          </a:extLst>
        </p:spPr>
      </p:pic>
      <p:pic>
        <p:nvPicPr>
          <p:cNvPr id="246" name="图片 183">
            <a:extLst>
              <a:ext uri="{FF2B5EF4-FFF2-40B4-BE49-F238E27FC236}">
                <a16:creationId xmlns:a16="http://schemas.microsoft.com/office/drawing/2014/main" id="{25412DA8-1977-FF2B-670C-AF28F289FDF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73246" t="17387" r="22619" b="77267"/>
          <a:stretch>
            <a:fillRect/>
          </a:stretch>
        </p:blipFill>
        <p:spPr bwMode="auto">
          <a:xfrm>
            <a:off x="7119499" y="1522367"/>
            <a:ext cx="378821" cy="356317"/>
          </a:xfrm>
          <a:custGeom>
            <a:avLst/>
            <a:gdLst>
              <a:gd name="connsiteX0" fmla="*/ 238125 w 962025"/>
              <a:gd name="connsiteY0" fmla="*/ 0 h 904875"/>
              <a:gd name="connsiteX1" fmla="*/ 952500 w 962025"/>
              <a:gd name="connsiteY1" fmla="*/ 390525 h 904875"/>
              <a:gd name="connsiteX2" fmla="*/ 962025 w 962025"/>
              <a:gd name="connsiteY2" fmla="*/ 800100 h 904875"/>
              <a:gd name="connsiteX3" fmla="*/ 771525 w 962025"/>
              <a:gd name="connsiteY3" fmla="*/ 904875 h 904875"/>
              <a:gd name="connsiteX4" fmla="*/ 9525 w 962025"/>
              <a:gd name="connsiteY4" fmla="*/ 533400 h 904875"/>
              <a:gd name="connsiteX5" fmla="*/ 0 w 962025"/>
              <a:gd name="connsiteY5" fmla="*/ 114300 h 904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62025" h="904875">
                <a:moveTo>
                  <a:pt x="238125" y="0"/>
                </a:moveTo>
                <a:lnTo>
                  <a:pt x="952500" y="390525"/>
                </a:lnTo>
                <a:lnTo>
                  <a:pt x="962025" y="800100"/>
                </a:lnTo>
                <a:lnTo>
                  <a:pt x="771525" y="904875"/>
                </a:lnTo>
                <a:lnTo>
                  <a:pt x="9525" y="533400"/>
                </a:lnTo>
                <a:lnTo>
                  <a:pt x="0" y="114300"/>
                </a:lnTo>
                <a:close/>
              </a:path>
            </a:pathLst>
          </a:custGeom>
          <a:noFill/>
          <a:extLst>
            <a:ext uri="{909E8E84-426E-40DD-AFC4-6F175D3DCCD1}">
              <a14:hiddenFill xmlns:a14="http://schemas.microsoft.com/office/drawing/2010/main">
                <a:solidFill>
                  <a:srgbClr val="FFFFFF"/>
                </a:solidFill>
              </a14:hiddenFill>
            </a:ext>
          </a:extLst>
        </p:spPr>
      </p:pic>
      <p:pic>
        <p:nvPicPr>
          <p:cNvPr id="247" name="图片 184">
            <a:extLst>
              <a:ext uri="{FF2B5EF4-FFF2-40B4-BE49-F238E27FC236}">
                <a16:creationId xmlns:a16="http://schemas.microsoft.com/office/drawing/2014/main" id="{A3F3A767-BA66-D4FC-170A-E91B5C2E90A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73246" t="17387" r="22619" b="77267"/>
          <a:stretch>
            <a:fillRect/>
          </a:stretch>
        </p:blipFill>
        <p:spPr bwMode="auto">
          <a:xfrm>
            <a:off x="7501388" y="1762172"/>
            <a:ext cx="378821" cy="356317"/>
          </a:xfrm>
          <a:custGeom>
            <a:avLst/>
            <a:gdLst>
              <a:gd name="connsiteX0" fmla="*/ 238125 w 962025"/>
              <a:gd name="connsiteY0" fmla="*/ 0 h 904875"/>
              <a:gd name="connsiteX1" fmla="*/ 952500 w 962025"/>
              <a:gd name="connsiteY1" fmla="*/ 390525 h 904875"/>
              <a:gd name="connsiteX2" fmla="*/ 962025 w 962025"/>
              <a:gd name="connsiteY2" fmla="*/ 800100 h 904875"/>
              <a:gd name="connsiteX3" fmla="*/ 771525 w 962025"/>
              <a:gd name="connsiteY3" fmla="*/ 904875 h 904875"/>
              <a:gd name="connsiteX4" fmla="*/ 9525 w 962025"/>
              <a:gd name="connsiteY4" fmla="*/ 533400 h 904875"/>
              <a:gd name="connsiteX5" fmla="*/ 0 w 962025"/>
              <a:gd name="connsiteY5" fmla="*/ 114300 h 904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62025" h="904875">
                <a:moveTo>
                  <a:pt x="238125" y="0"/>
                </a:moveTo>
                <a:lnTo>
                  <a:pt x="952500" y="390525"/>
                </a:lnTo>
                <a:lnTo>
                  <a:pt x="962025" y="800100"/>
                </a:lnTo>
                <a:lnTo>
                  <a:pt x="771525" y="904875"/>
                </a:lnTo>
                <a:lnTo>
                  <a:pt x="9525" y="533400"/>
                </a:lnTo>
                <a:lnTo>
                  <a:pt x="0" y="114300"/>
                </a:lnTo>
                <a:close/>
              </a:path>
            </a:pathLst>
          </a:custGeom>
          <a:noFill/>
          <a:extLst>
            <a:ext uri="{909E8E84-426E-40DD-AFC4-6F175D3DCCD1}">
              <a14:hiddenFill xmlns:a14="http://schemas.microsoft.com/office/drawing/2010/main">
                <a:solidFill>
                  <a:srgbClr val="FFFFFF"/>
                </a:solidFill>
              </a14:hiddenFill>
            </a:ext>
          </a:extLst>
        </p:spPr>
      </p:pic>
      <p:cxnSp>
        <p:nvCxnSpPr>
          <p:cNvPr id="249" name="直接连接符 188">
            <a:extLst>
              <a:ext uri="{FF2B5EF4-FFF2-40B4-BE49-F238E27FC236}">
                <a16:creationId xmlns:a16="http://schemas.microsoft.com/office/drawing/2014/main" id="{70DC5E4F-6E25-48CC-F55E-2E3EAEC26C7E}"/>
              </a:ext>
            </a:extLst>
          </p:cNvPr>
          <p:cNvCxnSpPr>
            <a:cxnSpLocks/>
          </p:cNvCxnSpPr>
          <p:nvPr/>
        </p:nvCxnSpPr>
        <p:spPr>
          <a:xfrm flipH="1">
            <a:off x="6535453" y="1493721"/>
            <a:ext cx="228601" cy="146050"/>
          </a:xfrm>
          <a:prstGeom prst="line">
            <a:avLst/>
          </a:prstGeom>
          <a:noFill/>
          <a:ln w="6350" cap="flat" cmpd="sng" algn="ctr">
            <a:solidFill>
              <a:srgbClr val="FFFFFF">
                <a:lumMod val="50000"/>
              </a:srgbClr>
            </a:solidFill>
            <a:prstDash val="solid"/>
            <a:miter lim="800000"/>
          </a:ln>
          <a:effectLst/>
        </p:spPr>
      </p:cxnSp>
      <p:cxnSp>
        <p:nvCxnSpPr>
          <p:cNvPr id="250" name="直接连接符 195">
            <a:extLst>
              <a:ext uri="{FF2B5EF4-FFF2-40B4-BE49-F238E27FC236}">
                <a16:creationId xmlns:a16="http://schemas.microsoft.com/office/drawing/2014/main" id="{A9AB648B-AD5A-9F1A-44ED-FA11905011C9}"/>
              </a:ext>
            </a:extLst>
          </p:cNvPr>
          <p:cNvCxnSpPr>
            <a:cxnSpLocks/>
          </p:cNvCxnSpPr>
          <p:nvPr/>
        </p:nvCxnSpPr>
        <p:spPr>
          <a:xfrm flipH="1">
            <a:off x="6948203" y="1791904"/>
            <a:ext cx="304768" cy="206642"/>
          </a:xfrm>
          <a:prstGeom prst="line">
            <a:avLst/>
          </a:prstGeom>
          <a:noFill/>
          <a:ln w="6350" cap="flat" cmpd="sng" algn="ctr">
            <a:solidFill>
              <a:srgbClr val="FFFFFF">
                <a:lumMod val="50000"/>
              </a:srgbClr>
            </a:solidFill>
            <a:prstDash val="solid"/>
            <a:miter lim="800000"/>
          </a:ln>
          <a:effectLst/>
        </p:spPr>
      </p:cxnSp>
      <p:cxnSp>
        <p:nvCxnSpPr>
          <p:cNvPr id="251" name="直接连接符 41988">
            <a:extLst>
              <a:ext uri="{FF2B5EF4-FFF2-40B4-BE49-F238E27FC236}">
                <a16:creationId xmlns:a16="http://schemas.microsoft.com/office/drawing/2014/main" id="{E671794A-0D5A-9B61-AE67-63371BC53B0E}"/>
              </a:ext>
            </a:extLst>
          </p:cNvPr>
          <p:cNvCxnSpPr>
            <a:cxnSpLocks/>
          </p:cNvCxnSpPr>
          <p:nvPr/>
        </p:nvCxnSpPr>
        <p:spPr>
          <a:xfrm flipH="1">
            <a:off x="6281454" y="1760421"/>
            <a:ext cx="95249" cy="66675"/>
          </a:xfrm>
          <a:prstGeom prst="line">
            <a:avLst/>
          </a:prstGeom>
          <a:noFill/>
          <a:ln w="6350" cap="flat" cmpd="sng" algn="ctr">
            <a:solidFill>
              <a:srgbClr val="FFFFFF">
                <a:lumMod val="50000"/>
              </a:srgbClr>
            </a:solidFill>
            <a:prstDash val="solid"/>
            <a:miter lim="800000"/>
          </a:ln>
          <a:effectLst/>
        </p:spPr>
      </p:cxnSp>
      <p:cxnSp>
        <p:nvCxnSpPr>
          <p:cNvPr id="252" name="直接连接符 41990">
            <a:extLst>
              <a:ext uri="{FF2B5EF4-FFF2-40B4-BE49-F238E27FC236}">
                <a16:creationId xmlns:a16="http://schemas.microsoft.com/office/drawing/2014/main" id="{D578BBA2-33AB-5D00-3E8C-8FDF6B3706EC}"/>
              </a:ext>
            </a:extLst>
          </p:cNvPr>
          <p:cNvCxnSpPr>
            <a:cxnSpLocks/>
          </p:cNvCxnSpPr>
          <p:nvPr/>
        </p:nvCxnSpPr>
        <p:spPr>
          <a:xfrm>
            <a:off x="6281453" y="1827096"/>
            <a:ext cx="606425" cy="381000"/>
          </a:xfrm>
          <a:prstGeom prst="line">
            <a:avLst/>
          </a:prstGeom>
          <a:noFill/>
          <a:ln w="6350" cap="flat" cmpd="sng" algn="ctr">
            <a:solidFill>
              <a:srgbClr val="FFFFFF">
                <a:lumMod val="50000"/>
              </a:srgbClr>
            </a:solidFill>
            <a:prstDash val="solid"/>
            <a:miter lim="800000"/>
          </a:ln>
          <a:effectLst/>
        </p:spPr>
      </p:cxnSp>
      <p:cxnSp>
        <p:nvCxnSpPr>
          <p:cNvPr id="253" name="直接连接符 200">
            <a:extLst>
              <a:ext uri="{FF2B5EF4-FFF2-40B4-BE49-F238E27FC236}">
                <a16:creationId xmlns:a16="http://schemas.microsoft.com/office/drawing/2014/main" id="{4DDD4323-3E33-FC9B-93D1-D461FC7F6AE1}"/>
              </a:ext>
            </a:extLst>
          </p:cNvPr>
          <p:cNvCxnSpPr>
            <a:cxnSpLocks/>
          </p:cNvCxnSpPr>
          <p:nvPr/>
        </p:nvCxnSpPr>
        <p:spPr>
          <a:xfrm>
            <a:off x="6604639" y="1773575"/>
            <a:ext cx="343564" cy="224971"/>
          </a:xfrm>
          <a:prstGeom prst="line">
            <a:avLst/>
          </a:prstGeom>
          <a:noFill/>
          <a:ln w="6350" cap="flat" cmpd="sng" algn="ctr">
            <a:solidFill>
              <a:srgbClr val="FFFFFF">
                <a:lumMod val="50000"/>
              </a:srgbClr>
            </a:solidFill>
            <a:prstDash val="solid"/>
            <a:miter lim="800000"/>
          </a:ln>
          <a:effectLst/>
        </p:spPr>
      </p:cxnSp>
      <p:pic>
        <p:nvPicPr>
          <p:cNvPr id="254" name="图片 185">
            <a:extLst>
              <a:ext uri="{FF2B5EF4-FFF2-40B4-BE49-F238E27FC236}">
                <a16:creationId xmlns:a16="http://schemas.microsoft.com/office/drawing/2014/main" id="{45331905-DDBC-752E-15BB-2764D5495CD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33280" t="12741" r="58363" b="79882"/>
          <a:stretch>
            <a:fillRect/>
          </a:stretch>
        </p:blipFill>
        <p:spPr bwMode="auto">
          <a:xfrm flipH="1">
            <a:off x="6275587" y="1572227"/>
            <a:ext cx="320046" cy="233174"/>
          </a:xfrm>
          <a:custGeom>
            <a:avLst/>
            <a:gdLst>
              <a:gd name="connsiteX0" fmla="*/ 449580 w 853440"/>
              <a:gd name="connsiteY0" fmla="*/ 0 h 556260"/>
              <a:gd name="connsiteX1" fmla="*/ 830580 w 853440"/>
              <a:gd name="connsiteY1" fmla="*/ 205740 h 556260"/>
              <a:gd name="connsiteX2" fmla="*/ 853440 w 853440"/>
              <a:gd name="connsiteY2" fmla="*/ 304800 h 556260"/>
              <a:gd name="connsiteX3" fmla="*/ 396240 w 853440"/>
              <a:gd name="connsiteY3" fmla="*/ 556260 h 556260"/>
              <a:gd name="connsiteX4" fmla="*/ 0 w 853440"/>
              <a:gd name="connsiteY4" fmla="*/ 342900 h 556260"/>
              <a:gd name="connsiteX5" fmla="*/ 0 w 853440"/>
              <a:gd name="connsiteY5" fmla="*/ 251460 h 556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53440" h="556260">
                <a:moveTo>
                  <a:pt x="449580" y="0"/>
                </a:moveTo>
                <a:lnTo>
                  <a:pt x="830580" y="205740"/>
                </a:lnTo>
                <a:lnTo>
                  <a:pt x="853440" y="304800"/>
                </a:lnTo>
                <a:lnTo>
                  <a:pt x="396240" y="556260"/>
                </a:lnTo>
                <a:lnTo>
                  <a:pt x="0" y="342900"/>
                </a:lnTo>
                <a:lnTo>
                  <a:pt x="0" y="251460"/>
                </a:lnTo>
                <a:close/>
              </a:path>
            </a:pathLst>
          </a:custGeom>
          <a:noFill/>
          <a:extLst>
            <a:ext uri="{909E8E84-426E-40DD-AFC4-6F175D3DCCD1}">
              <a14:hiddenFill xmlns:a14="http://schemas.microsoft.com/office/drawing/2010/main">
                <a:solidFill>
                  <a:srgbClr val="FFFFFF"/>
                </a:solidFill>
              </a14:hiddenFill>
            </a:ext>
          </a:extLst>
        </p:spPr>
      </p:pic>
      <p:cxnSp>
        <p:nvCxnSpPr>
          <p:cNvPr id="255" name="直接连接符 204">
            <a:extLst>
              <a:ext uri="{FF2B5EF4-FFF2-40B4-BE49-F238E27FC236}">
                <a16:creationId xmlns:a16="http://schemas.microsoft.com/office/drawing/2014/main" id="{DB9DABF1-288F-B92E-C699-5A8D6EC32F47}"/>
              </a:ext>
            </a:extLst>
          </p:cNvPr>
          <p:cNvCxnSpPr>
            <a:cxnSpLocks/>
          </p:cNvCxnSpPr>
          <p:nvPr/>
        </p:nvCxnSpPr>
        <p:spPr>
          <a:xfrm flipH="1">
            <a:off x="7091078" y="2015168"/>
            <a:ext cx="498823" cy="316753"/>
          </a:xfrm>
          <a:prstGeom prst="line">
            <a:avLst/>
          </a:prstGeom>
          <a:noFill/>
          <a:ln w="6350" cap="flat" cmpd="sng" algn="ctr">
            <a:solidFill>
              <a:srgbClr val="FFFFFF">
                <a:lumMod val="50000"/>
              </a:srgbClr>
            </a:solidFill>
            <a:prstDash val="solid"/>
            <a:miter lim="800000"/>
          </a:ln>
          <a:effectLst/>
        </p:spPr>
      </p:cxnSp>
      <p:cxnSp>
        <p:nvCxnSpPr>
          <p:cNvPr id="257" name="直接连接符 206">
            <a:extLst>
              <a:ext uri="{FF2B5EF4-FFF2-40B4-BE49-F238E27FC236}">
                <a16:creationId xmlns:a16="http://schemas.microsoft.com/office/drawing/2014/main" id="{895E5BF7-1F4E-A10F-02BB-F47F31A7992F}"/>
              </a:ext>
            </a:extLst>
          </p:cNvPr>
          <p:cNvCxnSpPr>
            <a:cxnSpLocks/>
          </p:cNvCxnSpPr>
          <p:nvPr/>
        </p:nvCxnSpPr>
        <p:spPr>
          <a:xfrm flipH="1">
            <a:off x="6398928" y="1985811"/>
            <a:ext cx="129489" cy="88935"/>
          </a:xfrm>
          <a:prstGeom prst="line">
            <a:avLst/>
          </a:prstGeom>
          <a:noFill/>
          <a:ln w="6350" cap="flat" cmpd="sng" algn="ctr">
            <a:solidFill>
              <a:srgbClr val="FFFFFF">
                <a:lumMod val="50000"/>
              </a:srgbClr>
            </a:solidFill>
            <a:prstDash val="solid"/>
            <a:miter lim="800000"/>
          </a:ln>
          <a:effectLst/>
        </p:spPr>
      </p:cxnSp>
      <p:pic>
        <p:nvPicPr>
          <p:cNvPr id="259" name="图片 322">
            <a:extLst>
              <a:ext uri="{FF2B5EF4-FFF2-40B4-BE49-F238E27FC236}">
                <a16:creationId xmlns:a16="http://schemas.microsoft.com/office/drawing/2014/main" id="{B2CFB7B7-7B78-9E03-B903-F22162998FC2}"/>
              </a:ext>
            </a:extLst>
          </p:cNvPr>
          <p:cNvPicPr>
            <a:picLocks noChangeAspect="1" noChangeArrowheads="1"/>
          </p:cNvPicPr>
          <p:nvPr/>
        </p:nvPicPr>
        <p:blipFill>
          <a:blip r:embed="rId3">
            <a:duotone>
              <a:srgbClr val="FFC000">
                <a:shade val="45000"/>
                <a:satMod val="135000"/>
              </a:srgbClr>
              <a:prstClr val="white"/>
            </a:duotone>
            <a:extLst>
              <a:ext uri="{28A0092B-C50C-407E-A947-70E740481C1C}">
                <a14:useLocalDpi xmlns:a14="http://schemas.microsoft.com/office/drawing/2010/main" val="0"/>
              </a:ext>
            </a:extLst>
          </a:blip>
          <a:srcRect l="33280" t="12741" r="58363" b="79882"/>
          <a:stretch>
            <a:fillRect/>
          </a:stretch>
        </p:blipFill>
        <p:spPr bwMode="auto">
          <a:xfrm flipH="1">
            <a:off x="6456164" y="1683749"/>
            <a:ext cx="320046" cy="233174"/>
          </a:xfrm>
          <a:custGeom>
            <a:avLst/>
            <a:gdLst>
              <a:gd name="connsiteX0" fmla="*/ 449580 w 853440"/>
              <a:gd name="connsiteY0" fmla="*/ 0 h 556260"/>
              <a:gd name="connsiteX1" fmla="*/ 830580 w 853440"/>
              <a:gd name="connsiteY1" fmla="*/ 205740 h 556260"/>
              <a:gd name="connsiteX2" fmla="*/ 853440 w 853440"/>
              <a:gd name="connsiteY2" fmla="*/ 304800 h 556260"/>
              <a:gd name="connsiteX3" fmla="*/ 396240 w 853440"/>
              <a:gd name="connsiteY3" fmla="*/ 556260 h 556260"/>
              <a:gd name="connsiteX4" fmla="*/ 0 w 853440"/>
              <a:gd name="connsiteY4" fmla="*/ 342900 h 556260"/>
              <a:gd name="connsiteX5" fmla="*/ 0 w 853440"/>
              <a:gd name="connsiteY5" fmla="*/ 251460 h 556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53440" h="556260">
                <a:moveTo>
                  <a:pt x="449580" y="0"/>
                </a:moveTo>
                <a:lnTo>
                  <a:pt x="830580" y="205740"/>
                </a:lnTo>
                <a:lnTo>
                  <a:pt x="853440" y="304800"/>
                </a:lnTo>
                <a:lnTo>
                  <a:pt x="396240" y="556260"/>
                </a:lnTo>
                <a:lnTo>
                  <a:pt x="0" y="342900"/>
                </a:lnTo>
                <a:lnTo>
                  <a:pt x="0" y="251460"/>
                </a:lnTo>
                <a:close/>
              </a:path>
            </a:pathLst>
          </a:custGeom>
          <a:noFill/>
          <a:extLst>
            <a:ext uri="{909E8E84-426E-40DD-AFC4-6F175D3DCCD1}">
              <a14:hiddenFill xmlns:a14="http://schemas.microsoft.com/office/drawing/2010/main">
                <a:solidFill>
                  <a:srgbClr val="FFFFFF"/>
                </a:solidFill>
              </a14:hiddenFill>
            </a:ext>
          </a:extLst>
        </p:spPr>
      </p:pic>
      <p:sp>
        <p:nvSpPr>
          <p:cNvPr id="260" name="文本框 244">
            <a:extLst>
              <a:ext uri="{FF2B5EF4-FFF2-40B4-BE49-F238E27FC236}">
                <a16:creationId xmlns:a16="http://schemas.microsoft.com/office/drawing/2014/main" id="{791B1E1C-479A-DEC0-5D71-74F5BD511CA9}"/>
              </a:ext>
            </a:extLst>
          </p:cNvPr>
          <p:cNvSpPr txBox="1"/>
          <p:nvPr/>
        </p:nvSpPr>
        <p:spPr>
          <a:xfrm rot="19441885">
            <a:off x="8356111" y="5779014"/>
            <a:ext cx="1192955" cy="276999"/>
          </a:xfrm>
          <a:prstGeom prst="rect">
            <a:avLst/>
          </a:prstGeom>
          <a:noFill/>
        </p:spPr>
        <p:txBody>
          <a:bodyPr wrap="none" rtlCol="0">
            <a:spAutoFit/>
          </a:bodyPr>
          <a:lstStyle/>
          <a:p>
            <a:pPr defTabSz="457200"/>
            <a:r>
              <a:rPr kumimoji="0" lang="en-US" altLang="zh-CN" sz="1200">
                <a:solidFill>
                  <a:srgbClr val="FFFFFF"/>
                </a:solidFill>
                <a:latin typeface="Microsoft YaHei" panose="020B0503020204020204" pitchFamily="34" charset="-122"/>
                <a:ea typeface="Microsoft YaHei" panose="020B0503020204020204" pitchFamily="34" charset="-122"/>
              </a:rPr>
              <a:t>PMC </a:t>
            </a:r>
            <a:r>
              <a:rPr kumimoji="0" lang="zh-CN" altLang="en-US" sz="1200">
                <a:solidFill>
                  <a:srgbClr val="FFFFFF"/>
                </a:solidFill>
                <a:latin typeface="Microsoft YaHei" panose="020B0503020204020204" pitchFamily="34" charset="-122"/>
                <a:ea typeface="Microsoft YaHei" panose="020B0503020204020204" pitchFamily="34" charset="-122"/>
              </a:rPr>
              <a:t>前端用户</a:t>
            </a:r>
          </a:p>
        </p:txBody>
      </p:sp>
      <p:cxnSp>
        <p:nvCxnSpPr>
          <p:cNvPr id="267" name="直接连接符 42007">
            <a:extLst>
              <a:ext uri="{FF2B5EF4-FFF2-40B4-BE49-F238E27FC236}">
                <a16:creationId xmlns:a16="http://schemas.microsoft.com/office/drawing/2014/main" id="{C5AB5090-78F5-F1AC-76DE-590BAC5382F5}"/>
              </a:ext>
            </a:extLst>
          </p:cNvPr>
          <p:cNvCxnSpPr>
            <a:cxnSpLocks/>
          </p:cNvCxnSpPr>
          <p:nvPr/>
        </p:nvCxnSpPr>
        <p:spPr>
          <a:xfrm flipV="1">
            <a:off x="3801778" y="4320091"/>
            <a:ext cx="1261894" cy="742051"/>
          </a:xfrm>
          <a:prstGeom prst="line">
            <a:avLst/>
          </a:prstGeom>
          <a:noFill/>
          <a:ln w="6350" cap="flat" cmpd="sng" algn="ctr">
            <a:solidFill>
              <a:srgbClr val="13D4C8"/>
            </a:solidFill>
            <a:prstDash val="solid"/>
            <a:miter lim="800000"/>
          </a:ln>
          <a:effectLst/>
        </p:spPr>
      </p:cxnSp>
      <p:cxnSp>
        <p:nvCxnSpPr>
          <p:cNvPr id="268" name="直接连接符 265">
            <a:extLst>
              <a:ext uri="{FF2B5EF4-FFF2-40B4-BE49-F238E27FC236}">
                <a16:creationId xmlns:a16="http://schemas.microsoft.com/office/drawing/2014/main" id="{F61F0CBF-6FE3-1B70-2B80-69F48FBDF86D}"/>
              </a:ext>
            </a:extLst>
          </p:cNvPr>
          <p:cNvCxnSpPr>
            <a:cxnSpLocks/>
          </p:cNvCxnSpPr>
          <p:nvPr/>
        </p:nvCxnSpPr>
        <p:spPr>
          <a:xfrm flipV="1">
            <a:off x="5188102" y="3843221"/>
            <a:ext cx="686951" cy="404022"/>
          </a:xfrm>
          <a:prstGeom prst="line">
            <a:avLst/>
          </a:prstGeom>
          <a:noFill/>
          <a:ln w="6350" cap="flat" cmpd="sng" algn="ctr">
            <a:solidFill>
              <a:srgbClr val="13D4C8"/>
            </a:solidFill>
            <a:prstDash val="solid"/>
            <a:miter lim="800000"/>
          </a:ln>
          <a:effectLst/>
        </p:spPr>
      </p:cxnSp>
      <p:cxnSp>
        <p:nvCxnSpPr>
          <p:cNvPr id="269" name="直接连接符 271">
            <a:extLst>
              <a:ext uri="{FF2B5EF4-FFF2-40B4-BE49-F238E27FC236}">
                <a16:creationId xmlns:a16="http://schemas.microsoft.com/office/drawing/2014/main" id="{319E9871-EA2B-3F00-B8D5-FE94F6327CC2}"/>
              </a:ext>
            </a:extLst>
          </p:cNvPr>
          <p:cNvCxnSpPr>
            <a:cxnSpLocks/>
          </p:cNvCxnSpPr>
          <p:nvPr/>
        </p:nvCxnSpPr>
        <p:spPr>
          <a:xfrm>
            <a:off x="5055375" y="4320091"/>
            <a:ext cx="346603" cy="208930"/>
          </a:xfrm>
          <a:prstGeom prst="line">
            <a:avLst/>
          </a:prstGeom>
          <a:noFill/>
          <a:ln w="6350" cap="flat" cmpd="sng" algn="ctr">
            <a:solidFill>
              <a:srgbClr val="13D4C8"/>
            </a:solidFill>
            <a:prstDash val="solid"/>
            <a:miter lim="800000"/>
          </a:ln>
          <a:effectLst/>
        </p:spPr>
      </p:cxnSp>
      <p:cxnSp>
        <p:nvCxnSpPr>
          <p:cNvPr id="270" name="直接连接符 273">
            <a:extLst>
              <a:ext uri="{FF2B5EF4-FFF2-40B4-BE49-F238E27FC236}">
                <a16:creationId xmlns:a16="http://schemas.microsoft.com/office/drawing/2014/main" id="{810A29D9-E1BE-48F6-8109-2291E27A9BDD}"/>
              </a:ext>
            </a:extLst>
          </p:cNvPr>
          <p:cNvCxnSpPr>
            <a:cxnSpLocks/>
          </p:cNvCxnSpPr>
          <p:nvPr/>
        </p:nvCxnSpPr>
        <p:spPr>
          <a:xfrm>
            <a:off x="5183609" y="4247243"/>
            <a:ext cx="346603" cy="208930"/>
          </a:xfrm>
          <a:prstGeom prst="line">
            <a:avLst/>
          </a:prstGeom>
          <a:noFill/>
          <a:ln w="6350" cap="flat" cmpd="sng" algn="ctr">
            <a:solidFill>
              <a:srgbClr val="13D4C8"/>
            </a:solidFill>
            <a:prstDash val="solid"/>
            <a:miter lim="800000"/>
          </a:ln>
          <a:effectLst/>
        </p:spPr>
      </p:cxnSp>
      <p:cxnSp>
        <p:nvCxnSpPr>
          <p:cNvPr id="271" name="直接连接符 274">
            <a:extLst>
              <a:ext uri="{FF2B5EF4-FFF2-40B4-BE49-F238E27FC236}">
                <a16:creationId xmlns:a16="http://schemas.microsoft.com/office/drawing/2014/main" id="{E31D32BE-1316-CA95-DCE1-A544BF2260A1}"/>
              </a:ext>
            </a:extLst>
          </p:cNvPr>
          <p:cNvCxnSpPr>
            <a:cxnSpLocks/>
          </p:cNvCxnSpPr>
          <p:nvPr/>
        </p:nvCxnSpPr>
        <p:spPr>
          <a:xfrm>
            <a:off x="6080170" y="2681024"/>
            <a:ext cx="1637476" cy="992829"/>
          </a:xfrm>
          <a:prstGeom prst="line">
            <a:avLst/>
          </a:prstGeom>
          <a:noFill/>
          <a:ln w="6350" cap="flat" cmpd="sng" algn="ctr">
            <a:solidFill>
              <a:srgbClr val="13D4C8"/>
            </a:solidFill>
            <a:prstDash val="solid"/>
            <a:miter lim="800000"/>
          </a:ln>
          <a:effectLst/>
        </p:spPr>
      </p:cxnSp>
      <p:cxnSp>
        <p:nvCxnSpPr>
          <p:cNvPr id="274" name="直接连接符 283">
            <a:extLst>
              <a:ext uri="{FF2B5EF4-FFF2-40B4-BE49-F238E27FC236}">
                <a16:creationId xmlns:a16="http://schemas.microsoft.com/office/drawing/2014/main" id="{59A8AA92-3D72-3F1F-6175-064DD7706E05}"/>
              </a:ext>
            </a:extLst>
          </p:cNvPr>
          <p:cNvCxnSpPr>
            <a:cxnSpLocks/>
          </p:cNvCxnSpPr>
          <p:nvPr/>
        </p:nvCxnSpPr>
        <p:spPr>
          <a:xfrm>
            <a:off x="7942729" y="3820635"/>
            <a:ext cx="422669" cy="265082"/>
          </a:xfrm>
          <a:prstGeom prst="line">
            <a:avLst/>
          </a:prstGeom>
          <a:noFill/>
          <a:ln w="6350" cap="flat" cmpd="sng" algn="ctr">
            <a:solidFill>
              <a:srgbClr val="13D4C8"/>
            </a:solidFill>
            <a:prstDash val="solid"/>
            <a:miter lim="800000"/>
          </a:ln>
          <a:effectLst/>
        </p:spPr>
      </p:cxnSp>
      <p:cxnSp>
        <p:nvCxnSpPr>
          <p:cNvPr id="277" name="直接连接符 287">
            <a:extLst>
              <a:ext uri="{FF2B5EF4-FFF2-40B4-BE49-F238E27FC236}">
                <a16:creationId xmlns:a16="http://schemas.microsoft.com/office/drawing/2014/main" id="{31D028F0-4245-E9FE-D238-A657A546C42D}"/>
              </a:ext>
            </a:extLst>
          </p:cNvPr>
          <p:cNvCxnSpPr>
            <a:cxnSpLocks/>
          </p:cNvCxnSpPr>
          <p:nvPr/>
        </p:nvCxnSpPr>
        <p:spPr>
          <a:xfrm>
            <a:off x="6841604" y="5912750"/>
            <a:ext cx="346603" cy="208930"/>
          </a:xfrm>
          <a:prstGeom prst="line">
            <a:avLst/>
          </a:prstGeom>
          <a:noFill/>
          <a:ln w="6350" cap="flat" cmpd="sng" algn="ctr">
            <a:solidFill>
              <a:srgbClr val="13D4C8"/>
            </a:solidFill>
            <a:prstDash val="solid"/>
            <a:miter lim="800000"/>
          </a:ln>
          <a:effectLst/>
        </p:spPr>
      </p:cxnSp>
      <p:cxnSp>
        <p:nvCxnSpPr>
          <p:cNvPr id="279" name="直接连接符 289">
            <a:extLst>
              <a:ext uri="{FF2B5EF4-FFF2-40B4-BE49-F238E27FC236}">
                <a16:creationId xmlns:a16="http://schemas.microsoft.com/office/drawing/2014/main" id="{5E60D82D-3C95-192D-D7F9-DA46DCE96EC8}"/>
              </a:ext>
            </a:extLst>
          </p:cNvPr>
          <p:cNvCxnSpPr>
            <a:cxnSpLocks/>
          </p:cNvCxnSpPr>
          <p:nvPr/>
        </p:nvCxnSpPr>
        <p:spPr>
          <a:xfrm>
            <a:off x="7411448" y="5578482"/>
            <a:ext cx="346603" cy="208930"/>
          </a:xfrm>
          <a:prstGeom prst="line">
            <a:avLst/>
          </a:prstGeom>
          <a:noFill/>
          <a:ln w="6350" cap="flat" cmpd="sng" algn="ctr">
            <a:solidFill>
              <a:srgbClr val="13D4C8"/>
            </a:solidFill>
            <a:prstDash val="solid"/>
            <a:miter lim="800000"/>
          </a:ln>
          <a:effectLst/>
        </p:spPr>
      </p:cxnSp>
      <p:cxnSp>
        <p:nvCxnSpPr>
          <p:cNvPr id="280" name="直接连接符 290">
            <a:extLst>
              <a:ext uri="{FF2B5EF4-FFF2-40B4-BE49-F238E27FC236}">
                <a16:creationId xmlns:a16="http://schemas.microsoft.com/office/drawing/2014/main" id="{D6BDAB47-8579-3636-7DAC-4874D21DFA37}"/>
              </a:ext>
            </a:extLst>
          </p:cNvPr>
          <p:cNvCxnSpPr>
            <a:cxnSpLocks/>
          </p:cNvCxnSpPr>
          <p:nvPr/>
        </p:nvCxnSpPr>
        <p:spPr>
          <a:xfrm>
            <a:off x="8224476" y="5124653"/>
            <a:ext cx="346603" cy="208930"/>
          </a:xfrm>
          <a:prstGeom prst="line">
            <a:avLst/>
          </a:prstGeom>
          <a:noFill/>
          <a:ln w="6350" cap="flat" cmpd="sng" algn="ctr">
            <a:solidFill>
              <a:srgbClr val="13D4C8"/>
            </a:solidFill>
            <a:prstDash val="solid"/>
            <a:miter lim="800000"/>
          </a:ln>
          <a:effectLst/>
        </p:spPr>
      </p:cxnSp>
      <p:cxnSp>
        <p:nvCxnSpPr>
          <p:cNvPr id="281" name="直接连接符 291">
            <a:extLst>
              <a:ext uri="{FF2B5EF4-FFF2-40B4-BE49-F238E27FC236}">
                <a16:creationId xmlns:a16="http://schemas.microsoft.com/office/drawing/2014/main" id="{7C6A7A4A-BB07-75A3-7A53-303AE0CD4AD1}"/>
              </a:ext>
            </a:extLst>
          </p:cNvPr>
          <p:cNvCxnSpPr>
            <a:cxnSpLocks/>
          </p:cNvCxnSpPr>
          <p:nvPr/>
        </p:nvCxnSpPr>
        <p:spPr>
          <a:xfrm>
            <a:off x="8897701" y="4721101"/>
            <a:ext cx="346603" cy="208930"/>
          </a:xfrm>
          <a:prstGeom prst="line">
            <a:avLst/>
          </a:prstGeom>
          <a:noFill/>
          <a:ln w="6350" cap="flat" cmpd="sng" algn="ctr">
            <a:solidFill>
              <a:srgbClr val="13D4C8"/>
            </a:solidFill>
            <a:prstDash val="solid"/>
            <a:miter lim="800000"/>
          </a:ln>
          <a:effectLst/>
        </p:spPr>
      </p:cxnSp>
      <p:cxnSp>
        <p:nvCxnSpPr>
          <p:cNvPr id="282" name="直接连接符 292">
            <a:extLst>
              <a:ext uri="{FF2B5EF4-FFF2-40B4-BE49-F238E27FC236}">
                <a16:creationId xmlns:a16="http://schemas.microsoft.com/office/drawing/2014/main" id="{78CC37F1-01B3-7481-7825-8FE937666896}"/>
              </a:ext>
            </a:extLst>
          </p:cNvPr>
          <p:cNvCxnSpPr>
            <a:cxnSpLocks/>
          </p:cNvCxnSpPr>
          <p:nvPr/>
        </p:nvCxnSpPr>
        <p:spPr>
          <a:xfrm flipV="1">
            <a:off x="6841604" y="4725602"/>
            <a:ext cx="2069336" cy="1189145"/>
          </a:xfrm>
          <a:prstGeom prst="line">
            <a:avLst/>
          </a:prstGeom>
          <a:noFill/>
          <a:ln w="6350" cap="flat" cmpd="sng" algn="ctr">
            <a:solidFill>
              <a:srgbClr val="13D4C8"/>
            </a:solidFill>
            <a:prstDash val="solid"/>
            <a:miter lim="800000"/>
          </a:ln>
          <a:effectLst/>
        </p:spPr>
      </p:cxnSp>
      <p:sp>
        <p:nvSpPr>
          <p:cNvPr id="289" name="文本框 298">
            <a:extLst>
              <a:ext uri="{FF2B5EF4-FFF2-40B4-BE49-F238E27FC236}">
                <a16:creationId xmlns:a16="http://schemas.microsoft.com/office/drawing/2014/main" id="{F1ED0B00-2780-A089-67EE-45FA33C526CE}"/>
              </a:ext>
            </a:extLst>
          </p:cNvPr>
          <p:cNvSpPr txBox="1"/>
          <p:nvPr/>
        </p:nvSpPr>
        <p:spPr>
          <a:xfrm rot="1955366">
            <a:off x="6358162" y="2556315"/>
            <a:ext cx="659155" cy="246221"/>
          </a:xfrm>
          <a:prstGeom prst="rect">
            <a:avLst/>
          </a:prstGeom>
          <a:noFill/>
        </p:spPr>
        <p:txBody>
          <a:bodyPr wrap="none" rtlCol="0">
            <a:spAutoFit/>
          </a:bodyPr>
          <a:lstStyle/>
          <a:p>
            <a:pPr defTabSz="457200"/>
            <a:r>
              <a:rPr kumimoji="0" lang="ja-JP" altLang="en-US" sz="1000" b="1" dirty="0">
                <a:solidFill>
                  <a:srgbClr val="3C3C3C"/>
                </a:solidFill>
                <a:latin typeface="Microsoft YaHei" panose="020B0503020204020204" pitchFamily="34" charset="-122"/>
                <a:ea typeface="Microsoft YaHei" panose="020B0503020204020204" pitchFamily="34" charset="-122"/>
              </a:rPr>
              <a:t>発電所</a:t>
            </a:r>
            <a:r>
              <a:rPr kumimoji="0" lang="en-US" altLang="ja-JP" sz="1000" b="1" dirty="0">
                <a:solidFill>
                  <a:srgbClr val="3C3C3C"/>
                </a:solidFill>
                <a:latin typeface="Microsoft YaHei" panose="020B0503020204020204" pitchFamily="34" charset="-122"/>
                <a:ea typeface="Microsoft YaHei" panose="020B0503020204020204" pitchFamily="34" charset="-122"/>
              </a:rPr>
              <a:t>A</a:t>
            </a:r>
            <a:endParaRPr kumimoji="0" lang="en-US" altLang="zh-CN" sz="1000" b="1" dirty="0">
              <a:solidFill>
                <a:srgbClr val="3C3C3C"/>
              </a:solidFill>
              <a:latin typeface="Microsoft YaHei" panose="020B0503020204020204" pitchFamily="34" charset="-122"/>
              <a:ea typeface="Microsoft YaHei" panose="020B0503020204020204" pitchFamily="34" charset="-122"/>
            </a:endParaRPr>
          </a:p>
        </p:txBody>
      </p:sp>
      <p:sp>
        <p:nvSpPr>
          <p:cNvPr id="290" name="文本框 299">
            <a:extLst>
              <a:ext uri="{FF2B5EF4-FFF2-40B4-BE49-F238E27FC236}">
                <a16:creationId xmlns:a16="http://schemas.microsoft.com/office/drawing/2014/main" id="{A7FAB4BA-1E40-062C-DFB4-5D9DA2E9E862}"/>
              </a:ext>
            </a:extLst>
          </p:cNvPr>
          <p:cNvSpPr txBox="1"/>
          <p:nvPr/>
        </p:nvSpPr>
        <p:spPr>
          <a:xfrm rot="2229765">
            <a:off x="8449391" y="3785074"/>
            <a:ext cx="673582" cy="246221"/>
          </a:xfrm>
          <a:prstGeom prst="rect">
            <a:avLst/>
          </a:prstGeom>
          <a:noFill/>
        </p:spPr>
        <p:txBody>
          <a:bodyPr wrap="none" rtlCol="0">
            <a:spAutoFit/>
          </a:bodyPr>
          <a:lstStyle/>
          <a:p>
            <a:pPr defTabSz="457200"/>
            <a:r>
              <a:rPr kumimoji="0" lang="zh-CN" altLang="en-US" sz="1000" b="1" dirty="0">
                <a:solidFill>
                  <a:srgbClr val="3C3C3C"/>
                </a:solidFill>
                <a:latin typeface="Microsoft YaHei" panose="020B0503020204020204" pitchFamily="34" charset="-122"/>
                <a:ea typeface="Microsoft YaHei" panose="020B0503020204020204" pitchFamily="34" charset="-122"/>
              </a:rPr>
              <a:t>発電所</a:t>
            </a:r>
            <a:r>
              <a:rPr kumimoji="0" lang="en-US" altLang="zh-CN" sz="1000" b="1" dirty="0">
                <a:solidFill>
                  <a:srgbClr val="3C3C3C"/>
                </a:solidFill>
                <a:latin typeface="Microsoft YaHei" panose="020B0503020204020204" pitchFamily="34" charset="-122"/>
                <a:ea typeface="Microsoft YaHei" panose="020B0503020204020204" pitchFamily="34" charset="-122"/>
              </a:rPr>
              <a:t>N</a:t>
            </a:r>
          </a:p>
        </p:txBody>
      </p:sp>
      <p:cxnSp>
        <p:nvCxnSpPr>
          <p:cNvPr id="293" name="直接连接符 306">
            <a:extLst>
              <a:ext uri="{FF2B5EF4-FFF2-40B4-BE49-F238E27FC236}">
                <a16:creationId xmlns:a16="http://schemas.microsoft.com/office/drawing/2014/main" id="{CE379290-E4EC-B369-926C-7D27FB9C1DE1}"/>
              </a:ext>
            </a:extLst>
          </p:cNvPr>
          <p:cNvCxnSpPr>
            <a:cxnSpLocks/>
          </p:cNvCxnSpPr>
          <p:nvPr/>
        </p:nvCxnSpPr>
        <p:spPr>
          <a:xfrm>
            <a:off x="3773645" y="3143112"/>
            <a:ext cx="610604" cy="407143"/>
          </a:xfrm>
          <a:prstGeom prst="line">
            <a:avLst/>
          </a:prstGeom>
          <a:noFill/>
          <a:ln w="6350" cap="flat" cmpd="sng" algn="ctr">
            <a:solidFill>
              <a:srgbClr val="FFFFFF">
                <a:lumMod val="50000"/>
              </a:srgbClr>
            </a:solidFill>
            <a:prstDash val="solid"/>
            <a:miter lim="800000"/>
          </a:ln>
          <a:effectLst/>
        </p:spPr>
      </p:cxnSp>
      <p:cxnSp>
        <p:nvCxnSpPr>
          <p:cNvPr id="294" name="直接连接符 307">
            <a:extLst>
              <a:ext uri="{FF2B5EF4-FFF2-40B4-BE49-F238E27FC236}">
                <a16:creationId xmlns:a16="http://schemas.microsoft.com/office/drawing/2014/main" id="{D0615758-B410-49B3-6F3D-2D76C66E7AB9}"/>
              </a:ext>
            </a:extLst>
          </p:cNvPr>
          <p:cNvCxnSpPr>
            <a:cxnSpLocks/>
          </p:cNvCxnSpPr>
          <p:nvPr/>
        </p:nvCxnSpPr>
        <p:spPr>
          <a:xfrm>
            <a:off x="4269134" y="2873231"/>
            <a:ext cx="228197" cy="172707"/>
          </a:xfrm>
          <a:prstGeom prst="line">
            <a:avLst/>
          </a:prstGeom>
          <a:noFill/>
          <a:ln w="6350" cap="flat" cmpd="sng" algn="ctr">
            <a:solidFill>
              <a:srgbClr val="FFFFFF">
                <a:lumMod val="50000"/>
              </a:srgbClr>
            </a:solidFill>
            <a:prstDash val="solid"/>
            <a:miter lim="800000"/>
          </a:ln>
          <a:effectLst/>
        </p:spPr>
      </p:cxnSp>
      <p:cxnSp>
        <p:nvCxnSpPr>
          <p:cNvPr id="295" name="直接连接符 308">
            <a:extLst>
              <a:ext uri="{FF2B5EF4-FFF2-40B4-BE49-F238E27FC236}">
                <a16:creationId xmlns:a16="http://schemas.microsoft.com/office/drawing/2014/main" id="{0DCB09B6-A64D-FF31-73B2-8B06C15AF0CD}"/>
              </a:ext>
            </a:extLst>
          </p:cNvPr>
          <p:cNvCxnSpPr>
            <a:cxnSpLocks/>
          </p:cNvCxnSpPr>
          <p:nvPr/>
        </p:nvCxnSpPr>
        <p:spPr>
          <a:xfrm>
            <a:off x="4729142" y="2564635"/>
            <a:ext cx="607488" cy="397950"/>
          </a:xfrm>
          <a:prstGeom prst="line">
            <a:avLst/>
          </a:prstGeom>
          <a:noFill/>
          <a:ln w="6350" cap="flat" cmpd="sng" algn="ctr">
            <a:solidFill>
              <a:srgbClr val="FFFFFF">
                <a:lumMod val="50000"/>
              </a:srgbClr>
            </a:solidFill>
            <a:prstDash val="solid"/>
            <a:miter lim="800000"/>
          </a:ln>
          <a:effectLst/>
        </p:spPr>
      </p:cxnSp>
      <p:cxnSp>
        <p:nvCxnSpPr>
          <p:cNvPr id="296" name="直接连接符 309">
            <a:extLst>
              <a:ext uri="{FF2B5EF4-FFF2-40B4-BE49-F238E27FC236}">
                <a16:creationId xmlns:a16="http://schemas.microsoft.com/office/drawing/2014/main" id="{75127681-D2F5-8961-AE83-39069236F8B8}"/>
              </a:ext>
            </a:extLst>
          </p:cNvPr>
          <p:cNvCxnSpPr/>
          <p:nvPr/>
        </p:nvCxnSpPr>
        <p:spPr>
          <a:xfrm flipV="1">
            <a:off x="4383284" y="2960304"/>
            <a:ext cx="954356" cy="586639"/>
          </a:xfrm>
          <a:prstGeom prst="line">
            <a:avLst/>
          </a:prstGeom>
          <a:noFill/>
          <a:ln w="6350" cap="flat" cmpd="sng" algn="ctr">
            <a:solidFill>
              <a:srgbClr val="FFFFFF">
                <a:lumMod val="50000"/>
              </a:srgbClr>
            </a:solidFill>
            <a:prstDash val="solid"/>
            <a:miter lim="800000"/>
          </a:ln>
          <a:effectLst/>
        </p:spPr>
      </p:cxnSp>
      <p:cxnSp>
        <p:nvCxnSpPr>
          <p:cNvPr id="297" name="直接连接符 312">
            <a:extLst>
              <a:ext uri="{FF2B5EF4-FFF2-40B4-BE49-F238E27FC236}">
                <a16:creationId xmlns:a16="http://schemas.microsoft.com/office/drawing/2014/main" id="{2ABCE21C-0F06-C4F8-13F6-535A4C95797A}"/>
              </a:ext>
            </a:extLst>
          </p:cNvPr>
          <p:cNvCxnSpPr>
            <a:cxnSpLocks/>
          </p:cNvCxnSpPr>
          <p:nvPr/>
        </p:nvCxnSpPr>
        <p:spPr>
          <a:xfrm>
            <a:off x="5071528" y="3127009"/>
            <a:ext cx="252000" cy="180000"/>
          </a:xfrm>
          <a:prstGeom prst="line">
            <a:avLst/>
          </a:prstGeom>
          <a:noFill/>
          <a:ln w="6350" cap="flat" cmpd="sng" algn="ctr">
            <a:solidFill>
              <a:srgbClr val="FFFFFF">
                <a:lumMod val="50000"/>
              </a:srgbClr>
            </a:solidFill>
            <a:prstDash val="solid"/>
            <a:miter lim="800000"/>
          </a:ln>
          <a:effectLst/>
        </p:spPr>
      </p:cxnSp>
      <p:cxnSp>
        <p:nvCxnSpPr>
          <p:cNvPr id="299" name="直接连接符 315">
            <a:extLst>
              <a:ext uri="{FF2B5EF4-FFF2-40B4-BE49-F238E27FC236}">
                <a16:creationId xmlns:a16="http://schemas.microsoft.com/office/drawing/2014/main" id="{9C65AF9B-9101-3D89-23FD-76058760E40C}"/>
              </a:ext>
            </a:extLst>
          </p:cNvPr>
          <p:cNvCxnSpPr>
            <a:cxnSpLocks/>
          </p:cNvCxnSpPr>
          <p:nvPr/>
        </p:nvCxnSpPr>
        <p:spPr>
          <a:xfrm flipV="1">
            <a:off x="4195400" y="3041678"/>
            <a:ext cx="301931" cy="186166"/>
          </a:xfrm>
          <a:prstGeom prst="line">
            <a:avLst/>
          </a:prstGeom>
          <a:noFill/>
          <a:ln w="6350" cap="flat" cmpd="sng" algn="ctr">
            <a:solidFill>
              <a:srgbClr val="FFFFFF">
                <a:lumMod val="50000"/>
              </a:srgbClr>
            </a:solidFill>
            <a:prstDash val="solid"/>
            <a:miter lim="800000"/>
          </a:ln>
          <a:effectLst/>
        </p:spPr>
      </p:cxnSp>
      <p:pic>
        <p:nvPicPr>
          <p:cNvPr id="300" name="图片 316">
            <a:extLst>
              <a:ext uri="{FF2B5EF4-FFF2-40B4-BE49-F238E27FC236}">
                <a16:creationId xmlns:a16="http://schemas.microsoft.com/office/drawing/2014/main" id="{F80CDEEF-701B-BA3E-4BF9-816807D9459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5108" t="18567" r="89924" b="75133"/>
          <a:stretch>
            <a:fillRect/>
          </a:stretch>
        </p:blipFill>
        <p:spPr bwMode="auto">
          <a:xfrm>
            <a:off x="3501423" y="2865225"/>
            <a:ext cx="442912" cy="414338"/>
          </a:xfrm>
          <a:custGeom>
            <a:avLst/>
            <a:gdLst>
              <a:gd name="connsiteX0" fmla="*/ 338137 w 442912"/>
              <a:gd name="connsiteY0" fmla="*/ 0 h 414338"/>
              <a:gd name="connsiteX1" fmla="*/ 423862 w 442912"/>
              <a:gd name="connsiteY1" fmla="*/ 52388 h 414338"/>
              <a:gd name="connsiteX2" fmla="*/ 442912 w 442912"/>
              <a:gd name="connsiteY2" fmla="*/ 233363 h 414338"/>
              <a:gd name="connsiteX3" fmla="*/ 109537 w 442912"/>
              <a:gd name="connsiteY3" fmla="*/ 414338 h 414338"/>
              <a:gd name="connsiteX4" fmla="*/ 0 w 442912"/>
              <a:gd name="connsiteY4" fmla="*/ 342900 h 414338"/>
              <a:gd name="connsiteX5" fmla="*/ 4762 w 442912"/>
              <a:gd name="connsiteY5" fmla="*/ 180975 h 414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42912" h="414338">
                <a:moveTo>
                  <a:pt x="338137" y="0"/>
                </a:moveTo>
                <a:lnTo>
                  <a:pt x="423862" y="52388"/>
                </a:lnTo>
                <a:lnTo>
                  <a:pt x="442912" y="233363"/>
                </a:lnTo>
                <a:lnTo>
                  <a:pt x="109537" y="414338"/>
                </a:lnTo>
                <a:lnTo>
                  <a:pt x="0" y="342900"/>
                </a:lnTo>
                <a:lnTo>
                  <a:pt x="4762" y="180975"/>
                </a:lnTo>
                <a:close/>
              </a:path>
            </a:pathLst>
          </a:custGeom>
          <a:noFill/>
          <a:extLst>
            <a:ext uri="{909E8E84-426E-40DD-AFC4-6F175D3DCCD1}">
              <a14:hiddenFill xmlns:a14="http://schemas.microsoft.com/office/drawing/2010/main">
                <a:solidFill>
                  <a:srgbClr val="FFFFFF"/>
                </a:solidFill>
              </a14:hiddenFill>
            </a:ext>
          </a:extLst>
        </p:spPr>
      </p:pic>
      <p:pic>
        <p:nvPicPr>
          <p:cNvPr id="301" name="图片 317">
            <a:extLst>
              <a:ext uri="{FF2B5EF4-FFF2-40B4-BE49-F238E27FC236}">
                <a16:creationId xmlns:a16="http://schemas.microsoft.com/office/drawing/2014/main" id="{6F452EFA-FF6E-6541-1759-94F4025B25E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5108" t="18567" r="89924" b="75133"/>
          <a:stretch>
            <a:fillRect/>
          </a:stretch>
        </p:blipFill>
        <p:spPr bwMode="auto">
          <a:xfrm>
            <a:off x="3971917" y="2581570"/>
            <a:ext cx="442912" cy="414338"/>
          </a:xfrm>
          <a:custGeom>
            <a:avLst/>
            <a:gdLst>
              <a:gd name="connsiteX0" fmla="*/ 338137 w 442912"/>
              <a:gd name="connsiteY0" fmla="*/ 0 h 414338"/>
              <a:gd name="connsiteX1" fmla="*/ 423862 w 442912"/>
              <a:gd name="connsiteY1" fmla="*/ 52388 h 414338"/>
              <a:gd name="connsiteX2" fmla="*/ 442912 w 442912"/>
              <a:gd name="connsiteY2" fmla="*/ 233363 h 414338"/>
              <a:gd name="connsiteX3" fmla="*/ 109537 w 442912"/>
              <a:gd name="connsiteY3" fmla="*/ 414338 h 414338"/>
              <a:gd name="connsiteX4" fmla="*/ 0 w 442912"/>
              <a:gd name="connsiteY4" fmla="*/ 342900 h 414338"/>
              <a:gd name="connsiteX5" fmla="*/ 4762 w 442912"/>
              <a:gd name="connsiteY5" fmla="*/ 180975 h 414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42912" h="414338">
                <a:moveTo>
                  <a:pt x="338137" y="0"/>
                </a:moveTo>
                <a:lnTo>
                  <a:pt x="423862" y="52388"/>
                </a:lnTo>
                <a:lnTo>
                  <a:pt x="442912" y="233363"/>
                </a:lnTo>
                <a:lnTo>
                  <a:pt x="109537" y="414338"/>
                </a:lnTo>
                <a:lnTo>
                  <a:pt x="0" y="342900"/>
                </a:lnTo>
                <a:lnTo>
                  <a:pt x="4762" y="180975"/>
                </a:lnTo>
                <a:close/>
              </a:path>
            </a:pathLst>
          </a:custGeom>
          <a:noFill/>
          <a:extLst>
            <a:ext uri="{909E8E84-426E-40DD-AFC4-6F175D3DCCD1}">
              <a14:hiddenFill xmlns:a14="http://schemas.microsoft.com/office/drawing/2010/main">
                <a:solidFill>
                  <a:srgbClr val="FFFFFF"/>
                </a:solidFill>
              </a14:hiddenFill>
            </a:ext>
          </a:extLst>
        </p:spPr>
      </p:pic>
      <p:pic>
        <p:nvPicPr>
          <p:cNvPr id="302" name="图片 318">
            <a:extLst>
              <a:ext uri="{FF2B5EF4-FFF2-40B4-BE49-F238E27FC236}">
                <a16:creationId xmlns:a16="http://schemas.microsoft.com/office/drawing/2014/main" id="{8864EAB6-5282-2C31-7756-BF7FF847F4D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5108" t="18567" r="89924" b="75133"/>
          <a:stretch>
            <a:fillRect/>
          </a:stretch>
        </p:blipFill>
        <p:spPr bwMode="auto">
          <a:xfrm>
            <a:off x="4455434" y="2280403"/>
            <a:ext cx="442912" cy="414338"/>
          </a:xfrm>
          <a:custGeom>
            <a:avLst/>
            <a:gdLst>
              <a:gd name="connsiteX0" fmla="*/ 338137 w 442912"/>
              <a:gd name="connsiteY0" fmla="*/ 0 h 414338"/>
              <a:gd name="connsiteX1" fmla="*/ 423862 w 442912"/>
              <a:gd name="connsiteY1" fmla="*/ 52388 h 414338"/>
              <a:gd name="connsiteX2" fmla="*/ 442912 w 442912"/>
              <a:gd name="connsiteY2" fmla="*/ 233363 h 414338"/>
              <a:gd name="connsiteX3" fmla="*/ 109537 w 442912"/>
              <a:gd name="connsiteY3" fmla="*/ 414338 h 414338"/>
              <a:gd name="connsiteX4" fmla="*/ 0 w 442912"/>
              <a:gd name="connsiteY4" fmla="*/ 342900 h 414338"/>
              <a:gd name="connsiteX5" fmla="*/ 4762 w 442912"/>
              <a:gd name="connsiteY5" fmla="*/ 180975 h 414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42912" h="414338">
                <a:moveTo>
                  <a:pt x="338137" y="0"/>
                </a:moveTo>
                <a:lnTo>
                  <a:pt x="423862" y="52388"/>
                </a:lnTo>
                <a:lnTo>
                  <a:pt x="442912" y="233363"/>
                </a:lnTo>
                <a:lnTo>
                  <a:pt x="109537" y="414338"/>
                </a:lnTo>
                <a:lnTo>
                  <a:pt x="0" y="342900"/>
                </a:lnTo>
                <a:lnTo>
                  <a:pt x="4762" y="180975"/>
                </a:lnTo>
                <a:close/>
              </a:path>
            </a:pathLst>
          </a:custGeom>
          <a:noFill/>
          <a:extLst>
            <a:ext uri="{909E8E84-426E-40DD-AFC4-6F175D3DCCD1}">
              <a14:hiddenFill xmlns:a14="http://schemas.microsoft.com/office/drawing/2010/main">
                <a:solidFill>
                  <a:srgbClr val="FFFFFF"/>
                </a:solidFill>
              </a14:hiddenFill>
            </a:ext>
          </a:extLst>
        </p:spPr>
      </p:pic>
      <p:pic>
        <p:nvPicPr>
          <p:cNvPr id="303" name="图片 319">
            <a:extLst>
              <a:ext uri="{FF2B5EF4-FFF2-40B4-BE49-F238E27FC236}">
                <a16:creationId xmlns:a16="http://schemas.microsoft.com/office/drawing/2014/main" id="{C1CF675F-1A32-32D0-FE73-5F0FC04D9A33}"/>
              </a:ext>
            </a:extLst>
          </p:cNvPr>
          <p:cNvPicPr>
            <a:picLocks noChangeAspect="1" noChangeArrowheads="1"/>
          </p:cNvPicPr>
          <p:nvPr/>
        </p:nvPicPr>
        <p:blipFill>
          <a:blip r:embed="rId3">
            <a:duotone>
              <a:srgbClr val="FFC000">
                <a:shade val="45000"/>
                <a:satMod val="135000"/>
              </a:srgbClr>
              <a:prstClr val="white"/>
            </a:duotone>
            <a:extLst>
              <a:ext uri="{28A0092B-C50C-407E-A947-70E740481C1C}">
                <a14:useLocalDpi xmlns:a14="http://schemas.microsoft.com/office/drawing/2010/main" val="0"/>
              </a:ext>
            </a:extLst>
          </a:blip>
          <a:srcRect l="33280" t="12741" r="58363" b="79882"/>
          <a:stretch>
            <a:fillRect/>
          </a:stretch>
        </p:blipFill>
        <p:spPr bwMode="auto">
          <a:xfrm>
            <a:off x="4112894" y="3078651"/>
            <a:ext cx="397635" cy="259173"/>
          </a:xfrm>
          <a:custGeom>
            <a:avLst/>
            <a:gdLst>
              <a:gd name="connsiteX0" fmla="*/ 449580 w 853440"/>
              <a:gd name="connsiteY0" fmla="*/ 0 h 556260"/>
              <a:gd name="connsiteX1" fmla="*/ 830580 w 853440"/>
              <a:gd name="connsiteY1" fmla="*/ 205740 h 556260"/>
              <a:gd name="connsiteX2" fmla="*/ 853440 w 853440"/>
              <a:gd name="connsiteY2" fmla="*/ 304800 h 556260"/>
              <a:gd name="connsiteX3" fmla="*/ 396240 w 853440"/>
              <a:gd name="connsiteY3" fmla="*/ 556260 h 556260"/>
              <a:gd name="connsiteX4" fmla="*/ 0 w 853440"/>
              <a:gd name="connsiteY4" fmla="*/ 342900 h 556260"/>
              <a:gd name="connsiteX5" fmla="*/ 0 w 853440"/>
              <a:gd name="connsiteY5" fmla="*/ 251460 h 556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53440" h="556260">
                <a:moveTo>
                  <a:pt x="449580" y="0"/>
                </a:moveTo>
                <a:lnTo>
                  <a:pt x="830580" y="205740"/>
                </a:lnTo>
                <a:lnTo>
                  <a:pt x="853440" y="304800"/>
                </a:lnTo>
                <a:lnTo>
                  <a:pt x="396240" y="556260"/>
                </a:lnTo>
                <a:lnTo>
                  <a:pt x="0" y="342900"/>
                </a:lnTo>
                <a:lnTo>
                  <a:pt x="0" y="251460"/>
                </a:lnTo>
                <a:close/>
              </a:path>
            </a:pathLst>
          </a:custGeom>
          <a:noFill/>
          <a:extLst>
            <a:ext uri="{909E8E84-426E-40DD-AFC4-6F175D3DCCD1}">
              <a14:hiddenFill xmlns:a14="http://schemas.microsoft.com/office/drawing/2010/main">
                <a:solidFill>
                  <a:srgbClr val="FFFFFF"/>
                </a:solidFill>
              </a14:hiddenFill>
            </a:ext>
          </a:extLst>
        </p:spPr>
      </p:pic>
      <p:pic>
        <p:nvPicPr>
          <p:cNvPr id="306" name="图片 314">
            <a:extLst>
              <a:ext uri="{FF2B5EF4-FFF2-40B4-BE49-F238E27FC236}">
                <a16:creationId xmlns:a16="http://schemas.microsoft.com/office/drawing/2014/main" id="{C511D4FE-9623-16B3-B8E2-3262FFFFB4A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33280" t="12741" r="58363" b="79882"/>
          <a:stretch>
            <a:fillRect/>
          </a:stretch>
        </p:blipFill>
        <p:spPr bwMode="auto">
          <a:xfrm>
            <a:off x="3860050" y="3223239"/>
            <a:ext cx="428538" cy="279315"/>
          </a:xfrm>
          <a:custGeom>
            <a:avLst/>
            <a:gdLst>
              <a:gd name="connsiteX0" fmla="*/ 449580 w 853440"/>
              <a:gd name="connsiteY0" fmla="*/ 0 h 556260"/>
              <a:gd name="connsiteX1" fmla="*/ 830580 w 853440"/>
              <a:gd name="connsiteY1" fmla="*/ 205740 h 556260"/>
              <a:gd name="connsiteX2" fmla="*/ 853440 w 853440"/>
              <a:gd name="connsiteY2" fmla="*/ 304800 h 556260"/>
              <a:gd name="connsiteX3" fmla="*/ 396240 w 853440"/>
              <a:gd name="connsiteY3" fmla="*/ 556260 h 556260"/>
              <a:gd name="connsiteX4" fmla="*/ 0 w 853440"/>
              <a:gd name="connsiteY4" fmla="*/ 342900 h 556260"/>
              <a:gd name="connsiteX5" fmla="*/ 0 w 853440"/>
              <a:gd name="connsiteY5" fmla="*/ 251460 h 556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53440" h="556260">
                <a:moveTo>
                  <a:pt x="449580" y="0"/>
                </a:moveTo>
                <a:lnTo>
                  <a:pt x="830580" y="205740"/>
                </a:lnTo>
                <a:lnTo>
                  <a:pt x="853440" y="304800"/>
                </a:lnTo>
                <a:lnTo>
                  <a:pt x="396240" y="556260"/>
                </a:lnTo>
                <a:lnTo>
                  <a:pt x="0" y="342900"/>
                </a:lnTo>
                <a:lnTo>
                  <a:pt x="0" y="251460"/>
                </a:lnTo>
                <a:close/>
              </a:path>
            </a:pathLst>
          </a:custGeom>
          <a:noFill/>
          <a:extLst>
            <a:ext uri="{909E8E84-426E-40DD-AFC4-6F175D3DCCD1}">
              <a14:hiddenFill xmlns:a14="http://schemas.microsoft.com/office/drawing/2010/main">
                <a:solidFill>
                  <a:srgbClr val="FFFFFF"/>
                </a:solidFill>
              </a14:hiddenFill>
            </a:ext>
          </a:extLst>
        </p:spPr>
      </p:pic>
      <p:pic>
        <p:nvPicPr>
          <p:cNvPr id="309" name="图片 325">
            <a:extLst>
              <a:ext uri="{FF2B5EF4-FFF2-40B4-BE49-F238E27FC236}">
                <a16:creationId xmlns:a16="http://schemas.microsoft.com/office/drawing/2014/main" id="{A669F993-36FF-69D2-CED6-2E6D2C5AAD1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73246" t="17387" r="22619" b="77267"/>
          <a:stretch>
            <a:fillRect/>
          </a:stretch>
        </p:blipFill>
        <p:spPr bwMode="auto">
          <a:xfrm>
            <a:off x="8739795" y="2544702"/>
            <a:ext cx="378821" cy="356317"/>
          </a:xfrm>
          <a:custGeom>
            <a:avLst/>
            <a:gdLst>
              <a:gd name="connsiteX0" fmla="*/ 238125 w 962025"/>
              <a:gd name="connsiteY0" fmla="*/ 0 h 904875"/>
              <a:gd name="connsiteX1" fmla="*/ 952500 w 962025"/>
              <a:gd name="connsiteY1" fmla="*/ 390525 h 904875"/>
              <a:gd name="connsiteX2" fmla="*/ 962025 w 962025"/>
              <a:gd name="connsiteY2" fmla="*/ 800100 h 904875"/>
              <a:gd name="connsiteX3" fmla="*/ 771525 w 962025"/>
              <a:gd name="connsiteY3" fmla="*/ 904875 h 904875"/>
              <a:gd name="connsiteX4" fmla="*/ 9525 w 962025"/>
              <a:gd name="connsiteY4" fmla="*/ 533400 h 904875"/>
              <a:gd name="connsiteX5" fmla="*/ 0 w 962025"/>
              <a:gd name="connsiteY5" fmla="*/ 114300 h 904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62025" h="904875">
                <a:moveTo>
                  <a:pt x="238125" y="0"/>
                </a:moveTo>
                <a:lnTo>
                  <a:pt x="952500" y="390525"/>
                </a:lnTo>
                <a:lnTo>
                  <a:pt x="962025" y="800100"/>
                </a:lnTo>
                <a:lnTo>
                  <a:pt x="771525" y="904875"/>
                </a:lnTo>
                <a:lnTo>
                  <a:pt x="9525" y="533400"/>
                </a:lnTo>
                <a:lnTo>
                  <a:pt x="0" y="114300"/>
                </a:lnTo>
                <a:close/>
              </a:path>
            </a:pathLst>
          </a:custGeom>
          <a:noFill/>
          <a:extLst>
            <a:ext uri="{909E8E84-426E-40DD-AFC4-6F175D3DCCD1}">
              <a14:hiddenFill xmlns:a14="http://schemas.microsoft.com/office/drawing/2010/main">
                <a:solidFill>
                  <a:srgbClr val="FFFFFF"/>
                </a:solidFill>
              </a14:hiddenFill>
            </a:ext>
          </a:extLst>
        </p:spPr>
      </p:pic>
      <p:pic>
        <p:nvPicPr>
          <p:cNvPr id="310" name="图片 326">
            <a:extLst>
              <a:ext uri="{FF2B5EF4-FFF2-40B4-BE49-F238E27FC236}">
                <a16:creationId xmlns:a16="http://schemas.microsoft.com/office/drawing/2014/main" id="{AF15DFC0-C612-6035-3FC5-CC7F57FBD34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73246" t="17387" r="22619" b="77267"/>
          <a:stretch>
            <a:fillRect/>
          </a:stretch>
        </p:blipFill>
        <p:spPr bwMode="auto">
          <a:xfrm>
            <a:off x="9171453" y="2812895"/>
            <a:ext cx="378821" cy="356317"/>
          </a:xfrm>
          <a:custGeom>
            <a:avLst/>
            <a:gdLst>
              <a:gd name="connsiteX0" fmla="*/ 238125 w 962025"/>
              <a:gd name="connsiteY0" fmla="*/ 0 h 904875"/>
              <a:gd name="connsiteX1" fmla="*/ 952500 w 962025"/>
              <a:gd name="connsiteY1" fmla="*/ 390525 h 904875"/>
              <a:gd name="connsiteX2" fmla="*/ 962025 w 962025"/>
              <a:gd name="connsiteY2" fmla="*/ 800100 h 904875"/>
              <a:gd name="connsiteX3" fmla="*/ 771525 w 962025"/>
              <a:gd name="connsiteY3" fmla="*/ 904875 h 904875"/>
              <a:gd name="connsiteX4" fmla="*/ 9525 w 962025"/>
              <a:gd name="connsiteY4" fmla="*/ 533400 h 904875"/>
              <a:gd name="connsiteX5" fmla="*/ 0 w 962025"/>
              <a:gd name="connsiteY5" fmla="*/ 114300 h 904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62025" h="904875">
                <a:moveTo>
                  <a:pt x="238125" y="0"/>
                </a:moveTo>
                <a:lnTo>
                  <a:pt x="952500" y="390525"/>
                </a:lnTo>
                <a:lnTo>
                  <a:pt x="962025" y="800100"/>
                </a:lnTo>
                <a:lnTo>
                  <a:pt x="771525" y="904875"/>
                </a:lnTo>
                <a:lnTo>
                  <a:pt x="9525" y="533400"/>
                </a:lnTo>
                <a:lnTo>
                  <a:pt x="0" y="114300"/>
                </a:lnTo>
                <a:close/>
              </a:path>
            </a:pathLst>
          </a:custGeom>
          <a:noFill/>
          <a:extLst>
            <a:ext uri="{909E8E84-426E-40DD-AFC4-6F175D3DCCD1}">
              <a14:hiddenFill xmlns:a14="http://schemas.microsoft.com/office/drawing/2010/main">
                <a:solidFill>
                  <a:srgbClr val="FFFFFF"/>
                </a:solidFill>
              </a14:hiddenFill>
            </a:ext>
          </a:extLst>
        </p:spPr>
      </p:pic>
      <p:pic>
        <p:nvPicPr>
          <p:cNvPr id="311" name="图片 327">
            <a:extLst>
              <a:ext uri="{FF2B5EF4-FFF2-40B4-BE49-F238E27FC236}">
                <a16:creationId xmlns:a16="http://schemas.microsoft.com/office/drawing/2014/main" id="{1EC8422D-76B1-0EB0-E2C4-1EE57A30303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73246" t="17387" r="22619" b="77267"/>
          <a:stretch>
            <a:fillRect/>
          </a:stretch>
        </p:blipFill>
        <p:spPr bwMode="auto">
          <a:xfrm>
            <a:off x="9602731" y="3089314"/>
            <a:ext cx="378821" cy="356317"/>
          </a:xfrm>
          <a:custGeom>
            <a:avLst/>
            <a:gdLst>
              <a:gd name="connsiteX0" fmla="*/ 238125 w 962025"/>
              <a:gd name="connsiteY0" fmla="*/ 0 h 904875"/>
              <a:gd name="connsiteX1" fmla="*/ 952500 w 962025"/>
              <a:gd name="connsiteY1" fmla="*/ 390525 h 904875"/>
              <a:gd name="connsiteX2" fmla="*/ 962025 w 962025"/>
              <a:gd name="connsiteY2" fmla="*/ 800100 h 904875"/>
              <a:gd name="connsiteX3" fmla="*/ 771525 w 962025"/>
              <a:gd name="connsiteY3" fmla="*/ 904875 h 904875"/>
              <a:gd name="connsiteX4" fmla="*/ 9525 w 962025"/>
              <a:gd name="connsiteY4" fmla="*/ 533400 h 904875"/>
              <a:gd name="connsiteX5" fmla="*/ 0 w 962025"/>
              <a:gd name="connsiteY5" fmla="*/ 114300 h 904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62025" h="904875">
                <a:moveTo>
                  <a:pt x="238125" y="0"/>
                </a:moveTo>
                <a:lnTo>
                  <a:pt x="952500" y="390525"/>
                </a:lnTo>
                <a:lnTo>
                  <a:pt x="962025" y="800100"/>
                </a:lnTo>
                <a:lnTo>
                  <a:pt x="771525" y="904875"/>
                </a:lnTo>
                <a:lnTo>
                  <a:pt x="9525" y="533400"/>
                </a:lnTo>
                <a:lnTo>
                  <a:pt x="0" y="114300"/>
                </a:lnTo>
                <a:close/>
              </a:path>
            </a:pathLst>
          </a:custGeom>
          <a:noFill/>
          <a:extLst>
            <a:ext uri="{909E8E84-426E-40DD-AFC4-6F175D3DCCD1}">
              <a14:hiddenFill xmlns:a14="http://schemas.microsoft.com/office/drawing/2010/main">
                <a:solidFill>
                  <a:srgbClr val="FFFFFF"/>
                </a:solidFill>
              </a14:hiddenFill>
            </a:ext>
          </a:extLst>
        </p:spPr>
      </p:pic>
      <p:cxnSp>
        <p:nvCxnSpPr>
          <p:cNvPr id="313" name="直接连接符 329">
            <a:extLst>
              <a:ext uri="{FF2B5EF4-FFF2-40B4-BE49-F238E27FC236}">
                <a16:creationId xmlns:a16="http://schemas.microsoft.com/office/drawing/2014/main" id="{4AC9690F-6291-0847-812A-1543F921C9F0}"/>
              </a:ext>
            </a:extLst>
          </p:cNvPr>
          <p:cNvCxnSpPr>
            <a:cxnSpLocks/>
          </p:cNvCxnSpPr>
          <p:nvPr/>
        </p:nvCxnSpPr>
        <p:spPr>
          <a:xfrm flipH="1">
            <a:off x="8587407" y="2784249"/>
            <a:ext cx="228601" cy="146050"/>
          </a:xfrm>
          <a:prstGeom prst="line">
            <a:avLst/>
          </a:prstGeom>
          <a:noFill/>
          <a:ln w="6350" cap="flat" cmpd="sng" algn="ctr">
            <a:solidFill>
              <a:srgbClr val="FFFFFF">
                <a:lumMod val="50000"/>
              </a:srgbClr>
            </a:solidFill>
            <a:prstDash val="solid"/>
            <a:miter lim="800000"/>
          </a:ln>
          <a:effectLst/>
        </p:spPr>
      </p:cxnSp>
      <p:cxnSp>
        <p:nvCxnSpPr>
          <p:cNvPr id="314" name="直接连接符 330">
            <a:extLst>
              <a:ext uri="{FF2B5EF4-FFF2-40B4-BE49-F238E27FC236}">
                <a16:creationId xmlns:a16="http://schemas.microsoft.com/office/drawing/2014/main" id="{991A0FE7-3363-A0B9-7B7A-19C83F9A7F9E}"/>
              </a:ext>
            </a:extLst>
          </p:cNvPr>
          <p:cNvCxnSpPr>
            <a:cxnSpLocks/>
          </p:cNvCxnSpPr>
          <p:nvPr/>
        </p:nvCxnSpPr>
        <p:spPr>
          <a:xfrm flipH="1">
            <a:off x="9000157" y="3082432"/>
            <a:ext cx="304768" cy="206642"/>
          </a:xfrm>
          <a:prstGeom prst="line">
            <a:avLst/>
          </a:prstGeom>
          <a:noFill/>
          <a:ln w="6350" cap="flat" cmpd="sng" algn="ctr">
            <a:solidFill>
              <a:srgbClr val="FFFFFF">
                <a:lumMod val="50000"/>
              </a:srgbClr>
            </a:solidFill>
            <a:prstDash val="solid"/>
            <a:miter lim="800000"/>
          </a:ln>
          <a:effectLst/>
        </p:spPr>
      </p:cxnSp>
      <p:cxnSp>
        <p:nvCxnSpPr>
          <p:cNvPr id="315" name="直接连接符 331">
            <a:extLst>
              <a:ext uri="{FF2B5EF4-FFF2-40B4-BE49-F238E27FC236}">
                <a16:creationId xmlns:a16="http://schemas.microsoft.com/office/drawing/2014/main" id="{98821CA4-4251-51D2-C956-E8B174FAE33B}"/>
              </a:ext>
            </a:extLst>
          </p:cNvPr>
          <p:cNvCxnSpPr>
            <a:cxnSpLocks/>
          </p:cNvCxnSpPr>
          <p:nvPr/>
        </p:nvCxnSpPr>
        <p:spPr>
          <a:xfrm flipH="1">
            <a:off x="8333408" y="3050949"/>
            <a:ext cx="95249" cy="66675"/>
          </a:xfrm>
          <a:prstGeom prst="line">
            <a:avLst/>
          </a:prstGeom>
          <a:noFill/>
          <a:ln w="6350" cap="flat" cmpd="sng" algn="ctr">
            <a:solidFill>
              <a:srgbClr val="FFFFFF">
                <a:lumMod val="50000"/>
              </a:srgbClr>
            </a:solidFill>
            <a:prstDash val="solid"/>
            <a:miter lim="800000"/>
          </a:ln>
          <a:effectLst/>
        </p:spPr>
      </p:cxnSp>
      <p:cxnSp>
        <p:nvCxnSpPr>
          <p:cNvPr id="316" name="直接连接符 332">
            <a:extLst>
              <a:ext uri="{FF2B5EF4-FFF2-40B4-BE49-F238E27FC236}">
                <a16:creationId xmlns:a16="http://schemas.microsoft.com/office/drawing/2014/main" id="{424125BF-2776-E046-BE5C-0BF01EE9C13C}"/>
              </a:ext>
            </a:extLst>
          </p:cNvPr>
          <p:cNvCxnSpPr>
            <a:cxnSpLocks/>
          </p:cNvCxnSpPr>
          <p:nvPr/>
        </p:nvCxnSpPr>
        <p:spPr>
          <a:xfrm>
            <a:off x="8333407" y="3117624"/>
            <a:ext cx="606425" cy="381000"/>
          </a:xfrm>
          <a:prstGeom prst="line">
            <a:avLst/>
          </a:prstGeom>
          <a:noFill/>
          <a:ln w="6350" cap="flat" cmpd="sng" algn="ctr">
            <a:solidFill>
              <a:srgbClr val="FFFFFF">
                <a:lumMod val="50000"/>
              </a:srgbClr>
            </a:solidFill>
            <a:prstDash val="solid"/>
            <a:miter lim="800000"/>
          </a:ln>
          <a:effectLst/>
        </p:spPr>
      </p:cxnSp>
      <p:cxnSp>
        <p:nvCxnSpPr>
          <p:cNvPr id="317" name="直接连接符 333">
            <a:extLst>
              <a:ext uri="{FF2B5EF4-FFF2-40B4-BE49-F238E27FC236}">
                <a16:creationId xmlns:a16="http://schemas.microsoft.com/office/drawing/2014/main" id="{01B2FEDF-B754-66ED-6F7B-3028A851C76E}"/>
              </a:ext>
            </a:extLst>
          </p:cNvPr>
          <p:cNvCxnSpPr>
            <a:cxnSpLocks/>
          </p:cNvCxnSpPr>
          <p:nvPr/>
        </p:nvCxnSpPr>
        <p:spPr>
          <a:xfrm>
            <a:off x="8656593" y="3064103"/>
            <a:ext cx="343564" cy="224971"/>
          </a:xfrm>
          <a:prstGeom prst="line">
            <a:avLst/>
          </a:prstGeom>
          <a:noFill/>
          <a:ln w="6350" cap="flat" cmpd="sng" algn="ctr">
            <a:solidFill>
              <a:srgbClr val="FFFFFF">
                <a:lumMod val="50000"/>
              </a:srgbClr>
            </a:solidFill>
            <a:prstDash val="solid"/>
            <a:miter lim="800000"/>
          </a:ln>
          <a:effectLst/>
        </p:spPr>
      </p:cxnSp>
      <p:pic>
        <p:nvPicPr>
          <p:cNvPr id="318" name="图片 334">
            <a:extLst>
              <a:ext uri="{FF2B5EF4-FFF2-40B4-BE49-F238E27FC236}">
                <a16:creationId xmlns:a16="http://schemas.microsoft.com/office/drawing/2014/main" id="{9AC5D8F1-DA3F-F16E-3118-C52EB5F6F6F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33280" t="12741" r="58363" b="79882"/>
          <a:stretch>
            <a:fillRect/>
          </a:stretch>
        </p:blipFill>
        <p:spPr bwMode="auto">
          <a:xfrm flipH="1">
            <a:off x="8327541" y="2862755"/>
            <a:ext cx="320046" cy="233174"/>
          </a:xfrm>
          <a:custGeom>
            <a:avLst/>
            <a:gdLst>
              <a:gd name="connsiteX0" fmla="*/ 449580 w 853440"/>
              <a:gd name="connsiteY0" fmla="*/ 0 h 556260"/>
              <a:gd name="connsiteX1" fmla="*/ 830580 w 853440"/>
              <a:gd name="connsiteY1" fmla="*/ 205740 h 556260"/>
              <a:gd name="connsiteX2" fmla="*/ 853440 w 853440"/>
              <a:gd name="connsiteY2" fmla="*/ 304800 h 556260"/>
              <a:gd name="connsiteX3" fmla="*/ 396240 w 853440"/>
              <a:gd name="connsiteY3" fmla="*/ 556260 h 556260"/>
              <a:gd name="connsiteX4" fmla="*/ 0 w 853440"/>
              <a:gd name="connsiteY4" fmla="*/ 342900 h 556260"/>
              <a:gd name="connsiteX5" fmla="*/ 0 w 853440"/>
              <a:gd name="connsiteY5" fmla="*/ 251460 h 556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53440" h="556260">
                <a:moveTo>
                  <a:pt x="449580" y="0"/>
                </a:moveTo>
                <a:lnTo>
                  <a:pt x="830580" y="205740"/>
                </a:lnTo>
                <a:lnTo>
                  <a:pt x="853440" y="304800"/>
                </a:lnTo>
                <a:lnTo>
                  <a:pt x="396240" y="556260"/>
                </a:lnTo>
                <a:lnTo>
                  <a:pt x="0" y="342900"/>
                </a:lnTo>
                <a:lnTo>
                  <a:pt x="0" y="251460"/>
                </a:lnTo>
                <a:close/>
              </a:path>
            </a:pathLst>
          </a:custGeom>
          <a:noFill/>
          <a:extLst>
            <a:ext uri="{909E8E84-426E-40DD-AFC4-6F175D3DCCD1}">
              <a14:hiddenFill xmlns:a14="http://schemas.microsoft.com/office/drawing/2010/main">
                <a:solidFill>
                  <a:srgbClr val="FFFFFF"/>
                </a:solidFill>
              </a14:hiddenFill>
            </a:ext>
          </a:extLst>
        </p:spPr>
      </p:pic>
      <p:cxnSp>
        <p:nvCxnSpPr>
          <p:cNvPr id="319" name="直接连接符 335">
            <a:extLst>
              <a:ext uri="{FF2B5EF4-FFF2-40B4-BE49-F238E27FC236}">
                <a16:creationId xmlns:a16="http://schemas.microsoft.com/office/drawing/2014/main" id="{58705D76-160C-BB4D-B8FE-C439657658DB}"/>
              </a:ext>
            </a:extLst>
          </p:cNvPr>
          <p:cNvCxnSpPr>
            <a:cxnSpLocks/>
          </p:cNvCxnSpPr>
          <p:nvPr/>
        </p:nvCxnSpPr>
        <p:spPr>
          <a:xfrm flipH="1">
            <a:off x="9143032" y="3305696"/>
            <a:ext cx="498823" cy="316753"/>
          </a:xfrm>
          <a:prstGeom prst="line">
            <a:avLst/>
          </a:prstGeom>
          <a:noFill/>
          <a:ln w="6350" cap="flat" cmpd="sng" algn="ctr">
            <a:solidFill>
              <a:srgbClr val="FFFFFF">
                <a:lumMod val="50000"/>
              </a:srgbClr>
            </a:solidFill>
            <a:prstDash val="solid"/>
            <a:miter lim="800000"/>
          </a:ln>
          <a:effectLst/>
        </p:spPr>
      </p:cxnSp>
      <p:cxnSp>
        <p:nvCxnSpPr>
          <p:cNvPr id="321" name="直接连接符 337">
            <a:extLst>
              <a:ext uri="{FF2B5EF4-FFF2-40B4-BE49-F238E27FC236}">
                <a16:creationId xmlns:a16="http://schemas.microsoft.com/office/drawing/2014/main" id="{A2A102A7-1474-663C-751F-A2A9FF0397AC}"/>
              </a:ext>
            </a:extLst>
          </p:cNvPr>
          <p:cNvCxnSpPr>
            <a:cxnSpLocks/>
          </p:cNvCxnSpPr>
          <p:nvPr/>
        </p:nvCxnSpPr>
        <p:spPr>
          <a:xfrm flipH="1">
            <a:off x="8450882" y="3276339"/>
            <a:ext cx="129489" cy="88935"/>
          </a:xfrm>
          <a:prstGeom prst="line">
            <a:avLst/>
          </a:prstGeom>
          <a:noFill/>
          <a:ln w="6350" cap="flat" cmpd="sng" algn="ctr">
            <a:solidFill>
              <a:srgbClr val="FFFFFF">
                <a:lumMod val="50000"/>
              </a:srgbClr>
            </a:solidFill>
            <a:prstDash val="solid"/>
            <a:miter lim="800000"/>
          </a:ln>
          <a:effectLst/>
        </p:spPr>
      </p:cxnSp>
      <p:pic>
        <p:nvPicPr>
          <p:cNvPr id="323" name="图片 339">
            <a:extLst>
              <a:ext uri="{FF2B5EF4-FFF2-40B4-BE49-F238E27FC236}">
                <a16:creationId xmlns:a16="http://schemas.microsoft.com/office/drawing/2014/main" id="{19D20F37-A93B-2C4D-4EA2-C5538EA92690}"/>
              </a:ext>
            </a:extLst>
          </p:cNvPr>
          <p:cNvPicPr>
            <a:picLocks noChangeAspect="1" noChangeArrowheads="1"/>
          </p:cNvPicPr>
          <p:nvPr/>
        </p:nvPicPr>
        <p:blipFill>
          <a:blip r:embed="rId3">
            <a:duotone>
              <a:srgbClr val="FFC000">
                <a:shade val="45000"/>
                <a:satMod val="135000"/>
              </a:srgbClr>
              <a:prstClr val="white"/>
            </a:duotone>
            <a:extLst>
              <a:ext uri="{28A0092B-C50C-407E-A947-70E740481C1C}">
                <a14:useLocalDpi xmlns:a14="http://schemas.microsoft.com/office/drawing/2010/main" val="0"/>
              </a:ext>
            </a:extLst>
          </a:blip>
          <a:srcRect l="33280" t="12741" r="58363" b="79882"/>
          <a:stretch>
            <a:fillRect/>
          </a:stretch>
        </p:blipFill>
        <p:spPr bwMode="auto">
          <a:xfrm flipH="1">
            <a:off x="8508118" y="2974277"/>
            <a:ext cx="320046" cy="233174"/>
          </a:xfrm>
          <a:custGeom>
            <a:avLst/>
            <a:gdLst>
              <a:gd name="connsiteX0" fmla="*/ 449580 w 853440"/>
              <a:gd name="connsiteY0" fmla="*/ 0 h 556260"/>
              <a:gd name="connsiteX1" fmla="*/ 830580 w 853440"/>
              <a:gd name="connsiteY1" fmla="*/ 205740 h 556260"/>
              <a:gd name="connsiteX2" fmla="*/ 853440 w 853440"/>
              <a:gd name="connsiteY2" fmla="*/ 304800 h 556260"/>
              <a:gd name="connsiteX3" fmla="*/ 396240 w 853440"/>
              <a:gd name="connsiteY3" fmla="*/ 556260 h 556260"/>
              <a:gd name="connsiteX4" fmla="*/ 0 w 853440"/>
              <a:gd name="connsiteY4" fmla="*/ 342900 h 556260"/>
              <a:gd name="connsiteX5" fmla="*/ 0 w 853440"/>
              <a:gd name="connsiteY5" fmla="*/ 251460 h 556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53440" h="556260">
                <a:moveTo>
                  <a:pt x="449580" y="0"/>
                </a:moveTo>
                <a:lnTo>
                  <a:pt x="830580" y="205740"/>
                </a:lnTo>
                <a:lnTo>
                  <a:pt x="853440" y="304800"/>
                </a:lnTo>
                <a:lnTo>
                  <a:pt x="396240" y="556260"/>
                </a:lnTo>
                <a:lnTo>
                  <a:pt x="0" y="342900"/>
                </a:lnTo>
                <a:lnTo>
                  <a:pt x="0" y="251460"/>
                </a:lnTo>
                <a:close/>
              </a:path>
            </a:pathLst>
          </a:custGeom>
          <a:noFill/>
          <a:extLst>
            <a:ext uri="{909E8E84-426E-40DD-AFC4-6F175D3DCCD1}">
              <a14:hiddenFill xmlns:a14="http://schemas.microsoft.com/office/drawing/2010/main">
                <a:solidFill>
                  <a:srgbClr val="FFFFFF"/>
                </a:solidFill>
              </a14:hiddenFill>
            </a:ext>
          </a:extLst>
        </p:spPr>
      </p:pic>
      <p:sp>
        <p:nvSpPr>
          <p:cNvPr id="325" name="文本框 341">
            <a:extLst>
              <a:ext uri="{FF2B5EF4-FFF2-40B4-BE49-F238E27FC236}">
                <a16:creationId xmlns:a16="http://schemas.microsoft.com/office/drawing/2014/main" id="{18936F4E-3EE3-DB89-2069-484AB259A867}"/>
              </a:ext>
            </a:extLst>
          </p:cNvPr>
          <p:cNvSpPr txBox="1"/>
          <p:nvPr/>
        </p:nvSpPr>
        <p:spPr>
          <a:xfrm rot="19345705">
            <a:off x="1689366" y="4608978"/>
            <a:ext cx="606256" cy="338554"/>
          </a:xfrm>
          <a:prstGeom prst="rect">
            <a:avLst/>
          </a:prstGeom>
          <a:noFill/>
        </p:spPr>
        <p:txBody>
          <a:bodyPr wrap="none" rtlCol="0">
            <a:spAutoFit/>
          </a:bodyPr>
          <a:lstStyle/>
          <a:p>
            <a:pPr defTabSz="457200"/>
            <a:r>
              <a:rPr kumimoji="0" lang="en-US" altLang="zh-CN" sz="800" dirty="0">
                <a:latin typeface="Microsoft YaHei" panose="020B0503020204020204" pitchFamily="34" charset="-122"/>
                <a:ea typeface="Microsoft YaHei" panose="020B0503020204020204" pitchFamily="34" charset="-122"/>
              </a:rPr>
              <a:t>Edge </a:t>
            </a:r>
          </a:p>
          <a:p>
            <a:pPr defTabSz="457200"/>
            <a:r>
              <a:rPr kumimoji="0" lang="en-US" altLang="zh-CN" sz="800" dirty="0">
                <a:latin typeface="Microsoft YaHei" panose="020B0503020204020204" pitchFamily="34" charset="-122"/>
                <a:ea typeface="Microsoft YaHei" panose="020B0503020204020204" pitchFamily="34" charset="-122"/>
              </a:rPr>
              <a:t>Gateway</a:t>
            </a:r>
            <a:endParaRPr kumimoji="0" lang="zh-CN" altLang="en-US" sz="800" dirty="0">
              <a:latin typeface="Microsoft YaHei" panose="020B0503020204020204" pitchFamily="34" charset="-122"/>
              <a:ea typeface="Microsoft YaHei" panose="020B0503020204020204" pitchFamily="34" charset="-122"/>
            </a:endParaRPr>
          </a:p>
        </p:txBody>
      </p:sp>
      <p:sp>
        <p:nvSpPr>
          <p:cNvPr id="326" name="文本框 342">
            <a:extLst>
              <a:ext uri="{FF2B5EF4-FFF2-40B4-BE49-F238E27FC236}">
                <a16:creationId xmlns:a16="http://schemas.microsoft.com/office/drawing/2014/main" id="{3F862DAB-3BC1-5D7C-6A41-409DE9D56F8A}"/>
              </a:ext>
            </a:extLst>
          </p:cNvPr>
          <p:cNvSpPr txBox="1"/>
          <p:nvPr/>
        </p:nvSpPr>
        <p:spPr>
          <a:xfrm rot="19441885">
            <a:off x="9872687" y="4709199"/>
            <a:ext cx="1249060" cy="276999"/>
          </a:xfrm>
          <a:prstGeom prst="rect">
            <a:avLst/>
          </a:prstGeom>
          <a:noFill/>
        </p:spPr>
        <p:txBody>
          <a:bodyPr wrap="none" rtlCol="0">
            <a:spAutoFit/>
          </a:bodyPr>
          <a:lstStyle/>
          <a:p>
            <a:pPr defTabSz="457200"/>
            <a:r>
              <a:rPr kumimoji="0" lang="en-US" altLang="zh-CN" sz="1200">
                <a:solidFill>
                  <a:srgbClr val="FFFFFF"/>
                </a:solidFill>
                <a:latin typeface="Microsoft YaHei" panose="020B0503020204020204" pitchFamily="34" charset="-122"/>
                <a:ea typeface="Microsoft YaHei" panose="020B0503020204020204" pitchFamily="34" charset="-122"/>
              </a:rPr>
              <a:t>NIO</a:t>
            </a:r>
            <a:r>
              <a:rPr kumimoji="0" lang="zh-CN" altLang="en-US" sz="1200">
                <a:solidFill>
                  <a:srgbClr val="FFFFFF"/>
                </a:solidFill>
                <a:latin typeface="Microsoft YaHei" panose="020B0503020204020204" pitchFamily="34" charset="-122"/>
                <a:ea typeface="Microsoft YaHei" panose="020B0503020204020204" pitchFamily="34" charset="-122"/>
              </a:rPr>
              <a:t>集团私有云</a:t>
            </a:r>
          </a:p>
        </p:txBody>
      </p:sp>
      <p:cxnSp>
        <p:nvCxnSpPr>
          <p:cNvPr id="328" name="直接连接符 347">
            <a:extLst>
              <a:ext uri="{FF2B5EF4-FFF2-40B4-BE49-F238E27FC236}">
                <a16:creationId xmlns:a16="http://schemas.microsoft.com/office/drawing/2014/main" id="{63F5911D-4863-CD24-12CA-B2D45E55FE7D}"/>
              </a:ext>
            </a:extLst>
          </p:cNvPr>
          <p:cNvCxnSpPr>
            <a:cxnSpLocks/>
          </p:cNvCxnSpPr>
          <p:nvPr/>
        </p:nvCxnSpPr>
        <p:spPr>
          <a:xfrm flipV="1">
            <a:off x="7655454" y="4057547"/>
            <a:ext cx="2008811" cy="1185656"/>
          </a:xfrm>
          <a:prstGeom prst="line">
            <a:avLst/>
          </a:prstGeom>
          <a:noFill/>
          <a:ln w="6350" cap="flat" cmpd="sng" algn="ctr">
            <a:solidFill>
              <a:srgbClr val="13D4C8"/>
            </a:solidFill>
            <a:prstDash val="solid"/>
            <a:miter lim="800000"/>
          </a:ln>
          <a:effectLst/>
        </p:spPr>
      </p:cxnSp>
      <p:cxnSp>
        <p:nvCxnSpPr>
          <p:cNvPr id="329" name="直接连接符 348">
            <a:extLst>
              <a:ext uri="{FF2B5EF4-FFF2-40B4-BE49-F238E27FC236}">
                <a16:creationId xmlns:a16="http://schemas.microsoft.com/office/drawing/2014/main" id="{4C3A2BAB-8ACD-A232-BD93-970370907C6D}"/>
              </a:ext>
            </a:extLst>
          </p:cNvPr>
          <p:cNvCxnSpPr>
            <a:cxnSpLocks/>
          </p:cNvCxnSpPr>
          <p:nvPr/>
        </p:nvCxnSpPr>
        <p:spPr>
          <a:xfrm>
            <a:off x="9666620" y="4054427"/>
            <a:ext cx="310211" cy="264197"/>
          </a:xfrm>
          <a:prstGeom prst="line">
            <a:avLst/>
          </a:prstGeom>
          <a:noFill/>
          <a:ln w="6350" cap="flat" cmpd="sng" algn="ctr">
            <a:solidFill>
              <a:srgbClr val="13D4C8"/>
            </a:solidFill>
            <a:prstDash val="solid"/>
            <a:miter lim="800000"/>
          </a:ln>
          <a:effectLst/>
        </p:spPr>
      </p:cxnSp>
      <p:pic>
        <p:nvPicPr>
          <p:cNvPr id="330" name="图片 58">
            <a:extLst>
              <a:ext uri="{FF2B5EF4-FFF2-40B4-BE49-F238E27FC236}">
                <a16:creationId xmlns:a16="http://schemas.microsoft.com/office/drawing/2014/main" id="{9447345F-63CA-451A-9E53-D1683895267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32616" t="29069" r="54103" b="54963"/>
          <a:stretch>
            <a:fillRect/>
          </a:stretch>
        </p:blipFill>
        <p:spPr bwMode="auto">
          <a:xfrm>
            <a:off x="9755062" y="3885575"/>
            <a:ext cx="937692" cy="832333"/>
          </a:xfrm>
          <a:custGeom>
            <a:avLst/>
            <a:gdLst>
              <a:gd name="connsiteX0" fmla="*/ 746760 w 1356360"/>
              <a:gd name="connsiteY0" fmla="*/ 0 h 1203960"/>
              <a:gd name="connsiteX1" fmla="*/ 815340 w 1356360"/>
              <a:gd name="connsiteY1" fmla="*/ 0 h 1203960"/>
              <a:gd name="connsiteX2" fmla="*/ 944880 w 1356360"/>
              <a:gd name="connsiteY2" fmla="*/ 91440 h 1203960"/>
              <a:gd name="connsiteX3" fmla="*/ 998220 w 1356360"/>
              <a:gd name="connsiteY3" fmla="*/ 91440 h 1203960"/>
              <a:gd name="connsiteX4" fmla="*/ 1051560 w 1356360"/>
              <a:gd name="connsiteY4" fmla="*/ 60960 h 1203960"/>
              <a:gd name="connsiteX5" fmla="*/ 1120140 w 1356360"/>
              <a:gd name="connsiteY5" fmla="*/ 53340 h 1203960"/>
              <a:gd name="connsiteX6" fmla="*/ 1211580 w 1356360"/>
              <a:gd name="connsiteY6" fmla="*/ 106680 h 1203960"/>
              <a:gd name="connsiteX7" fmla="*/ 1287780 w 1356360"/>
              <a:gd name="connsiteY7" fmla="*/ 160020 h 1203960"/>
              <a:gd name="connsiteX8" fmla="*/ 1356360 w 1356360"/>
              <a:gd name="connsiteY8" fmla="*/ 251460 h 1203960"/>
              <a:gd name="connsiteX9" fmla="*/ 1325880 w 1356360"/>
              <a:gd name="connsiteY9" fmla="*/ 472440 h 1203960"/>
              <a:gd name="connsiteX10" fmla="*/ 1242060 w 1356360"/>
              <a:gd name="connsiteY10" fmla="*/ 632460 h 1203960"/>
              <a:gd name="connsiteX11" fmla="*/ 1150620 w 1356360"/>
              <a:gd name="connsiteY11" fmla="*/ 723900 h 1203960"/>
              <a:gd name="connsiteX12" fmla="*/ 304800 w 1356360"/>
              <a:gd name="connsiteY12" fmla="*/ 1203960 h 1203960"/>
              <a:gd name="connsiteX13" fmla="*/ 190500 w 1356360"/>
              <a:gd name="connsiteY13" fmla="*/ 1188720 h 1203960"/>
              <a:gd name="connsiteX14" fmla="*/ 106680 w 1356360"/>
              <a:gd name="connsiteY14" fmla="*/ 1150620 h 1203960"/>
              <a:gd name="connsiteX15" fmla="*/ 22860 w 1356360"/>
              <a:gd name="connsiteY15" fmla="*/ 1066800 h 1203960"/>
              <a:gd name="connsiteX16" fmla="*/ 0 w 1356360"/>
              <a:gd name="connsiteY16" fmla="*/ 899160 h 1203960"/>
              <a:gd name="connsiteX17" fmla="*/ 45720 w 1356360"/>
              <a:gd name="connsiteY17" fmla="*/ 739140 h 1203960"/>
              <a:gd name="connsiteX18" fmla="*/ 182880 w 1356360"/>
              <a:gd name="connsiteY18" fmla="*/ 594360 h 1203960"/>
              <a:gd name="connsiteX19" fmla="*/ 358140 w 1356360"/>
              <a:gd name="connsiteY19" fmla="*/ 472440 h 1203960"/>
              <a:gd name="connsiteX20" fmla="*/ 365760 w 1356360"/>
              <a:gd name="connsiteY20" fmla="*/ 381000 h 1203960"/>
              <a:gd name="connsiteX21" fmla="*/ 426720 w 1356360"/>
              <a:gd name="connsiteY21" fmla="*/ 228600 h 1203960"/>
              <a:gd name="connsiteX22" fmla="*/ 495300 w 1356360"/>
              <a:gd name="connsiteY22" fmla="*/ 121920 h 1203960"/>
              <a:gd name="connsiteX23" fmla="*/ 647700 w 1356360"/>
              <a:gd name="connsiteY23" fmla="*/ 30480 h 12039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356360" h="1203960">
                <a:moveTo>
                  <a:pt x="746760" y="0"/>
                </a:moveTo>
                <a:lnTo>
                  <a:pt x="815340" y="0"/>
                </a:lnTo>
                <a:lnTo>
                  <a:pt x="944880" y="91440"/>
                </a:lnTo>
                <a:lnTo>
                  <a:pt x="998220" y="91440"/>
                </a:lnTo>
                <a:lnTo>
                  <a:pt x="1051560" y="60960"/>
                </a:lnTo>
                <a:lnTo>
                  <a:pt x="1120140" y="53340"/>
                </a:lnTo>
                <a:lnTo>
                  <a:pt x="1211580" y="106680"/>
                </a:lnTo>
                <a:lnTo>
                  <a:pt x="1287780" y="160020"/>
                </a:lnTo>
                <a:lnTo>
                  <a:pt x="1356360" y="251460"/>
                </a:lnTo>
                <a:lnTo>
                  <a:pt x="1325880" y="472440"/>
                </a:lnTo>
                <a:lnTo>
                  <a:pt x="1242060" y="632460"/>
                </a:lnTo>
                <a:lnTo>
                  <a:pt x="1150620" y="723900"/>
                </a:lnTo>
                <a:lnTo>
                  <a:pt x="304800" y="1203960"/>
                </a:lnTo>
                <a:lnTo>
                  <a:pt x="190500" y="1188720"/>
                </a:lnTo>
                <a:lnTo>
                  <a:pt x="106680" y="1150620"/>
                </a:lnTo>
                <a:lnTo>
                  <a:pt x="22860" y="1066800"/>
                </a:lnTo>
                <a:lnTo>
                  <a:pt x="0" y="899160"/>
                </a:lnTo>
                <a:lnTo>
                  <a:pt x="45720" y="739140"/>
                </a:lnTo>
                <a:lnTo>
                  <a:pt x="182880" y="594360"/>
                </a:lnTo>
                <a:lnTo>
                  <a:pt x="358140" y="472440"/>
                </a:lnTo>
                <a:lnTo>
                  <a:pt x="365760" y="381000"/>
                </a:lnTo>
                <a:lnTo>
                  <a:pt x="426720" y="228600"/>
                </a:lnTo>
                <a:lnTo>
                  <a:pt x="495300" y="121920"/>
                </a:lnTo>
                <a:lnTo>
                  <a:pt x="647700" y="30480"/>
                </a:lnTo>
                <a:close/>
              </a:path>
            </a:pathLst>
          </a:custGeom>
          <a:noFill/>
          <a:extLst>
            <a:ext uri="{909E8E84-426E-40DD-AFC4-6F175D3DCCD1}">
              <a14:hiddenFill xmlns:a14="http://schemas.microsoft.com/office/drawing/2010/main">
                <a:solidFill>
                  <a:srgbClr val="FFFFFF"/>
                </a:solidFill>
              </a14:hiddenFill>
            </a:ext>
          </a:extLst>
        </p:spPr>
      </p:pic>
      <p:sp>
        <p:nvSpPr>
          <p:cNvPr id="335" name="文本框 358">
            <a:extLst>
              <a:ext uri="{FF2B5EF4-FFF2-40B4-BE49-F238E27FC236}">
                <a16:creationId xmlns:a16="http://schemas.microsoft.com/office/drawing/2014/main" id="{18E17F17-5370-61ED-28CD-48F465EFA688}"/>
              </a:ext>
            </a:extLst>
          </p:cNvPr>
          <p:cNvSpPr txBox="1"/>
          <p:nvPr/>
        </p:nvSpPr>
        <p:spPr>
          <a:xfrm rot="19427773">
            <a:off x="4398272" y="4997073"/>
            <a:ext cx="981359" cy="553998"/>
          </a:xfrm>
          <a:prstGeom prst="rect">
            <a:avLst/>
          </a:prstGeom>
          <a:noFill/>
        </p:spPr>
        <p:txBody>
          <a:bodyPr wrap="none" rtlCol="0">
            <a:spAutoFit/>
          </a:bodyPr>
          <a:lstStyle/>
          <a:p>
            <a:pPr defTabSz="457200"/>
            <a:r>
              <a:rPr kumimoji="0" lang="en-US" altLang="zh-CN" sz="1000">
                <a:solidFill>
                  <a:srgbClr val="3C3C3C"/>
                </a:solidFill>
                <a:latin typeface="Microsoft YaHei" panose="020B0503020204020204" pitchFamily="34" charset="-122"/>
                <a:ea typeface="Microsoft YaHei" panose="020B0503020204020204" pitchFamily="34" charset="-122"/>
              </a:rPr>
              <a:t>PI Adapter</a:t>
            </a:r>
          </a:p>
          <a:p>
            <a:pPr defTabSz="457200"/>
            <a:r>
              <a:rPr kumimoji="0" lang="en-US" altLang="zh-CN" sz="1000">
                <a:solidFill>
                  <a:srgbClr val="3C3C3C"/>
                </a:solidFill>
                <a:latin typeface="Microsoft YaHei" panose="020B0503020204020204" pitchFamily="34" charset="-122"/>
                <a:ea typeface="Microsoft YaHei" panose="020B0503020204020204" pitchFamily="34" charset="-122"/>
              </a:rPr>
              <a:t>PI Connector</a:t>
            </a:r>
          </a:p>
          <a:p>
            <a:pPr defTabSz="457200"/>
            <a:r>
              <a:rPr kumimoji="0" lang="en-US" altLang="zh-CN" sz="1000">
                <a:solidFill>
                  <a:srgbClr val="3C3C3C"/>
                </a:solidFill>
                <a:latin typeface="Microsoft YaHei" panose="020B0503020204020204" pitchFamily="34" charset="-122"/>
                <a:ea typeface="Microsoft YaHei" panose="020B0503020204020204" pitchFamily="34" charset="-122"/>
              </a:rPr>
              <a:t>PI Interfaces</a:t>
            </a:r>
          </a:p>
        </p:txBody>
      </p:sp>
      <p:pic>
        <p:nvPicPr>
          <p:cNvPr id="26" name="図 25">
            <a:extLst>
              <a:ext uri="{FF2B5EF4-FFF2-40B4-BE49-F238E27FC236}">
                <a16:creationId xmlns:a16="http://schemas.microsoft.com/office/drawing/2014/main" id="{39F4BC4A-45BB-072F-775B-CE84B1C875DA}"/>
              </a:ext>
            </a:extLst>
          </p:cNvPr>
          <p:cNvPicPr>
            <a:picLocks noChangeAspect="1"/>
          </p:cNvPicPr>
          <p:nvPr/>
        </p:nvPicPr>
        <p:blipFill>
          <a:blip r:embed="rId4"/>
          <a:stretch>
            <a:fillRect/>
          </a:stretch>
        </p:blipFill>
        <p:spPr>
          <a:xfrm>
            <a:off x="8327335" y="4906212"/>
            <a:ext cx="646232" cy="823031"/>
          </a:xfrm>
          <a:prstGeom prst="rect">
            <a:avLst/>
          </a:prstGeom>
        </p:spPr>
      </p:pic>
      <p:pic>
        <p:nvPicPr>
          <p:cNvPr id="33" name="図 32">
            <a:extLst>
              <a:ext uri="{FF2B5EF4-FFF2-40B4-BE49-F238E27FC236}">
                <a16:creationId xmlns:a16="http://schemas.microsoft.com/office/drawing/2014/main" id="{5E316D15-6BBD-6EF0-631E-A7AAB83EF8B4}"/>
              </a:ext>
            </a:extLst>
          </p:cNvPr>
          <p:cNvPicPr>
            <a:picLocks noChangeAspect="1"/>
          </p:cNvPicPr>
          <p:nvPr/>
        </p:nvPicPr>
        <p:blipFill>
          <a:blip r:embed="rId5"/>
          <a:stretch>
            <a:fillRect/>
          </a:stretch>
        </p:blipFill>
        <p:spPr>
          <a:xfrm>
            <a:off x="9013916" y="4641554"/>
            <a:ext cx="518205" cy="664522"/>
          </a:xfrm>
          <a:prstGeom prst="rect">
            <a:avLst/>
          </a:prstGeom>
        </p:spPr>
      </p:pic>
      <p:pic>
        <p:nvPicPr>
          <p:cNvPr id="36" name="図 35">
            <a:extLst>
              <a:ext uri="{FF2B5EF4-FFF2-40B4-BE49-F238E27FC236}">
                <a16:creationId xmlns:a16="http://schemas.microsoft.com/office/drawing/2014/main" id="{4C92E0BB-558D-DD5D-1B74-CA57B9B2B377}"/>
              </a:ext>
            </a:extLst>
          </p:cNvPr>
          <p:cNvPicPr>
            <a:picLocks noChangeAspect="1"/>
          </p:cNvPicPr>
          <p:nvPr/>
        </p:nvPicPr>
        <p:blipFill>
          <a:blip r:embed="rId6"/>
          <a:stretch>
            <a:fillRect/>
          </a:stretch>
        </p:blipFill>
        <p:spPr>
          <a:xfrm>
            <a:off x="7628546" y="5523827"/>
            <a:ext cx="508848" cy="575802"/>
          </a:xfrm>
          <a:prstGeom prst="rect">
            <a:avLst/>
          </a:prstGeom>
        </p:spPr>
      </p:pic>
      <p:pic>
        <p:nvPicPr>
          <p:cNvPr id="38" name="図 37">
            <a:extLst>
              <a:ext uri="{FF2B5EF4-FFF2-40B4-BE49-F238E27FC236}">
                <a16:creationId xmlns:a16="http://schemas.microsoft.com/office/drawing/2014/main" id="{028662BF-6E91-C3E1-2D87-3E58D3D29F7D}"/>
              </a:ext>
            </a:extLst>
          </p:cNvPr>
          <p:cNvPicPr>
            <a:picLocks noChangeAspect="1"/>
          </p:cNvPicPr>
          <p:nvPr/>
        </p:nvPicPr>
        <p:blipFill>
          <a:blip r:embed="rId5"/>
          <a:stretch>
            <a:fillRect/>
          </a:stretch>
        </p:blipFill>
        <p:spPr>
          <a:xfrm>
            <a:off x="5534184" y="2800398"/>
            <a:ext cx="239761" cy="307458"/>
          </a:xfrm>
          <a:prstGeom prst="rect">
            <a:avLst/>
          </a:prstGeom>
        </p:spPr>
      </p:pic>
      <p:pic>
        <p:nvPicPr>
          <p:cNvPr id="39" name="図 38">
            <a:extLst>
              <a:ext uri="{FF2B5EF4-FFF2-40B4-BE49-F238E27FC236}">
                <a16:creationId xmlns:a16="http://schemas.microsoft.com/office/drawing/2014/main" id="{0FB58953-B2CD-75FB-F4E7-1F2694FA3922}"/>
              </a:ext>
            </a:extLst>
          </p:cNvPr>
          <p:cNvPicPr>
            <a:picLocks noChangeAspect="1"/>
          </p:cNvPicPr>
          <p:nvPr/>
        </p:nvPicPr>
        <p:blipFill>
          <a:blip r:embed="rId5"/>
          <a:stretch>
            <a:fillRect/>
          </a:stretch>
        </p:blipFill>
        <p:spPr>
          <a:xfrm>
            <a:off x="3532721" y="4051732"/>
            <a:ext cx="239761" cy="307458"/>
          </a:xfrm>
          <a:prstGeom prst="rect">
            <a:avLst/>
          </a:prstGeom>
        </p:spPr>
      </p:pic>
      <p:pic>
        <p:nvPicPr>
          <p:cNvPr id="40" name="図 39">
            <a:extLst>
              <a:ext uri="{FF2B5EF4-FFF2-40B4-BE49-F238E27FC236}">
                <a16:creationId xmlns:a16="http://schemas.microsoft.com/office/drawing/2014/main" id="{AA5804D3-6D88-8292-3A87-2AF7B34B0335}"/>
              </a:ext>
            </a:extLst>
          </p:cNvPr>
          <p:cNvPicPr>
            <a:picLocks noChangeAspect="1"/>
          </p:cNvPicPr>
          <p:nvPr/>
        </p:nvPicPr>
        <p:blipFill>
          <a:blip r:embed="rId6"/>
          <a:stretch>
            <a:fillRect/>
          </a:stretch>
        </p:blipFill>
        <p:spPr>
          <a:xfrm>
            <a:off x="5190654" y="2969304"/>
            <a:ext cx="389039" cy="440229"/>
          </a:xfrm>
          <a:prstGeom prst="rect">
            <a:avLst/>
          </a:prstGeom>
        </p:spPr>
      </p:pic>
      <p:pic>
        <p:nvPicPr>
          <p:cNvPr id="43" name="図 42">
            <a:extLst>
              <a:ext uri="{FF2B5EF4-FFF2-40B4-BE49-F238E27FC236}">
                <a16:creationId xmlns:a16="http://schemas.microsoft.com/office/drawing/2014/main" id="{96EEA963-6366-097E-1EF1-E9A326B4C591}"/>
              </a:ext>
            </a:extLst>
          </p:cNvPr>
          <p:cNvPicPr>
            <a:picLocks noChangeAspect="1"/>
          </p:cNvPicPr>
          <p:nvPr/>
        </p:nvPicPr>
        <p:blipFill>
          <a:blip r:embed="rId6"/>
          <a:stretch>
            <a:fillRect/>
          </a:stretch>
        </p:blipFill>
        <p:spPr>
          <a:xfrm flipH="1">
            <a:off x="6143419" y="1869537"/>
            <a:ext cx="343492" cy="440229"/>
          </a:xfrm>
          <a:prstGeom prst="rect">
            <a:avLst/>
          </a:prstGeom>
        </p:spPr>
      </p:pic>
      <p:pic>
        <p:nvPicPr>
          <p:cNvPr id="44" name="図 43">
            <a:extLst>
              <a:ext uri="{FF2B5EF4-FFF2-40B4-BE49-F238E27FC236}">
                <a16:creationId xmlns:a16="http://schemas.microsoft.com/office/drawing/2014/main" id="{4CB7208A-378C-DD0A-5DB0-FCA3016E76A4}"/>
              </a:ext>
            </a:extLst>
          </p:cNvPr>
          <p:cNvPicPr>
            <a:picLocks noChangeAspect="1"/>
          </p:cNvPicPr>
          <p:nvPr/>
        </p:nvPicPr>
        <p:blipFill>
          <a:blip r:embed="rId5"/>
          <a:stretch>
            <a:fillRect/>
          </a:stretch>
        </p:blipFill>
        <p:spPr>
          <a:xfrm flipH="1">
            <a:off x="5951529" y="1749389"/>
            <a:ext cx="288370" cy="307458"/>
          </a:xfrm>
          <a:prstGeom prst="rect">
            <a:avLst/>
          </a:prstGeom>
        </p:spPr>
      </p:pic>
      <p:pic>
        <p:nvPicPr>
          <p:cNvPr id="47" name="図 46">
            <a:extLst>
              <a:ext uri="{FF2B5EF4-FFF2-40B4-BE49-F238E27FC236}">
                <a16:creationId xmlns:a16="http://schemas.microsoft.com/office/drawing/2014/main" id="{32BC810A-BEA9-87A2-AB92-E19BF63881BC}"/>
              </a:ext>
            </a:extLst>
          </p:cNvPr>
          <p:cNvPicPr>
            <a:picLocks noChangeAspect="1"/>
          </p:cNvPicPr>
          <p:nvPr/>
        </p:nvPicPr>
        <p:blipFill>
          <a:blip r:embed="rId6"/>
          <a:stretch>
            <a:fillRect/>
          </a:stretch>
        </p:blipFill>
        <p:spPr>
          <a:xfrm flipH="1">
            <a:off x="8179576" y="3190854"/>
            <a:ext cx="343492" cy="440229"/>
          </a:xfrm>
          <a:prstGeom prst="rect">
            <a:avLst/>
          </a:prstGeom>
        </p:spPr>
      </p:pic>
      <p:pic>
        <p:nvPicPr>
          <p:cNvPr id="48" name="図 47">
            <a:extLst>
              <a:ext uri="{FF2B5EF4-FFF2-40B4-BE49-F238E27FC236}">
                <a16:creationId xmlns:a16="http://schemas.microsoft.com/office/drawing/2014/main" id="{B8480C88-0645-E334-612B-4969C642CFC5}"/>
              </a:ext>
            </a:extLst>
          </p:cNvPr>
          <p:cNvPicPr>
            <a:picLocks noChangeAspect="1"/>
          </p:cNvPicPr>
          <p:nvPr/>
        </p:nvPicPr>
        <p:blipFill>
          <a:blip r:embed="rId5"/>
          <a:stretch>
            <a:fillRect/>
          </a:stretch>
        </p:blipFill>
        <p:spPr>
          <a:xfrm flipH="1">
            <a:off x="7987686" y="3070706"/>
            <a:ext cx="288370" cy="307458"/>
          </a:xfrm>
          <a:prstGeom prst="rect">
            <a:avLst/>
          </a:prstGeom>
        </p:spPr>
      </p:pic>
      <p:pic>
        <p:nvPicPr>
          <p:cNvPr id="63" name="図 62">
            <a:extLst>
              <a:ext uri="{FF2B5EF4-FFF2-40B4-BE49-F238E27FC236}">
                <a16:creationId xmlns:a16="http://schemas.microsoft.com/office/drawing/2014/main" id="{049197DF-814C-DF9D-ABDE-4AC4AE0457DF}"/>
              </a:ext>
            </a:extLst>
          </p:cNvPr>
          <p:cNvPicPr>
            <a:picLocks noChangeAspect="1"/>
          </p:cNvPicPr>
          <p:nvPr/>
        </p:nvPicPr>
        <p:blipFill>
          <a:blip r:embed="rId7"/>
          <a:stretch>
            <a:fillRect/>
          </a:stretch>
        </p:blipFill>
        <p:spPr>
          <a:xfrm>
            <a:off x="7125678" y="5821086"/>
            <a:ext cx="228623" cy="558857"/>
          </a:xfrm>
          <a:prstGeom prst="rect">
            <a:avLst/>
          </a:prstGeom>
        </p:spPr>
      </p:pic>
      <p:sp>
        <p:nvSpPr>
          <p:cNvPr id="194" name="文本框 117">
            <a:extLst>
              <a:ext uri="{FF2B5EF4-FFF2-40B4-BE49-F238E27FC236}">
                <a16:creationId xmlns:a16="http://schemas.microsoft.com/office/drawing/2014/main" id="{3F7347CF-6D4C-6A1E-46FC-15699B52D43D}"/>
              </a:ext>
            </a:extLst>
          </p:cNvPr>
          <p:cNvSpPr txBox="1"/>
          <p:nvPr/>
        </p:nvSpPr>
        <p:spPr>
          <a:xfrm rot="19570589">
            <a:off x="3363882" y="4392743"/>
            <a:ext cx="1005403" cy="215444"/>
          </a:xfrm>
          <a:prstGeom prst="rect">
            <a:avLst/>
          </a:prstGeom>
          <a:noFill/>
        </p:spPr>
        <p:txBody>
          <a:bodyPr wrap="none" rtlCol="0">
            <a:spAutoFit/>
          </a:bodyPr>
          <a:lstStyle/>
          <a:p>
            <a:pPr defTabSz="457200"/>
            <a:r>
              <a:rPr kumimoji="0" lang="ja-JP" altLang="en-US" sz="800">
                <a:solidFill>
                  <a:srgbClr val="7030A0"/>
                </a:solidFill>
                <a:latin typeface="Microsoft YaHei" panose="020B0503020204020204" pitchFamily="34" charset="-122"/>
                <a:ea typeface="Microsoft YaHei" panose="020B0503020204020204" pitchFamily="34" charset="-122"/>
              </a:rPr>
              <a:t>環状ネットワーク</a:t>
            </a:r>
            <a:endParaRPr kumimoji="0" lang="zh-CN" altLang="en-US" sz="800">
              <a:solidFill>
                <a:srgbClr val="7030A0"/>
              </a:solidFill>
              <a:latin typeface="Microsoft YaHei" panose="020B0503020204020204" pitchFamily="34" charset="-122"/>
              <a:ea typeface="Microsoft YaHei" panose="020B0503020204020204" pitchFamily="34" charset="-122"/>
            </a:endParaRPr>
          </a:p>
        </p:txBody>
      </p:sp>
      <p:sp>
        <p:nvSpPr>
          <p:cNvPr id="195" name="文本框 117">
            <a:extLst>
              <a:ext uri="{FF2B5EF4-FFF2-40B4-BE49-F238E27FC236}">
                <a16:creationId xmlns:a16="http://schemas.microsoft.com/office/drawing/2014/main" id="{1AD793CD-9792-5264-F9FB-7EF94D966D0C}"/>
              </a:ext>
            </a:extLst>
          </p:cNvPr>
          <p:cNvSpPr txBox="1"/>
          <p:nvPr/>
        </p:nvSpPr>
        <p:spPr>
          <a:xfrm rot="19611535">
            <a:off x="9447874" y="3324819"/>
            <a:ext cx="1005403" cy="215444"/>
          </a:xfrm>
          <a:prstGeom prst="rect">
            <a:avLst/>
          </a:prstGeom>
          <a:noFill/>
        </p:spPr>
        <p:txBody>
          <a:bodyPr wrap="none" rtlCol="0">
            <a:spAutoFit/>
          </a:bodyPr>
          <a:lstStyle/>
          <a:p>
            <a:pPr defTabSz="457200"/>
            <a:r>
              <a:rPr kumimoji="0" lang="ja-JP" altLang="en-US" sz="800" dirty="0">
                <a:solidFill>
                  <a:srgbClr val="7030A0"/>
                </a:solidFill>
                <a:latin typeface="Microsoft YaHei" panose="020B0503020204020204" pitchFamily="34" charset="-122"/>
                <a:ea typeface="Microsoft YaHei" panose="020B0503020204020204" pitchFamily="34" charset="-122"/>
              </a:rPr>
              <a:t>環状ネットワーク</a:t>
            </a:r>
            <a:endParaRPr kumimoji="0" lang="zh-CN" altLang="en-US" sz="800" dirty="0">
              <a:solidFill>
                <a:srgbClr val="7030A0"/>
              </a:solidFill>
              <a:latin typeface="Microsoft YaHei" panose="020B0503020204020204" pitchFamily="34" charset="-122"/>
              <a:ea typeface="Microsoft YaHei" panose="020B0503020204020204" pitchFamily="34" charset="-122"/>
            </a:endParaRPr>
          </a:p>
        </p:txBody>
      </p:sp>
      <p:sp>
        <p:nvSpPr>
          <p:cNvPr id="196" name="文本框 117">
            <a:extLst>
              <a:ext uri="{FF2B5EF4-FFF2-40B4-BE49-F238E27FC236}">
                <a16:creationId xmlns:a16="http://schemas.microsoft.com/office/drawing/2014/main" id="{4C66E02C-D11C-1FE2-5368-4569D9E6F890}"/>
              </a:ext>
            </a:extLst>
          </p:cNvPr>
          <p:cNvSpPr txBox="1"/>
          <p:nvPr/>
        </p:nvSpPr>
        <p:spPr>
          <a:xfrm rot="19570589">
            <a:off x="1529515" y="3691058"/>
            <a:ext cx="1279517" cy="215444"/>
          </a:xfrm>
          <a:prstGeom prst="rect">
            <a:avLst/>
          </a:prstGeom>
          <a:noFill/>
        </p:spPr>
        <p:txBody>
          <a:bodyPr wrap="none" rtlCol="0">
            <a:spAutoFit/>
          </a:bodyPr>
          <a:lstStyle/>
          <a:p>
            <a:pPr defTabSz="457200"/>
            <a:r>
              <a:rPr kumimoji="0" lang="ja-JP" altLang="en-US" sz="800">
                <a:solidFill>
                  <a:srgbClr val="3C3C3C"/>
                </a:solidFill>
                <a:latin typeface="Microsoft YaHei" panose="020B0503020204020204" pitchFamily="34" charset="-122"/>
                <a:ea typeface="Microsoft YaHei" panose="020B0503020204020204" pitchFamily="34" charset="-122"/>
              </a:rPr>
              <a:t>現場設備＆計測器</a:t>
            </a:r>
            <a:r>
              <a:rPr kumimoji="0" lang="en-US" altLang="ja-JP" sz="800">
                <a:solidFill>
                  <a:srgbClr val="3C3C3C"/>
                </a:solidFill>
                <a:latin typeface="Microsoft YaHei" panose="020B0503020204020204" pitchFamily="34" charset="-122"/>
                <a:ea typeface="Microsoft YaHei" panose="020B0503020204020204" pitchFamily="34" charset="-122"/>
              </a:rPr>
              <a:t>&amp;PLC</a:t>
            </a:r>
            <a:endParaRPr kumimoji="0" lang="zh-CN" altLang="en-US" sz="800">
              <a:solidFill>
                <a:srgbClr val="3C3C3C"/>
              </a:solidFill>
              <a:latin typeface="Microsoft YaHei" panose="020B0503020204020204" pitchFamily="34" charset="-122"/>
              <a:ea typeface="Microsoft YaHei" panose="020B0503020204020204" pitchFamily="34" charset="-122"/>
            </a:endParaRPr>
          </a:p>
        </p:txBody>
      </p:sp>
      <p:sp>
        <p:nvSpPr>
          <p:cNvPr id="199" name="文本框 117">
            <a:extLst>
              <a:ext uri="{FF2B5EF4-FFF2-40B4-BE49-F238E27FC236}">
                <a16:creationId xmlns:a16="http://schemas.microsoft.com/office/drawing/2014/main" id="{EA6F488E-665E-F7DA-4962-64817F73ECA5}"/>
              </a:ext>
            </a:extLst>
          </p:cNvPr>
          <p:cNvSpPr txBox="1"/>
          <p:nvPr/>
        </p:nvSpPr>
        <p:spPr>
          <a:xfrm rot="19570589">
            <a:off x="3340362" y="2526627"/>
            <a:ext cx="1279517" cy="215444"/>
          </a:xfrm>
          <a:prstGeom prst="rect">
            <a:avLst/>
          </a:prstGeom>
          <a:noFill/>
        </p:spPr>
        <p:txBody>
          <a:bodyPr wrap="none" rtlCol="0">
            <a:spAutoFit/>
          </a:bodyPr>
          <a:lstStyle/>
          <a:p>
            <a:pPr defTabSz="457200"/>
            <a:r>
              <a:rPr kumimoji="0" lang="ja-JP" altLang="en-US" sz="800">
                <a:solidFill>
                  <a:srgbClr val="3C3C3C"/>
                </a:solidFill>
                <a:latin typeface="Microsoft YaHei" panose="020B0503020204020204" pitchFamily="34" charset="-122"/>
                <a:ea typeface="Microsoft YaHei" panose="020B0503020204020204" pitchFamily="34" charset="-122"/>
              </a:rPr>
              <a:t>現場設備＆計測器</a:t>
            </a:r>
            <a:r>
              <a:rPr kumimoji="0" lang="en-US" altLang="ja-JP" sz="800">
                <a:solidFill>
                  <a:srgbClr val="3C3C3C"/>
                </a:solidFill>
                <a:latin typeface="Microsoft YaHei" panose="020B0503020204020204" pitchFamily="34" charset="-122"/>
                <a:ea typeface="Microsoft YaHei" panose="020B0503020204020204" pitchFamily="34" charset="-122"/>
              </a:rPr>
              <a:t>&amp;PLC</a:t>
            </a:r>
            <a:endParaRPr kumimoji="0" lang="zh-CN" altLang="en-US" sz="800">
              <a:solidFill>
                <a:srgbClr val="3C3C3C"/>
              </a:solidFill>
              <a:latin typeface="Microsoft YaHei" panose="020B0503020204020204" pitchFamily="34" charset="-122"/>
              <a:ea typeface="Microsoft YaHei" panose="020B0503020204020204" pitchFamily="34" charset="-122"/>
            </a:endParaRPr>
          </a:p>
        </p:txBody>
      </p:sp>
      <p:sp>
        <p:nvSpPr>
          <p:cNvPr id="200" name="文本框 117">
            <a:extLst>
              <a:ext uri="{FF2B5EF4-FFF2-40B4-BE49-F238E27FC236}">
                <a16:creationId xmlns:a16="http://schemas.microsoft.com/office/drawing/2014/main" id="{AC1C0BE9-64E0-BEEA-BD7B-669554F04786}"/>
              </a:ext>
            </a:extLst>
          </p:cNvPr>
          <p:cNvSpPr txBox="1"/>
          <p:nvPr/>
        </p:nvSpPr>
        <p:spPr>
          <a:xfrm rot="2070927">
            <a:off x="6813882" y="1389062"/>
            <a:ext cx="1279517" cy="215444"/>
          </a:xfrm>
          <a:prstGeom prst="rect">
            <a:avLst/>
          </a:prstGeom>
          <a:noFill/>
        </p:spPr>
        <p:txBody>
          <a:bodyPr wrap="none" rtlCol="0">
            <a:spAutoFit/>
          </a:bodyPr>
          <a:lstStyle/>
          <a:p>
            <a:pPr defTabSz="457200"/>
            <a:r>
              <a:rPr kumimoji="0" lang="ja-JP" altLang="en-US" sz="800">
                <a:solidFill>
                  <a:srgbClr val="3C3C3C"/>
                </a:solidFill>
                <a:latin typeface="Microsoft YaHei" panose="020B0503020204020204" pitchFamily="34" charset="-122"/>
                <a:ea typeface="Microsoft YaHei" panose="020B0503020204020204" pitchFamily="34" charset="-122"/>
              </a:rPr>
              <a:t>現場設備＆計測器</a:t>
            </a:r>
            <a:r>
              <a:rPr kumimoji="0" lang="en-US" altLang="ja-JP" sz="800">
                <a:solidFill>
                  <a:srgbClr val="3C3C3C"/>
                </a:solidFill>
                <a:latin typeface="Microsoft YaHei" panose="020B0503020204020204" pitchFamily="34" charset="-122"/>
                <a:ea typeface="Microsoft YaHei" panose="020B0503020204020204" pitchFamily="34" charset="-122"/>
              </a:rPr>
              <a:t>&amp;PLC</a:t>
            </a:r>
            <a:endParaRPr kumimoji="0" lang="zh-CN" altLang="en-US" sz="800">
              <a:solidFill>
                <a:srgbClr val="3C3C3C"/>
              </a:solidFill>
              <a:latin typeface="Microsoft YaHei" panose="020B0503020204020204" pitchFamily="34" charset="-122"/>
              <a:ea typeface="Microsoft YaHei" panose="020B0503020204020204" pitchFamily="34" charset="-122"/>
            </a:endParaRPr>
          </a:p>
        </p:txBody>
      </p:sp>
      <p:pic>
        <p:nvPicPr>
          <p:cNvPr id="204" name="図 203">
            <a:extLst>
              <a:ext uri="{FF2B5EF4-FFF2-40B4-BE49-F238E27FC236}">
                <a16:creationId xmlns:a16="http://schemas.microsoft.com/office/drawing/2014/main" id="{952F215C-E6AC-B27C-A5C1-03CF751B8D62}"/>
              </a:ext>
            </a:extLst>
          </p:cNvPr>
          <p:cNvPicPr>
            <a:picLocks noChangeAspect="1"/>
          </p:cNvPicPr>
          <p:nvPr/>
        </p:nvPicPr>
        <p:blipFill>
          <a:blip r:embed="rId8"/>
          <a:stretch>
            <a:fillRect/>
          </a:stretch>
        </p:blipFill>
        <p:spPr>
          <a:xfrm>
            <a:off x="2878481" y="3973174"/>
            <a:ext cx="313348" cy="586878"/>
          </a:xfrm>
          <a:prstGeom prst="rect">
            <a:avLst/>
          </a:prstGeom>
        </p:spPr>
      </p:pic>
      <p:pic>
        <p:nvPicPr>
          <p:cNvPr id="41" name="図 40">
            <a:extLst>
              <a:ext uri="{FF2B5EF4-FFF2-40B4-BE49-F238E27FC236}">
                <a16:creationId xmlns:a16="http://schemas.microsoft.com/office/drawing/2014/main" id="{D7FFE0F8-C2C5-D20F-C2B4-54AFBBF747AD}"/>
              </a:ext>
            </a:extLst>
          </p:cNvPr>
          <p:cNvPicPr>
            <a:picLocks noChangeAspect="1"/>
          </p:cNvPicPr>
          <p:nvPr/>
        </p:nvPicPr>
        <p:blipFill>
          <a:blip r:embed="rId6"/>
          <a:stretch>
            <a:fillRect/>
          </a:stretch>
        </p:blipFill>
        <p:spPr>
          <a:xfrm>
            <a:off x="3177854" y="4277328"/>
            <a:ext cx="389039" cy="440229"/>
          </a:xfrm>
          <a:prstGeom prst="rect">
            <a:avLst/>
          </a:prstGeom>
        </p:spPr>
      </p:pic>
      <p:pic>
        <p:nvPicPr>
          <p:cNvPr id="238" name="图片 72">
            <a:extLst>
              <a:ext uri="{FF2B5EF4-FFF2-40B4-BE49-F238E27FC236}">
                <a16:creationId xmlns:a16="http://schemas.microsoft.com/office/drawing/2014/main" id="{A5CAB3B1-2620-CEC5-BAAF-61EDD601B0A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36048" t="46581" r="53954" b="32197"/>
          <a:stretch>
            <a:fillRect/>
          </a:stretch>
        </p:blipFill>
        <p:spPr bwMode="auto">
          <a:xfrm>
            <a:off x="2754125" y="4327941"/>
            <a:ext cx="193737" cy="303618"/>
          </a:xfrm>
          <a:custGeom>
            <a:avLst/>
            <a:gdLst>
              <a:gd name="connsiteX0" fmla="*/ 525780 w 1021080"/>
              <a:gd name="connsiteY0" fmla="*/ 0 h 1600200"/>
              <a:gd name="connsiteX1" fmla="*/ 716280 w 1021080"/>
              <a:gd name="connsiteY1" fmla="*/ 22860 h 1600200"/>
              <a:gd name="connsiteX2" fmla="*/ 914400 w 1021080"/>
              <a:gd name="connsiteY2" fmla="*/ 114300 h 1600200"/>
              <a:gd name="connsiteX3" fmla="*/ 1005840 w 1021080"/>
              <a:gd name="connsiteY3" fmla="*/ 251460 h 1600200"/>
              <a:gd name="connsiteX4" fmla="*/ 1021080 w 1021080"/>
              <a:gd name="connsiteY4" fmla="*/ 1203960 h 1600200"/>
              <a:gd name="connsiteX5" fmla="*/ 1005840 w 1021080"/>
              <a:gd name="connsiteY5" fmla="*/ 1310640 h 1600200"/>
              <a:gd name="connsiteX6" fmla="*/ 975360 w 1021080"/>
              <a:gd name="connsiteY6" fmla="*/ 1402080 h 1600200"/>
              <a:gd name="connsiteX7" fmla="*/ 792480 w 1021080"/>
              <a:gd name="connsiteY7" fmla="*/ 1539240 h 1600200"/>
              <a:gd name="connsiteX8" fmla="*/ 624840 w 1021080"/>
              <a:gd name="connsiteY8" fmla="*/ 1600200 h 1600200"/>
              <a:gd name="connsiteX9" fmla="*/ 426720 w 1021080"/>
              <a:gd name="connsiteY9" fmla="*/ 1600200 h 1600200"/>
              <a:gd name="connsiteX10" fmla="*/ 205740 w 1021080"/>
              <a:gd name="connsiteY10" fmla="*/ 1531620 h 1600200"/>
              <a:gd name="connsiteX11" fmla="*/ 76200 w 1021080"/>
              <a:gd name="connsiteY11" fmla="*/ 1463040 h 1600200"/>
              <a:gd name="connsiteX12" fmla="*/ 7620 w 1021080"/>
              <a:gd name="connsiteY12" fmla="*/ 1371600 h 1600200"/>
              <a:gd name="connsiteX13" fmla="*/ 0 w 1021080"/>
              <a:gd name="connsiteY13" fmla="*/ 327660 h 1600200"/>
              <a:gd name="connsiteX14" fmla="*/ 0 w 1021080"/>
              <a:gd name="connsiteY14" fmla="*/ 266700 h 1600200"/>
              <a:gd name="connsiteX15" fmla="*/ 45720 w 1021080"/>
              <a:gd name="connsiteY15" fmla="*/ 175260 h 1600200"/>
              <a:gd name="connsiteX16" fmla="*/ 106680 w 1021080"/>
              <a:gd name="connsiteY16" fmla="*/ 83820 h 1600200"/>
              <a:gd name="connsiteX17" fmla="*/ 205740 w 1021080"/>
              <a:gd name="connsiteY17" fmla="*/ 45720 h 1600200"/>
              <a:gd name="connsiteX18" fmla="*/ 327660 w 1021080"/>
              <a:gd name="connsiteY18" fmla="*/ 7620 h 1600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021080" h="1600200">
                <a:moveTo>
                  <a:pt x="525780" y="0"/>
                </a:moveTo>
                <a:lnTo>
                  <a:pt x="716280" y="22860"/>
                </a:lnTo>
                <a:lnTo>
                  <a:pt x="914400" y="114300"/>
                </a:lnTo>
                <a:lnTo>
                  <a:pt x="1005840" y="251460"/>
                </a:lnTo>
                <a:lnTo>
                  <a:pt x="1021080" y="1203960"/>
                </a:lnTo>
                <a:lnTo>
                  <a:pt x="1005840" y="1310640"/>
                </a:lnTo>
                <a:lnTo>
                  <a:pt x="975360" y="1402080"/>
                </a:lnTo>
                <a:lnTo>
                  <a:pt x="792480" y="1539240"/>
                </a:lnTo>
                <a:lnTo>
                  <a:pt x="624840" y="1600200"/>
                </a:lnTo>
                <a:lnTo>
                  <a:pt x="426720" y="1600200"/>
                </a:lnTo>
                <a:lnTo>
                  <a:pt x="205740" y="1531620"/>
                </a:lnTo>
                <a:lnTo>
                  <a:pt x="76200" y="1463040"/>
                </a:lnTo>
                <a:lnTo>
                  <a:pt x="7620" y="1371600"/>
                </a:lnTo>
                <a:lnTo>
                  <a:pt x="0" y="327660"/>
                </a:lnTo>
                <a:lnTo>
                  <a:pt x="0" y="266700"/>
                </a:lnTo>
                <a:lnTo>
                  <a:pt x="45720" y="175260"/>
                </a:lnTo>
                <a:lnTo>
                  <a:pt x="106680" y="83820"/>
                </a:lnTo>
                <a:lnTo>
                  <a:pt x="205740" y="45720"/>
                </a:lnTo>
                <a:lnTo>
                  <a:pt x="327660" y="7620"/>
                </a:lnTo>
                <a:close/>
              </a:path>
            </a:pathLst>
          </a:custGeom>
          <a:noFill/>
          <a:extLst>
            <a:ext uri="{909E8E84-426E-40DD-AFC4-6F175D3DCCD1}">
              <a14:hiddenFill xmlns:a14="http://schemas.microsoft.com/office/drawing/2010/main">
                <a:solidFill>
                  <a:srgbClr val="FFFFFF"/>
                </a:solidFill>
              </a14:hiddenFill>
            </a:ext>
          </a:extLst>
        </p:spPr>
      </p:pic>
      <p:sp>
        <p:nvSpPr>
          <p:cNvPr id="331" name="文本框 351">
            <a:extLst>
              <a:ext uri="{FF2B5EF4-FFF2-40B4-BE49-F238E27FC236}">
                <a16:creationId xmlns:a16="http://schemas.microsoft.com/office/drawing/2014/main" id="{AC4EEFF6-C1B9-BBD7-E9FE-DB1F4C0F9478}"/>
              </a:ext>
            </a:extLst>
          </p:cNvPr>
          <p:cNvSpPr txBox="1"/>
          <p:nvPr/>
        </p:nvSpPr>
        <p:spPr>
          <a:xfrm rot="19358931">
            <a:off x="2274661" y="4267056"/>
            <a:ext cx="785793" cy="215444"/>
          </a:xfrm>
          <a:prstGeom prst="rect">
            <a:avLst/>
          </a:prstGeom>
          <a:noFill/>
        </p:spPr>
        <p:txBody>
          <a:bodyPr wrap="none" rtlCol="0">
            <a:spAutoFit/>
          </a:bodyPr>
          <a:lstStyle/>
          <a:p>
            <a:pPr defTabSz="457200"/>
            <a:r>
              <a:rPr kumimoji="0" lang="en-US" altLang="ja-JP" sz="800">
                <a:latin typeface="Microsoft YaHei" panose="020B0503020204020204" pitchFamily="34" charset="-122"/>
                <a:ea typeface="Microsoft YaHei" panose="020B0503020204020204" pitchFamily="34" charset="-122"/>
              </a:rPr>
              <a:t>SCADA/DCS</a:t>
            </a:r>
            <a:endParaRPr kumimoji="0" lang="zh-CN" altLang="en-US" sz="800">
              <a:latin typeface="Microsoft YaHei" panose="020B0503020204020204" pitchFamily="34" charset="-122"/>
              <a:ea typeface="Microsoft YaHei" panose="020B0503020204020204" pitchFamily="34" charset="-122"/>
            </a:endParaRPr>
          </a:p>
        </p:txBody>
      </p:sp>
      <p:pic>
        <p:nvPicPr>
          <p:cNvPr id="206" name="図 205">
            <a:extLst>
              <a:ext uri="{FF2B5EF4-FFF2-40B4-BE49-F238E27FC236}">
                <a16:creationId xmlns:a16="http://schemas.microsoft.com/office/drawing/2014/main" id="{A979F8F6-898A-0467-9873-4757BF141CDB}"/>
              </a:ext>
            </a:extLst>
          </p:cNvPr>
          <p:cNvPicPr>
            <a:picLocks noChangeAspect="1"/>
          </p:cNvPicPr>
          <p:nvPr/>
        </p:nvPicPr>
        <p:blipFill>
          <a:blip r:embed="rId8"/>
          <a:stretch>
            <a:fillRect/>
          </a:stretch>
        </p:blipFill>
        <p:spPr>
          <a:xfrm>
            <a:off x="4880420" y="2731496"/>
            <a:ext cx="313348" cy="586878"/>
          </a:xfrm>
          <a:prstGeom prst="rect">
            <a:avLst/>
          </a:prstGeom>
        </p:spPr>
      </p:pic>
      <p:pic>
        <p:nvPicPr>
          <p:cNvPr id="207" name="图片 72">
            <a:extLst>
              <a:ext uri="{FF2B5EF4-FFF2-40B4-BE49-F238E27FC236}">
                <a16:creationId xmlns:a16="http://schemas.microsoft.com/office/drawing/2014/main" id="{F1891711-18E4-C504-2371-1E5BF3E6A4F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36048" t="46581" r="53954" b="32197"/>
          <a:stretch>
            <a:fillRect/>
          </a:stretch>
        </p:blipFill>
        <p:spPr bwMode="auto">
          <a:xfrm>
            <a:off x="4756064" y="3086263"/>
            <a:ext cx="193737" cy="303618"/>
          </a:xfrm>
          <a:custGeom>
            <a:avLst/>
            <a:gdLst>
              <a:gd name="connsiteX0" fmla="*/ 525780 w 1021080"/>
              <a:gd name="connsiteY0" fmla="*/ 0 h 1600200"/>
              <a:gd name="connsiteX1" fmla="*/ 716280 w 1021080"/>
              <a:gd name="connsiteY1" fmla="*/ 22860 h 1600200"/>
              <a:gd name="connsiteX2" fmla="*/ 914400 w 1021080"/>
              <a:gd name="connsiteY2" fmla="*/ 114300 h 1600200"/>
              <a:gd name="connsiteX3" fmla="*/ 1005840 w 1021080"/>
              <a:gd name="connsiteY3" fmla="*/ 251460 h 1600200"/>
              <a:gd name="connsiteX4" fmla="*/ 1021080 w 1021080"/>
              <a:gd name="connsiteY4" fmla="*/ 1203960 h 1600200"/>
              <a:gd name="connsiteX5" fmla="*/ 1005840 w 1021080"/>
              <a:gd name="connsiteY5" fmla="*/ 1310640 h 1600200"/>
              <a:gd name="connsiteX6" fmla="*/ 975360 w 1021080"/>
              <a:gd name="connsiteY6" fmla="*/ 1402080 h 1600200"/>
              <a:gd name="connsiteX7" fmla="*/ 792480 w 1021080"/>
              <a:gd name="connsiteY7" fmla="*/ 1539240 h 1600200"/>
              <a:gd name="connsiteX8" fmla="*/ 624840 w 1021080"/>
              <a:gd name="connsiteY8" fmla="*/ 1600200 h 1600200"/>
              <a:gd name="connsiteX9" fmla="*/ 426720 w 1021080"/>
              <a:gd name="connsiteY9" fmla="*/ 1600200 h 1600200"/>
              <a:gd name="connsiteX10" fmla="*/ 205740 w 1021080"/>
              <a:gd name="connsiteY10" fmla="*/ 1531620 h 1600200"/>
              <a:gd name="connsiteX11" fmla="*/ 76200 w 1021080"/>
              <a:gd name="connsiteY11" fmla="*/ 1463040 h 1600200"/>
              <a:gd name="connsiteX12" fmla="*/ 7620 w 1021080"/>
              <a:gd name="connsiteY12" fmla="*/ 1371600 h 1600200"/>
              <a:gd name="connsiteX13" fmla="*/ 0 w 1021080"/>
              <a:gd name="connsiteY13" fmla="*/ 327660 h 1600200"/>
              <a:gd name="connsiteX14" fmla="*/ 0 w 1021080"/>
              <a:gd name="connsiteY14" fmla="*/ 266700 h 1600200"/>
              <a:gd name="connsiteX15" fmla="*/ 45720 w 1021080"/>
              <a:gd name="connsiteY15" fmla="*/ 175260 h 1600200"/>
              <a:gd name="connsiteX16" fmla="*/ 106680 w 1021080"/>
              <a:gd name="connsiteY16" fmla="*/ 83820 h 1600200"/>
              <a:gd name="connsiteX17" fmla="*/ 205740 w 1021080"/>
              <a:gd name="connsiteY17" fmla="*/ 45720 h 1600200"/>
              <a:gd name="connsiteX18" fmla="*/ 327660 w 1021080"/>
              <a:gd name="connsiteY18" fmla="*/ 7620 h 1600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021080" h="1600200">
                <a:moveTo>
                  <a:pt x="525780" y="0"/>
                </a:moveTo>
                <a:lnTo>
                  <a:pt x="716280" y="22860"/>
                </a:lnTo>
                <a:lnTo>
                  <a:pt x="914400" y="114300"/>
                </a:lnTo>
                <a:lnTo>
                  <a:pt x="1005840" y="251460"/>
                </a:lnTo>
                <a:lnTo>
                  <a:pt x="1021080" y="1203960"/>
                </a:lnTo>
                <a:lnTo>
                  <a:pt x="1005840" y="1310640"/>
                </a:lnTo>
                <a:lnTo>
                  <a:pt x="975360" y="1402080"/>
                </a:lnTo>
                <a:lnTo>
                  <a:pt x="792480" y="1539240"/>
                </a:lnTo>
                <a:lnTo>
                  <a:pt x="624840" y="1600200"/>
                </a:lnTo>
                <a:lnTo>
                  <a:pt x="426720" y="1600200"/>
                </a:lnTo>
                <a:lnTo>
                  <a:pt x="205740" y="1531620"/>
                </a:lnTo>
                <a:lnTo>
                  <a:pt x="76200" y="1463040"/>
                </a:lnTo>
                <a:lnTo>
                  <a:pt x="7620" y="1371600"/>
                </a:lnTo>
                <a:lnTo>
                  <a:pt x="0" y="327660"/>
                </a:lnTo>
                <a:lnTo>
                  <a:pt x="0" y="266700"/>
                </a:lnTo>
                <a:lnTo>
                  <a:pt x="45720" y="175260"/>
                </a:lnTo>
                <a:lnTo>
                  <a:pt x="106680" y="83820"/>
                </a:lnTo>
                <a:lnTo>
                  <a:pt x="205740" y="45720"/>
                </a:lnTo>
                <a:lnTo>
                  <a:pt x="327660" y="7620"/>
                </a:lnTo>
                <a:close/>
              </a:path>
            </a:pathLst>
          </a:custGeom>
          <a:noFill/>
          <a:extLst>
            <a:ext uri="{909E8E84-426E-40DD-AFC4-6F175D3DCCD1}">
              <a14:hiddenFill xmlns:a14="http://schemas.microsoft.com/office/drawing/2010/main">
                <a:solidFill>
                  <a:srgbClr val="FFFFFF"/>
                </a:solidFill>
              </a14:hiddenFill>
            </a:ext>
          </a:extLst>
        </p:spPr>
      </p:pic>
      <p:sp>
        <p:nvSpPr>
          <p:cNvPr id="208" name="文本框 351">
            <a:extLst>
              <a:ext uri="{FF2B5EF4-FFF2-40B4-BE49-F238E27FC236}">
                <a16:creationId xmlns:a16="http://schemas.microsoft.com/office/drawing/2014/main" id="{1DEF952C-13F2-F44F-39CD-ABD427ECBEE8}"/>
              </a:ext>
            </a:extLst>
          </p:cNvPr>
          <p:cNvSpPr txBox="1"/>
          <p:nvPr/>
        </p:nvSpPr>
        <p:spPr>
          <a:xfrm rot="19358931">
            <a:off x="4314384" y="3008620"/>
            <a:ext cx="785793" cy="215444"/>
          </a:xfrm>
          <a:prstGeom prst="rect">
            <a:avLst/>
          </a:prstGeom>
          <a:noFill/>
        </p:spPr>
        <p:txBody>
          <a:bodyPr wrap="none" rtlCol="0">
            <a:spAutoFit/>
          </a:bodyPr>
          <a:lstStyle/>
          <a:p>
            <a:pPr defTabSz="457200"/>
            <a:r>
              <a:rPr kumimoji="0" lang="en-US" altLang="ja-JP" sz="800">
                <a:latin typeface="Microsoft YaHei" panose="020B0503020204020204" pitchFamily="34" charset="-122"/>
                <a:ea typeface="Microsoft YaHei" panose="020B0503020204020204" pitchFamily="34" charset="-122"/>
              </a:rPr>
              <a:t>SCADA/DCS</a:t>
            </a:r>
            <a:endParaRPr kumimoji="0" lang="zh-CN" altLang="en-US" sz="800">
              <a:latin typeface="Microsoft YaHei" panose="020B0503020204020204" pitchFamily="34" charset="-122"/>
              <a:ea typeface="Microsoft YaHei" panose="020B0503020204020204" pitchFamily="34" charset="-122"/>
            </a:endParaRPr>
          </a:p>
        </p:txBody>
      </p:sp>
      <p:pic>
        <p:nvPicPr>
          <p:cNvPr id="209" name="図 208">
            <a:extLst>
              <a:ext uri="{FF2B5EF4-FFF2-40B4-BE49-F238E27FC236}">
                <a16:creationId xmlns:a16="http://schemas.microsoft.com/office/drawing/2014/main" id="{AE8F8701-65BE-0148-335B-C6F4628F0BB2}"/>
              </a:ext>
            </a:extLst>
          </p:cNvPr>
          <p:cNvPicPr>
            <a:picLocks noChangeAspect="1"/>
          </p:cNvPicPr>
          <p:nvPr/>
        </p:nvPicPr>
        <p:blipFill>
          <a:blip r:embed="rId8"/>
          <a:stretch>
            <a:fillRect/>
          </a:stretch>
        </p:blipFill>
        <p:spPr>
          <a:xfrm>
            <a:off x="6842811" y="1835869"/>
            <a:ext cx="313348" cy="586878"/>
          </a:xfrm>
          <a:prstGeom prst="rect">
            <a:avLst/>
          </a:prstGeom>
        </p:spPr>
      </p:pic>
      <p:pic>
        <p:nvPicPr>
          <p:cNvPr id="210" name="图片 72">
            <a:extLst>
              <a:ext uri="{FF2B5EF4-FFF2-40B4-BE49-F238E27FC236}">
                <a16:creationId xmlns:a16="http://schemas.microsoft.com/office/drawing/2014/main" id="{15657979-949E-C9A1-8498-5FC256A4832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36048" t="46581" r="53954" b="32197"/>
          <a:stretch>
            <a:fillRect/>
          </a:stretch>
        </p:blipFill>
        <p:spPr bwMode="auto">
          <a:xfrm>
            <a:off x="6718455" y="2190636"/>
            <a:ext cx="193737" cy="303618"/>
          </a:xfrm>
          <a:custGeom>
            <a:avLst/>
            <a:gdLst>
              <a:gd name="connsiteX0" fmla="*/ 525780 w 1021080"/>
              <a:gd name="connsiteY0" fmla="*/ 0 h 1600200"/>
              <a:gd name="connsiteX1" fmla="*/ 716280 w 1021080"/>
              <a:gd name="connsiteY1" fmla="*/ 22860 h 1600200"/>
              <a:gd name="connsiteX2" fmla="*/ 914400 w 1021080"/>
              <a:gd name="connsiteY2" fmla="*/ 114300 h 1600200"/>
              <a:gd name="connsiteX3" fmla="*/ 1005840 w 1021080"/>
              <a:gd name="connsiteY3" fmla="*/ 251460 h 1600200"/>
              <a:gd name="connsiteX4" fmla="*/ 1021080 w 1021080"/>
              <a:gd name="connsiteY4" fmla="*/ 1203960 h 1600200"/>
              <a:gd name="connsiteX5" fmla="*/ 1005840 w 1021080"/>
              <a:gd name="connsiteY5" fmla="*/ 1310640 h 1600200"/>
              <a:gd name="connsiteX6" fmla="*/ 975360 w 1021080"/>
              <a:gd name="connsiteY6" fmla="*/ 1402080 h 1600200"/>
              <a:gd name="connsiteX7" fmla="*/ 792480 w 1021080"/>
              <a:gd name="connsiteY7" fmla="*/ 1539240 h 1600200"/>
              <a:gd name="connsiteX8" fmla="*/ 624840 w 1021080"/>
              <a:gd name="connsiteY8" fmla="*/ 1600200 h 1600200"/>
              <a:gd name="connsiteX9" fmla="*/ 426720 w 1021080"/>
              <a:gd name="connsiteY9" fmla="*/ 1600200 h 1600200"/>
              <a:gd name="connsiteX10" fmla="*/ 205740 w 1021080"/>
              <a:gd name="connsiteY10" fmla="*/ 1531620 h 1600200"/>
              <a:gd name="connsiteX11" fmla="*/ 76200 w 1021080"/>
              <a:gd name="connsiteY11" fmla="*/ 1463040 h 1600200"/>
              <a:gd name="connsiteX12" fmla="*/ 7620 w 1021080"/>
              <a:gd name="connsiteY12" fmla="*/ 1371600 h 1600200"/>
              <a:gd name="connsiteX13" fmla="*/ 0 w 1021080"/>
              <a:gd name="connsiteY13" fmla="*/ 327660 h 1600200"/>
              <a:gd name="connsiteX14" fmla="*/ 0 w 1021080"/>
              <a:gd name="connsiteY14" fmla="*/ 266700 h 1600200"/>
              <a:gd name="connsiteX15" fmla="*/ 45720 w 1021080"/>
              <a:gd name="connsiteY15" fmla="*/ 175260 h 1600200"/>
              <a:gd name="connsiteX16" fmla="*/ 106680 w 1021080"/>
              <a:gd name="connsiteY16" fmla="*/ 83820 h 1600200"/>
              <a:gd name="connsiteX17" fmla="*/ 205740 w 1021080"/>
              <a:gd name="connsiteY17" fmla="*/ 45720 h 1600200"/>
              <a:gd name="connsiteX18" fmla="*/ 327660 w 1021080"/>
              <a:gd name="connsiteY18" fmla="*/ 7620 h 1600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021080" h="1600200">
                <a:moveTo>
                  <a:pt x="525780" y="0"/>
                </a:moveTo>
                <a:lnTo>
                  <a:pt x="716280" y="22860"/>
                </a:lnTo>
                <a:lnTo>
                  <a:pt x="914400" y="114300"/>
                </a:lnTo>
                <a:lnTo>
                  <a:pt x="1005840" y="251460"/>
                </a:lnTo>
                <a:lnTo>
                  <a:pt x="1021080" y="1203960"/>
                </a:lnTo>
                <a:lnTo>
                  <a:pt x="1005840" y="1310640"/>
                </a:lnTo>
                <a:lnTo>
                  <a:pt x="975360" y="1402080"/>
                </a:lnTo>
                <a:lnTo>
                  <a:pt x="792480" y="1539240"/>
                </a:lnTo>
                <a:lnTo>
                  <a:pt x="624840" y="1600200"/>
                </a:lnTo>
                <a:lnTo>
                  <a:pt x="426720" y="1600200"/>
                </a:lnTo>
                <a:lnTo>
                  <a:pt x="205740" y="1531620"/>
                </a:lnTo>
                <a:lnTo>
                  <a:pt x="76200" y="1463040"/>
                </a:lnTo>
                <a:lnTo>
                  <a:pt x="7620" y="1371600"/>
                </a:lnTo>
                <a:lnTo>
                  <a:pt x="0" y="327660"/>
                </a:lnTo>
                <a:lnTo>
                  <a:pt x="0" y="266700"/>
                </a:lnTo>
                <a:lnTo>
                  <a:pt x="45720" y="175260"/>
                </a:lnTo>
                <a:lnTo>
                  <a:pt x="106680" y="83820"/>
                </a:lnTo>
                <a:lnTo>
                  <a:pt x="205740" y="45720"/>
                </a:lnTo>
                <a:lnTo>
                  <a:pt x="327660" y="7620"/>
                </a:lnTo>
                <a:close/>
              </a:path>
            </a:pathLst>
          </a:custGeom>
          <a:noFill/>
          <a:extLst>
            <a:ext uri="{909E8E84-426E-40DD-AFC4-6F175D3DCCD1}">
              <a14:hiddenFill xmlns:a14="http://schemas.microsoft.com/office/drawing/2010/main">
                <a:solidFill>
                  <a:srgbClr val="FFFFFF"/>
                </a:solidFill>
              </a14:hiddenFill>
            </a:ext>
          </a:extLst>
        </p:spPr>
      </p:pic>
      <p:sp>
        <p:nvSpPr>
          <p:cNvPr id="211" name="文本框 351">
            <a:extLst>
              <a:ext uri="{FF2B5EF4-FFF2-40B4-BE49-F238E27FC236}">
                <a16:creationId xmlns:a16="http://schemas.microsoft.com/office/drawing/2014/main" id="{E3B841FE-0880-26EF-2A17-B532ED851CCC}"/>
              </a:ext>
            </a:extLst>
          </p:cNvPr>
          <p:cNvSpPr txBox="1"/>
          <p:nvPr/>
        </p:nvSpPr>
        <p:spPr>
          <a:xfrm rot="19358931">
            <a:off x="6847875" y="2206707"/>
            <a:ext cx="785793" cy="215444"/>
          </a:xfrm>
          <a:prstGeom prst="rect">
            <a:avLst/>
          </a:prstGeom>
          <a:noFill/>
        </p:spPr>
        <p:txBody>
          <a:bodyPr wrap="none" rtlCol="0">
            <a:spAutoFit/>
          </a:bodyPr>
          <a:lstStyle/>
          <a:p>
            <a:pPr defTabSz="457200"/>
            <a:r>
              <a:rPr kumimoji="0" lang="en-US" altLang="ja-JP" sz="800">
                <a:latin typeface="Microsoft YaHei" panose="020B0503020204020204" pitchFamily="34" charset="-122"/>
                <a:ea typeface="Microsoft YaHei" panose="020B0503020204020204" pitchFamily="34" charset="-122"/>
              </a:rPr>
              <a:t>SCADA/DCS</a:t>
            </a:r>
            <a:endParaRPr kumimoji="0" lang="zh-CN" altLang="en-US" sz="800">
              <a:latin typeface="Microsoft YaHei" panose="020B0503020204020204" pitchFamily="34" charset="-122"/>
              <a:ea typeface="Microsoft YaHei" panose="020B0503020204020204" pitchFamily="34" charset="-122"/>
            </a:endParaRPr>
          </a:p>
        </p:txBody>
      </p:sp>
      <p:pic>
        <p:nvPicPr>
          <p:cNvPr id="212" name="図 211">
            <a:extLst>
              <a:ext uri="{FF2B5EF4-FFF2-40B4-BE49-F238E27FC236}">
                <a16:creationId xmlns:a16="http://schemas.microsoft.com/office/drawing/2014/main" id="{1C56BDF5-0960-7C40-FB81-2B6EB7C80899}"/>
              </a:ext>
            </a:extLst>
          </p:cNvPr>
          <p:cNvPicPr>
            <a:picLocks noChangeAspect="1"/>
          </p:cNvPicPr>
          <p:nvPr/>
        </p:nvPicPr>
        <p:blipFill>
          <a:blip r:embed="rId8"/>
          <a:stretch>
            <a:fillRect/>
          </a:stretch>
        </p:blipFill>
        <p:spPr>
          <a:xfrm>
            <a:off x="8957869" y="3123904"/>
            <a:ext cx="313348" cy="586878"/>
          </a:xfrm>
          <a:prstGeom prst="rect">
            <a:avLst/>
          </a:prstGeom>
        </p:spPr>
      </p:pic>
      <p:pic>
        <p:nvPicPr>
          <p:cNvPr id="213" name="图片 72">
            <a:extLst>
              <a:ext uri="{FF2B5EF4-FFF2-40B4-BE49-F238E27FC236}">
                <a16:creationId xmlns:a16="http://schemas.microsoft.com/office/drawing/2014/main" id="{4697513F-A6D6-D1FF-2775-2CDB49E38C6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36048" t="46581" r="53954" b="32197"/>
          <a:stretch>
            <a:fillRect/>
          </a:stretch>
        </p:blipFill>
        <p:spPr bwMode="auto">
          <a:xfrm>
            <a:off x="8833513" y="3478671"/>
            <a:ext cx="193737" cy="303618"/>
          </a:xfrm>
          <a:custGeom>
            <a:avLst/>
            <a:gdLst>
              <a:gd name="connsiteX0" fmla="*/ 525780 w 1021080"/>
              <a:gd name="connsiteY0" fmla="*/ 0 h 1600200"/>
              <a:gd name="connsiteX1" fmla="*/ 716280 w 1021080"/>
              <a:gd name="connsiteY1" fmla="*/ 22860 h 1600200"/>
              <a:gd name="connsiteX2" fmla="*/ 914400 w 1021080"/>
              <a:gd name="connsiteY2" fmla="*/ 114300 h 1600200"/>
              <a:gd name="connsiteX3" fmla="*/ 1005840 w 1021080"/>
              <a:gd name="connsiteY3" fmla="*/ 251460 h 1600200"/>
              <a:gd name="connsiteX4" fmla="*/ 1021080 w 1021080"/>
              <a:gd name="connsiteY4" fmla="*/ 1203960 h 1600200"/>
              <a:gd name="connsiteX5" fmla="*/ 1005840 w 1021080"/>
              <a:gd name="connsiteY5" fmla="*/ 1310640 h 1600200"/>
              <a:gd name="connsiteX6" fmla="*/ 975360 w 1021080"/>
              <a:gd name="connsiteY6" fmla="*/ 1402080 h 1600200"/>
              <a:gd name="connsiteX7" fmla="*/ 792480 w 1021080"/>
              <a:gd name="connsiteY7" fmla="*/ 1539240 h 1600200"/>
              <a:gd name="connsiteX8" fmla="*/ 624840 w 1021080"/>
              <a:gd name="connsiteY8" fmla="*/ 1600200 h 1600200"/>
              <a:gd name="connsiteX9" fmla="*/ 426720 w 1021080"/>
              <a:gd name="connsiteY9" fmla="*/ 1600200 h 1600200"/>
              <a:gd name="connsiteX10" fmla="*/ 205740 w 1021080"/>
              <a:gd name="connsiteY10" fmla="*/ 1531620 h 1600200"/>
              <a:gd name="connsiteX11" fmla="*/ 76200 w 1021080"/>
              <a:gd name="connsiteY11" fmla="*/ 1463040 h 1600200"/>
              <a:gd name="connsiteX12" fmla="*/ 7620 w 1021080"/>
              <a:gd name="connsiteY12" fmla="*/ 1371600 h 1600200"/>
              <a:gd name="connsiteX13" fmla="*/ 0 w 1021080"/>
              <a:gd name="connsiteY13" fmla="*/ 327660 h 1600200"/>
              <a:gd name="connsiteX14" fmla="*/ 0 w 1021080"/>
              <a:gd name="connsiteY14" fmla="*/ 266700 h 1600200"/>
              <a:gd name="connsiteX15" fmla="*/ 45720 w 1021080"/>
              <a:gd name="connsiteY15" fmla="*/ 175260 h 1600200"/>
              <a:gd name="connsiteX16" fmla="*/ 106680 w 1021080"/>
              <a:gd name="connsiteY16" fmla="*/ 83820 h 1600200"/>
              <a:gd name="connsiteX17" fmla="*/ 205740 w 1021080"/>
              <a:gd name="connsiteY17" fmla="*/ 45720 h 1600200"/>
              <a:gd name="connsiteX18" fmla="*/ 327660 w 1021080"/>
              <a:gd name="connsiteY18" fmla="*/ 7620 h 1600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021080" h="1600200">
                <a:moveTo>
                  <a:pt x="525780" y="0"/>
                </a:moveTo>
                <a:lnTo>
                  <a:pt x="716280" y="22860"/>
                </a:lnTo>
                <a:lnTo>
                  <a:pt x="914400" y="114300"/>
                </a:lnTo>
                <a:lnTo>
                  <a:pt x="1005840" y="251460"/>
                </a:lnTo>
                <a:lnTo>
                  <a:pt x="1021080" y="1203960"/>
                </a:lnTo>
                <a:lnTo>
                  <a:pt x="1005840" y="1310640"/>
                </a:lnTo>
                <a:lnTo>
                  <a:pt x="975360" y="1402080"/>
                </a:lnTo>
                <a:lnTo>
                  <a:pt x="792480" y="1539240"/>
                </a:lnTo>
                <a:lnTo>
                  <a:pt x="624840" y="1600200"/>
                </a:lnTo>
                <a:lnTo>
                  <a:pt x="426720" y="1600200"/>
                </a:lnTo>
                <a:lnTo>
                  <a:pt x="205740" y="1531620"/>
                </a:lnTo>
                <a:lnTo>
                  <a:pt x="76200" y="1463040"/>
                </a:lnTo>
                <a:lnTo>
                  <a:pt x="7620" y="1371600"/>
                </a:lnTo>
                <a:lnTo>
                  <a:pt x="0" y="327660"/>
                </a:lnTo>
                <a:lnTo>
                  <a:pt x="0" y="266700"/>
                </a:lnTo>
                <a:lnTo>
                  <a:pt x="45720" y="175260"/>
                </a:lnTo>
                <a:lnTo>
                  <a:pt x="106680" y="83820"/>
                </a:lnTo>
                <a:lnTo>
                  <a:pt x="205740" y="45720"/>
                </a:lnTo>
                <a:lnTo>
                  <a:pt x="327660" y="7620"/>
                </a:lnTo>
                <a:close/>
              </a:path>
            </a:pathLst>
          </a:custGeom>
          <a:noFill/>
          <a:extLst>
            <a:ext uri="{909E8E84-426E-40DD-AFC4-6F175D3DCCD1}">
              <a14:hiddenFill xmlns:a14="http://schemas.microsoft.com/office/drawing/2010/main">
                <a:solidFill>
                  <a:srgbClr val="FFFFFF"/>
                </a:solidFill>
              </a14:hiddenFill>
            </a:ext>
          </a:extLst>
        </p:spPr>
      </p:pic>
      <p:sp>
        <p:nvSpPr>
          <p:cNvPr id="214" name="文本框 351">
            <a:extLst>
              <a:ext uri="{FF2B5EF4-FFF2-40B4-BE49-F238E27FC236}">
                <a16:creationId xmlns:a16="http://schemas.microsoft.com/office/drawing/2014/main" id="{FE917BBF-FE90-5B40-27D9-94F039435D01}"/>
              </a:ext>
            </a:extLst>
          </p:cNvPr>
          <p:cNvSpPr txBox="1"/>
          <p:nvPr/>
        </p:nvSpPr>
        <p:spPr>
          <a:xfrm rot="19358931">
            <a:off x="8962933" y="3494742"/>
            <a:ext cx="785793" cy="215444"/>
          </a:xfrm>
          <a:prstGeom prst="rect">
            <a:avLst/>
          </a:prstGeom>
          <a:noFill/>
        </p:spPr>
        <p:txBody>
          <a:bodyPr wrap="none" rtlCol="0">
            <a:spAutoFit/>
          </a:bodyPr>
          <a:lstStyle/>
          <a:p>
            <a:pPr defTabSz="457200"/>
            <a:r>
              <a:rPr kumimoji="0" lang="en-US" altLang="ja-JP" sz="800">
                <a:latin typeface="Microsoft YaHei" panose="020B0503020204020204" pitchFamily="34" charset="-122"/>
                <a:ea typeface="Microsoft YaHei" panose="020B0503020204020204" pitchFamily="34" charset="-122"/>
              </a:rPr>
              <a:t>SCADA/DCS</a:t>
            </a:r>
            <a:endParaRPr kumimoji="0" lang="zh-CN" altLang="en-US" sz="800">
              <a:latin typeface="Microsoft YaHei" panose="020B0503020204020204" pitchFamily="34" charset="-122"/>
              <a:ea typeface="Microsoft YaHei" panose="020B0503020204020204" pitchFamily="34" charset="-122"/>
            </a:endParaRPr>
          </a:p>
        </p:txBody>
      </p:sp>
      <p:pic>
        <p:nvPicPr>
          <p:cNvPr id="215" name="図 214">
            <a:extLst>
              <a:ext uri="{FF2B5EF4-FFF2-40B4-BE49-F238E27FC236}">
                <a16:creationId xmlns:a16="http://schemas.microsoft.com/office/drawing/2014/main" id="{498FA60E-5099-646D-3D58-49B896FF7E0A}"/>
              </a:ext>
            </a:extLst>
          </p:cNvPr>
          <p:cNvPicPr>
            <a:picLocks noChangeAspect="1"/>
          </p:cNvPicPr>
          <p:nvPr/>
        </p:nvPicPr>
        <p:blipFill>
          <a:blip r:embed="rId9"/>
          <a:stretch>
            <a:fillRect/>
          </a:stretch>
        </p:blipFill>
        <p:spPr>
          <a:xfrm>
            <a:off x="5369325" y="4209798"/>
            <a:ext cx="535067" cy="990866"/>
          </a:xfrm>
          <a:prstGeom prst="rect">
            <a:avLst/>
          </a:prstGeom>
        </p:spPr>
      </p:pic>
      <p:pic>
        <p:nvPicPr>
          <p:cNvPr id="216" name="图片 111">
            <a:extLst>
              <a:ext uri="{FF2B5EF4-FFF2-40B4-BE49-F238E27FC236}">
                <a16:creationId xmlns:a16="http://schemas.microsoft.com/office/drawing/2014/main" id="{A353D93E-0EA6-2F7B-B8B9-3D93B28C630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36048" t="46581" r="53954" b="32197"/>
          <a:stretch>
            <a:fillRect/>
          </a:stretch>
        </p:blipFill>
        <p:spPr bwMode="auto">
          <a:xfrm>
            <a:off x="5833782" y="4637803"/>
            <a:ext cx="320910" cy="502919"/>
          </a:xfrm>
          <a:custGeom>
            <a:avLst/>
            <a:gdLst>
              <a:gd name="connsiteX0" fmla="*/ 525780 w 1021080"/>
              <a:gd name="connsiteY0" fmla="*/ 0 h 1600200"/>
              <a:gd name="connsiteX1" fmla="*/ 716280 w 1021080"/>
              <a:gd name="connsiteY1" fmla="*/ 22860 h 1600200"/>
              <a:gd name="connsiteX2" fmla="*/ 914400 w 1021080"/>
              <a:gd name="connsiteY2" fmla="*/ 114300 h 1600200"/>
              <a:gd name="connsiteX3" fmla="*/ 1005840 w 1021080"/>
              <a:gd name="connsiteY3" fmla="*/ 251460 h 1600200"/>
              <a:gd name="connsiteX4" fmla="*/ 1021080 w 1021080"/>
              <a:gd name="connsiteY4" fmla="*/ 1203960 h 1600200"/>
              <a:gd name="connsiteX5" fmla="*/ 1005840 w 1021080"/>
              <a:gd name="connsiteY5" fmla="*/ 1310640 h 1600200"/>
              <a:gd name="connsiteX6" fmla="*/ 975360 w 1021080"/>
              <a:gd name="connsiteY6" fmla="*/ 1402080 h 1600200"/>
              <a:gd name="connsiteX7" fmla="*/ 792480 w 1021080"/>
              <a:gd name="connsiteY7" fmla="*/ 1539240 h 1600200"/>
              <a:gd name="connsiteX8" fmla="*/ 624840 w 1021080"/>
              <a:gd name="connsiteY8" fmla="*/ 1600200 h 1600200"/>
              <a:gd name="connsiteX9" fmla="*/ 426720 w 1021080"/>
              <a:gd name="connsiteY9" fmla="*/ 1600200 h 1600200"/>
              <a:gd name="connsiteX10" fmla="*/ 205740 w 1021080"/>
              <a:gd name="connsiteY10" fmla="*/ 1531620 h 1600200"/>
              <a:gd name="connsiteX11" fmla="*/ 76200 w 1021080"/>
              <a:gd name="connsiteY11" fmla="*/ 1463040 h 1600200"/>
              <a:gd name="connsiteX12" fmla="*/ 7620 w 1021080"/>
              <a:gd name="connsiteY12" fmla="*/ 1371600 h 1600200"/>
              <a:gd name="connsiteX13" fmla="*/ 0 w 1021080"/>
              <a:gd name="connsiteY13" fmla="*/ 327660 h 1600200"/>
              <a:gd name="connsiteX14" fmla="*/ 0 w 1021080"/>
              <a:gd name="connsiteY14" fmla="*/ 266700 h 1600200"/>
              <a:gd name="connsiteX15" fmla="*/ 45720 w 1021080"/>
              <a:gd name="connsiteY15" fmla="*/ 175260 h 1600200"/>
              <a:gd name="connsiteX16" fmla="*/ 106680 w 1021080"/>
              <a:gd name="connsiteY16" fmla="*/ 83820 h 1600200"/>
              <a:gd name="connsiteX17" fmla="*/ 205740 w 1021080"/>
              <a:gd name="connsiteY17" fmla="*/ 45720 h 1600200"/>
              <a:gd name="connsiteX18" fmla="*/ 327660 w 1021080"/>
              <a:gd name="connsiteY18" fmla="*/ 7620 h 1600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021080" h="1600200">
                <a:moveTo>
                  <a:pt x="525780" y="0"/>
                </a:moveTo>
                <a:lnTo>
                  <a:pt x="716280" y="22860"/>
                </a:lnTo>
                <a:lnTo>
                  <a:pt x="914400" y="114300"/>
                </a:lnTo>
                <a:lnTo>
                  <a:pt x="1005840" y="251460"/>
                </a:lnTo>
                <a:lnTo>
                  <a:pt x="1021080" y="1203960"/>
                </a:lnTo>
                <a:lnTo>
                  <a:pt x="1005840" y="1310640"/>
                </a:lnTo>
                <a:lnTo>
                  <a:pt x="975360" y="1402080"/>
                </a:lnTo>
                <a:lnTo>
                  <a:pt x="792480" y="1539240"/>
                </a:lnTo>
                <a:lnTo>
                  <a:pt x="624840" y="1600200"/>
                </a:lnTo>
                <a:lnTo>
                  <a:pt x="426720" y="1600200"/>
                </a:lnTo>
                <a:lnTo>
                  <a:pt x="205740" y="1531620"/>
                </a:lnTo>
                <a:lnTo>
                  <a:pt x="76200" y="1463040"/>
                </a:lnTo>
                <a:lnTo>
                  <a:pt x="7620" y="1371600"/>
                </a:lnTo>
                <a:lnTo>
                  <a:pt x="0" y="327660"/>
                </a:lnTo>
                <a:lnTo>
                  <a:pt x="0" y="266700"/>
                </a:lnTo>
                <a:lnTo>
                  <a:pt x="45720" y="175260"/>
                </a:lnTo>
                <a:lnTo>
                  <a:pt x="106680" y="83820"/>
                </a:lnTo>
                <a:lnTo>
                  <a:pt x="205740" y="45720"/>
                </a:lnTo>
                <a:lnTo>
                  <a:pt x="327660" y="7620"/>
                </a:lnTo>
                <a:close/>
              </a:path>
            </a:pathLst>
          </a:custGeom>
          <a:noFill/>
          <a:extLst>
            <a:ext uri="{909E8E84-426E-40DD-AFC4-6F175D3DCCD1}">
              <a14:hiddenFill xmlns:a14="http://schemas.microsoft.com/office/drawing/2010/main">
                <a:solidFill>
                  <a:srgbClr val="FFFFFF"/>
                </a:solidFill>
              </a14:hiddenFill>
            </a:ext>
          </a:extLst>
        </p:spPr>
      </p:pic>
      <p:sp>
        <p:nvSpPr>
          <p:cNvPr id="336" name="文本框 341">
            <a:extLst>
              <a:ext uri="{FF2B5EF4-FFF2-40B4-BE49-F238E27FC236}">
                <a16:creationId xmlns:a16="http://schemas.microsoft.com/office/drawing/2014/main" id="{51A83230-6DED-8275-0133-709BE1E7CFCC}"/>
              </a:ext>
            </a:extLst>
          </p:cNvPr>
          <p:cNvSpPr txBox="1"/>
          <p:nvPr/>
        </p:nvSpPr>
        <p:spPr>
          <a:xfrm rot="19345705">
            <a:off x="3479820" y="3377568"/>
            <a:ext cx="606256" cy="338554"/>
          </a:xfrm>
          <a:prstGeom prst="rect">
            <a:avLst/>
          </a:prstGeom>
          <a:noFill/>
        </p:spPr>
        <p:txBody>
          <a:bodyPr wrap="none" rtlCol="0">
            <a:spAutoFit/>
          </a:bodyPr>
          <a:lstStyle/>
          <a:p>
            <a:pPr defTabSz="457200"/>
            <a:r>
              <a:rPr kumimoji="0" lang="en-US" altLang="zh-CN" sz="800" dirty="0">
                <a:latin typeface="Microsoft YaHei" panose="020B0503020204020204" pitchFamily="34" charset="-122"/>
                <a:ea typeface="Microsoft YaHei" panose="020B0503020204020204" pitchFamily="34" charset="-122"/>
              </a:rPr>
              <a:t>Edge </a:t>
            </a:r>
          </a:p>
          <a:p>
            <a:pPr defTabSz="457200"/>
            <a:r>
              <a:rPr kumimoji="0" lang="en-US" altLang="zh-CN" sz="800" dirty="0">
                <a:latin typeface="Microsoft YaHei" panose="020B0503020204020204" pitchFamily="34" charset="-122"/>
                <a:ea typeface="Microsoft YaHei" panose="020B0503020204020204" pitchFamily="34" charset="-122"/>
              </a:rPr>
              <a:t>Gateway</a:t>
            </a:r>
            <a:endParaRPr kumimoji="0" lang="zh-CN" altLang="en-US" sz="800" dirty="0">
              <a:latin typeface="Microsoft YaHei" panose="020B0503020204020204" pitchFamily="34" charset="-122"/>
              <a:ea typeface="Microsoft YaHei" panose="020B0503020204020204" pitchFamily="34" charset="-122"/>
            </a:endParaRPr>
          </a:p>
        </p:txBody>
      </p:sp>
      <p:sp>
        <p:nvSpPr>
          <p:cNvPr id="337" name="文本框 341">
            <a:extLst>
              <a:ext uri="{FF2B5EF4-FFF2-40B4-BE49-F238E27FC236}">
                <a16:creationId xmlns:a16="http://schemas.microsoft.com/office/drawing/2014/main" id="{1C91D304-C36D-7208-CAF1-7770066A3066}"/>
              </a:ext>
            </a:extLst>
          </p:cNvPr>
          <p:cNvSpPr txBox="1"/>
          <p:nvPr/>
        </p:nvSpPr>
        <p:spPr>
          <a:xfrm rot="19345705">
            <a:off x="6017941" y="1302997"/>
            <a:ext cx="606256" cy="338554"/>
          </a:xfrm>
          <a:prstGeom prst="rect">
            <a:avLst/>
          </a:prstGeom>
          <a:noFill/>
        </p:spPr>
        <p:txBody>
          <a:bodyPr wrap="square" rtlCol="0">
            <a:spAutoFit/>
          </a:bodyPr>
          <a:lstStyle/>
          <a:p>
            <a:pPr defTabSz="457200"/>
            <a:r>
              <a:rPr kumimoji="0" lang="en-US" altLang="zh-CN" sz="800">
                <a:latin typeface="Microsoft YaHei" panose="020B0503020204020204" pitchFamily="34" charset="-122"/>
                <a:ea typeface="Microsoft YaHei" panose="020B0503020204020204" pitchFamily="34" charset="-122"/>
              </a:rPr>
              <a:t>Edge </a:t>
            </a:r>
          </a:p>
          <a:p>
            <a:pPr defTabSz="457200"/>
            <a:r>
              <a:rPr kumimoji="0" lang="en-US" altLang="zh-CN" sz="800">
                <a:latin typeface="Microsoft YaHei" panose="020B0503020204020204" pitchFamily="34" charset="-122"/>
                <a:ea typeface="Microsoft YaHei" panose="020B0503020204020204" pitchFamily="34" charset="-122"/>
              </a:rPr>
              <a:t>Gateway</a:t>
            </a:r>
            <a:endParaRPr kumimoji="0" lang="zh-CN" altLang="en-US" sz="800">
              <a:latin typeface="Microsoft YaHei" panose="020B0503020204020204" pitchFamily="34" charset="-122"/>
              <a:ea typeface="Microsoft YaHei" panose="020B0503020204020204" pitchFamily="34" charset="-122"/>
            </a:endParaRPr>
          </a:p>
        </p:txBody>
      </p:sp>
      <p:sp>
        <p:nvSpPr>
          <p:cNvPr id="338" name="文本框 117">
            <a:extLst>
              <a:ext uri="{FF2B5EF4-FFF2-40B4-BE49-F238E27FC236}">
                <a16:creationId xmlns:a16="http://schemas.microsoft.com/office/drawing/2014/main" id="{4A2957C4-6466-6D92-2D05-2AB8EA329BD6}"/>
              </a:ext>
            </a:extLst>
          </p:cNvPr>
          <p:cNvSpPr txBox="1"/>
          <p:nvPr/>
        </p:nvSpPr>
        <p:spPr>
          <a:xfrm rot="2070927">
            <a:off x="8870788" y="2707180"/>
            <a:ext cx="1279517" cy="215444"/>
          </a:xfrm>
          <a:prstGeom prst="rect">
            <a:avLst/>
          </a:prstGeom>
          <a:noFill/>
        </p:spPr>
        <p:txBody>
          <a:bodyPr wrap="none" rtlCol="0">
            <a:spAutoFit/>
          </a:bodyPr>
          <a:lstStyle/>
          <a:p>
            <a:pPr defTabSz="457200"/>
            <a:r>
              <a:rPr kumimoji="0" lang="ja-JP" altLang="en-US" sz="800">
                <a:solidFill>
                  <a:srgbClr val="3C3C3C"/>
                </a:solidFill>
                <a:latin typeface="Microsoft YaHei" panose="020B0503020204020204" pitchFamily="34" charset="-122"/>
                <a:ea typeface="Microsoft YaHei" panose="020B0503020204020204" pitchFamily="34" charset="-122"/>
              </a:rPr>
              <a:t>現場設備＆計測器</a:t>
            </a:r>
            <a:r>
              <a:rPr kumimoji="0" lang="en-US" altLang="ja-JP" sz="800">
                <a:solidFill>
                  <a:srgbClr val="3C3C3C"/>
                </a:solidFill>
                <a:latin typeface="Microsoft YaHei" panose="020B0503020204020204" pitchFamily="34" charset="-122"/>
                <a:ea typeface="Microsoft YaHei" panose="020B0503020204020204" pitchFamily="34" charset="-122"/>
              </a:rPr>
              <a:t>&amp;PLC</a:t>
            </a:r>
            <a:endParaRPr kumimoji="0" lang="zh-CN" altLang="en-US" sz="800">
              <a:solidFill>
                <a:srgbClr val="3C3C3C"/>
              </a:solidFill>
              <a:latin typeface="Microsoft YaHei" panose="020B0503020204020204" pitchFamily="34" charset="-122"/>
              <a:ea typeface="Microsoft YaHei" panose="020B0503020204020204" pitchFamily="34" charset="-122"/>
            </a:endParaRPr>
          </a:p>
        </p:txBody>
      </p:sp>
      <p:pic>
        <p:nvPicPr>
          <p:cNvPr id="339" name="図 338">
            <a:extLst>
              <a:ext uri="{FF2B5EF4-FFF2-40B4-BE49-F238E27FC236}">
                <a16:creationId xmlns:a16="http://schemas.microsoft.com/office/drawing/2014/main" id="{B7CEED97-35AB-4123-9BAB-1C1A486B5318}"/>
              </a:ext>
            </a:extLst>
          </p:cNvPr>
          <p:cNvPicPr>
            <a:picLocks noChangeAspect="1"/>
          </p:cNvPicPr>
          <p:nvPr/>
        </p:nvPicPr>
        <p:blipFill>
          <a:blip r:embed="rId4"/>
          <a:stretch>
            <a:fillRect/>
          </a:stretch>
        </p:blipFill>
        <p:spPr>
          <a:xfrm>
            <a:off x="6274717" y="3716911"/>
            <a:ext cx="646232" cy="823031"/>
          </a:xfrm>
          <a:prstGeom prst="rect">
            <a:avLst/>
          </a:prstGeom>
        </p:spPr>
      </p:pic>
      <p:sp>
        <p:nvSpPr>
          <p:cNvPr id="340" name="文本框 351">
            <a:extLst>
              <a:ext uri="{FF2B5EF4-FFF2-40B4-BE49-F238E27FC236}">
                <a16:creationId xmlns:a16="http://schemas.microsoft.com/office/drawing/2014/main" id="{830A6AFC-7550-3907-FFAD-6C9DB7EF13D1}"/>
              </a:ext>
            </a:extLst>
          </p:cNvPr>
          <p:cNvSpPr txBox="1"/>
          <p:nvPr/>
        </p:nvSpPr>
        <p:spPr>
          <a:xfrm rot="19592916">
            <a:off x="6168268" y="4369718"/>
            <a:ext cx="1196161" cy="215444"/>
          </a:xfrm>
          <a:prstGeom prst="rect">
            <a:avLst/>
          </a:prstGeom>
          <a:noFill/>
        </p:spPr>
        <p:txBody>
          <a:bodyPr wrap="none" rtlCol="0">
            <a:spAutoFit/>
          </a:bodyPr>
          <a:lstStyle/>
          <a:p>
            <a:pPr defTabSz="457200"/>
            <a:r>
              <a:rPr kumimoji="0" lang="en-US" altLang="ja-JP" sz="800">
                <a:latin typeface="Microsoft YaHei" panose="020B0503020204020204" pitchFamily="34" charset="-122"/>
                <a:ea typeface="Microsoft YaHei" panose="020B0503020204020204" pitchFamily="34" charset="-122"/>
              </a:rPr>
              <a:t>SCADA/DCS</a:t>
            </a:r>
            <a:r>
              <a:rPr kumimoji="0" lang="ja-JP" altLang="en-US" sz="800">
                <a:latin typeface="Microsoft YaHei" panose="020B0503020204020204" pitchFamily="34" charset="-122"/>
                <a:ea typeface="Microsoft YaHei" panose="020B0503020204020204" pitchFamily="34" charset="-122"/>
              </a:rPr>
              <a:t>モニター</a:t>
            </a:r>
            <a:endParaRPr kumimoji="0" lang="zh-CN" altLang="en-US" sz="800">
              <a:latin typeface="Microsoft YaHei" panose="020B0503020204020204" pitchFamily="34" charset="-122"/>
              <a:ea typeface="Microsoft YaHei" panose="020B0503020204020204" pitchFamily="34" charset="-122"/>
            </a:endParaRPr>
          </a:p>
        </p:txBody>
      </p:sp>
      <p:sp>
        <p:nvSpPr>
          <p:cNvPr id="342" name="正方形/長方形 341">
            <a:extLst>
              <a:ext uri="{FF2B5EF4-FFF2-40B4-BE49-F238E27FC236}">
                <a16:creationId xmlns:a16="http://schemas.microsoft.com/office/drawing/2014/main" id="{702F72AF-0FA2-1F0C-CE2C-42E9DA19741A}"/>
              </a:ext>
            </a:extLst>
          </p:cNvPr>
          <p:cNvSpPr/>
          <p:nvPr/>
        </p:nvSpPr>
        <p:spPr>
          <a:xfrm>
            <a:off x="10535231" y="941303"/>
            <a:ext cx="647700" cy="312871"/>
          </a:xfrm>
          <a:prstGeom prst="rect">
            <a:avLst/>
          </a:prstGeom>
          <a:solidFill>
            <a:srgbClr val="002060">
              <a:alpha val="24000"/>
            </a:srgbClr>
          </a:solidFill>
          <a:ln w="12700">
            <a:solidFill>
              <a:schemeClr val="tx2"/>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a:latin typeface="Microsoft YaHei" panose="020B0503020204020204" pitchFamily="34" charset="-122"/>
              <a:ea typeface="Microsoft YaHei" panose="020B0503020204020204" pitchFamily="34" charset="-122"/>
            </a:endParaRPr>
          </a:p>
        </p:txBody>
      </p:sp>
      <p:sp>
        <p:nvSpPr>
          <p:cNvPr id="343" name="文本框 42029">
            <a:extLst>
              <a:ext uri="{FF2B5EF4-FFF2-40B4-BE49-F238E27FC236}">
                <a16:creationId xmlns:a16="http://schemas.microsoft.com/office/drawing/2014/main" id="{5A4F428A-D39A-AF26-6D52-27371704F368}"/>
              </a:ext>
            </a:extLst>
          </p:cNvPr>
          <p:cNvSpPr txBox="1"/>
          <p:nvPr/>
        </p:nvSpPr>
        <p:spPr>
          <a:xfrm>
            <a:off x="11145682" y="980505"/>
            <a:ext cx="857927" cy="253916"/>
          </a:xfrm>
          <a:prstGeom prst="rect">
            <a:avLst/>
          </a:prstGeom>
          <a:noFill/>
        </p:spPr>
        <p:txBody>
          <a:bodyPr wrap="none" rtlCol="0">
            <a:spAutoFit/>
          </a:bodyPr>
          <a:lstStyle/>
          <a:p>
            <a:pPr defTabSz="457200"/>
            <a:r>
              <a:rPr kumimoji="0" lang="ja-JP" altLang="en-US" sz="1050">
                <a:latin typeface="Microsoft YaHei" panose="020B0503020204020204" pitchFamily="34" charset="-122"/>
                <a:ea typeface="Microsoft YaHei" panose="020B0503020204020204" pitchFamily="34" charset="-122"/>
              </a:rPr>
              <a:t>内部ネット</a:t>
            </a:r>
            <a:endParaRPr kumimoji="0" lang="zh-CN" altLang="en-US" sz="1050">
              <a:latin typeface="Microsoft YaHei" panose="020B0503020204020204" pitchFamily="34" charset="-122"/>
              <a:ea typeface="Microsoft YaHei" panose="020B0503020204020204" pitchFamily="34" charset="-122"/>
            </a:endParaRPr>
          </a:p>
        </p:txBody>
      </p:sp>
      <p:sp>
        <p:nvSpPr>
          <p:cNvPr id="349" name="文本框 109">
            <a:extLst>
              <a:ext uri="{FF2B5EF4-FFF2-40B4-BE49-F238E27FC236}">
                <a16:creationId xmlns:a16="http://schemas.microsoft.com/office/drawing/2014/main" id="{265B7480-65E6-0901-520C-F515D8BA11E9}"/>
              </a:ext>
            </a:extLst>
          </p:cNvPr>
          <p:cNvSpPr txBox="1"/>
          <p:nvPr/>
        </p:nvSpPr>
        <p:spPr>
          <a:xfrm rot="2828799">
            <a:off x="9042682" y="4581599"/>
            <a:ext cx="1426096" cy="307777"/>
          </a:xfrm>
          <a:prstGeom prst="rect">
            <a:avLst/>
          </a:prstGeom>
          <a:noFill/>
        </p:spPr>
        <p:txBody>
          <a:bodyPr wrap="none" rtlCol="0">
            <a:spAutoFit/>
          </a:bodyPr>
          <a:lstStyle/>
          <a:p>
            <a:pPr defTabSz="457200"/>
            <a:r>
              <a:rPr kumimoji="0" lang="ja-JP" altLang="en-US" sz="1400" b="1" dirty="0">
                <a:solidFill>
                  <a:srgbClr val="3C3C3C"/>
                </a:solidFill>
                <a:latin typeface="Microsoft YaHei" panose="020B0503020204020204" pitchFamily="34" charset="-122"/>
                <a:ea typeface="Microsoft YaHei" panose="020B0503020204020204" pitchFamily="34" charset="-122"/>
              </a:rPr>
              <a:t>親局（</a:t>
            </a:r>
            <a:r>
              <a:rPr kumimoji="0" lang="en-US" altLang="ja-JP" sz="1400" b="1" dirty="0">
                <a:solidFill>
                  <a:srgbClr val="3C3C3C"/>
                </a:solidFill>
                <a:latin typeface="Microsoft YaHei" panose="020B0503020204020204" pitchFamily="34" charset="-122"/>
                <a:ea typeface="Microsoft YaHei" panose="020B0503020204020204" pitchFamily="34" charset="-122"/>
              </a:rPr>
              <a:t>Azure</a:t>
            </a:r>
            <a:r>
              <a:rPr kumimoji="0" lang="ja-JP" altLang="en-US" sz="1400" b="1" dirty="0">
                <a:solidFill>
                  <a:srgbClr val="3C3C3C"/>
                </a:solidFill>
                <a:latin typeface="Microsoft YaHei" panose="020B0503020204020204" pitchFamily="34" charset="-122"/>
                <a:ea typeface="Microsoft YaHei" panose="020B0503020204020204" pitchFamily="34" charset="-122"/>
              </a:rPr>
              <a:t>）</a:t>
            </a:r>
            <a:endParaRPr kumimoji="0" lang="zh-CN" altLang="en-US" sz="1400" b="1" dirty="0">
              <a:solidFill>
                <a:srgbClr val="3C3C3C"/>
              </a:solidFill>
              <a:latin typeface="Microsoft YaHei" panose="020B0503020204020204" pitchFamily="34" charset="-122"/>
              <a:ea typeface="Microsoft YaHei" panose="020B0503020204020204" pitchFamily="34" charset="-122"/>
            </a:endParaRPr>
          </a:p>
        </p:txBody>
      </p:sp>
      <p:sp>
        <p:nvSpPr>
          <p:cNvPr id="350" name="文本框 341">
            <a:extLst>
              <a:ext uri="{FF2B5EF4-FFF2-40B4-BE49-F238E27FC236}">
                <a16:creationId xmlns:a16="http://schemas.microsoft.com/office/drawing/2014/main" id="{C5604BEB-DB48-F59A-66D0-8F6716C51488}"/>
              </a:ext>
            </a:extLst>
          </p:cNvPr>
          <p:cNvSpPr txBox="1"/>
          <p:nvPr/>
        </p:nvSpPr>
        <p:spPr>
          <a:xfrm rot="19345705">
            <a:off x="8000317" y="2585593"/>
            <a:ext cx="606256" cy="338554"/>
          </a:xfrm>
          <a:prstGeom prst="rect">
            <a:avLst/>
          </a:prstGeom>
          <a:noFill/>
        </p:spPr>
        <p:txBody>
          <a:bodyPr wrap="square" rtlCol="0">
            <a:spAutoFit/>
          </a:bodyPr>
          <a:lstStyle/>
          <a:p>
            <a:pPr defTabSz="457200"/>
            <a:r>
              <a:rPr kumimoji="0" lang="en-US" altLang="zh-CN" sz="800">
                <a:latin typeface="Microsoft YaHei" panose="020B0503020204020204" pitchFamily="34" charset="-122"/>
                <a:ea typeface="Microsoft YaHei" panose="020B0503020204020204" pitchFamily="34" charset="-122"/>
              </a:rPr>
              <a:t>Edge </a:t>
            </a:r>
          </a:p>
          <a:p>
            <a:pPr defTabSz="457200"/>
            <a:r>
              <a:rPr kumimoji="0" lang="en-US" altLang="zh-CN" sz="800">
                <a:latin typeface="Microsoft YaHei" panose="020B0503020204020204" pitchFamily="34" charset="-122"/>
                <a:ea typeface="Microsoft YaHei" panose="020B0503020204020204" pitchFamily="34" charset="-122"/>
              </a:rPr>
              <a:t>Gateway</a:t>
            </a:r>
            <a:endParaRPr kumimoji="0" lang="zh-CN" altLang="en-US" sz="800">
              <a:latin typeface="Microsoft YaHei" panose="020B0503020204020204" pitchFamily="34" charset="-122"/>
              <a:ea typeface="Microsoft YaHei" panose="020B0503020204020204" pitchFamily="34" charset="-122"/>
            </a:endParaRPr>
          </a:p>
        </p:txBody>
      </p:sp>
      <p:sp>
        <p:nvSpPr>
          <p:cNvPr id="3" name="文本框 42029">
            <a:extLst>
              <a:ext uri="{FF2B5EF4-FFF2-40B4-BE49-F238E27FC236}">
                <a16:creationId xmlns:a16="http://schemas.microsoft.com/office/drawing/2014/main" id="{1F32CC11-E6EC-361F-7D01-07B896FAE873}"/>
              </a:ext>
            </a:extLst>
          </p:cNvPr>
          <p:cNvSpPr txBox="1"/>
          <p:nvPr/>
        </p:nvSpPr>
        <p:spPr>
          <a:xfrm>
            <a:off x="297846" y="1035960"/>
            <a:ext cx="5134739" cy="1785104"/>
          </a:xfrm>
          <a:prstGeom prst="rect">
            <a:avLst/>
          </a:prstGeom>
          <a:noFill/>
        </p:spPr>
        <p:txBody>
          <a:bodyPr wrap="none" rtlCol="0">
            <a:spAutoFit/>
          </a:bodyPr>
          <a:lstStyle/>
          <a:p>
            <a:pPr defTabSz="457200"/>
            <a:r>
              <a:rPr kumimoji="0" lang="ja-JP" altLang="en-US" sz="1100" b="1" dirty="0">
                <a:latin typeface="Microsoft YaHei" panose="020B0503020204020204" pitchFamily="34" charset="-122"/>
                <a:ea typeface="Microsoft YaHei" panose="020B0503020204020204" pitchFamily="34" charset="-122"/>
              </a:rPr>
              <a:t>ネットワーク</a:t>
            </a:r>
            <a:endParaRPr kumimoji="0" lang="en-US" altLang="ja-JP" sz="1100" b="1" dirty="0">
              <a:latin typeface="Microsoft YaHei" panose="020B0503020204020204" pitchFamily="34" charset="-122"/>
              <a:ea typeface="Microsoft YaHei" panose="020B0503020204020204" pitchFamily="34" charset="-122"/>
            </a:endParaRPr>
          </a:p>
          <a:p>
            <a:pPr marL="171450" indent="-171450" defTabSz="457200">
              <a:buFont typeface="Wingdings" panose="05000000000000000000" pitchFamily="2" charset="2"/>
              <a:buChar char="n"/>
            </a:pPr>
            <a:r>
              <a:rPr kumimoji="0" lang="ja-JP" altLang="en-US" sz="1100" dirty="0">
                <a:latin typeface="Microsoft YaHei" panose="020B0503020204020204" pitchFamily="34" charset="-122"/>
                <a:ea typeface="Microsoft YaHei" panose="020B0503020204020204" pitchFamily="34" charset="-122"/>
              </a:rPr>
              <a:t>発電所　→　子局　⇒光ファイバーでの専用内部ネットワーク？回線速度は</a:t>
            </a:r>
            <a:endParaRPr kumimoji="0" lang="en-US" altLang="ja-JP" sz="1100" dirty="0">
              <a:latin typeface="Microsoft YaHei" panose="020B0503020204020204" pitchFamily="34" charset="-122"/>
              <a:ea typeface="Microsoft YaHei" panose="020B0503020204020204" pitchFamily="34" charset="-122"/>
            </a:endParaRPr>
          </a:p>
          <a:p>
            <a:pPr marL="171450" indent="-171450" defTabSz="457200">
              <a:buFont typeface="Wingdings" panose="05000000000000000000" pitchFamily="2" charset="2"/>
              <a:buChar char="n"/>
            </a:pPr>
            <a:r>
              <a:rPr kumimoji="0" lang="ja-JP" altLang="en-US" sz="1100" dirty="0">
                <a:latin typeface="Microsoft YaHei" panose="020B0503020204020204" pitchFamily="34" charset="-122"/>
                <a:ea typeface="Microsoft YaHei" panose="020B0503020204020204" pitchFamily="34" charset="-122"/>
              </a:rPr>
              <a:t>子局　→　親局　⇒</a:t>
            </a:r>
            <a:r>
              <a:rPr kumimoji="0" lang="en-US" altLang="ja-JP" sz="1100" dirty="0">
                <a:latin typeface="Microsoft YaHei" panose="020B0503020204020204" pitchFamily="34" charset="-122"/>
                <a:ea typeface="Microsoft YaHei" panose="020B0503020204020204" pitchFamily="34" charset="-122"/>
              </a:rPr>
              <a:t>VPN</a:t>
            </a:r>
            <a:r>
              <a:rPr kumimoji="0" lang="ja-JP" altLang="en-US" sz="1100" dirty="0">
                <a:latin typeface="Microsoft YaHei" panose="020B0503020204020204" pitchFamily="34" charset="-122"/>
                <a:ea typeface="Microsoft YaHei" panose="020B0503020204020204" pitchFamily="34" charset="-122"/>
              </a:rPr>
              <a:t>での広域ネットワーク？回線速度は</a:t>
            </a:r>
            <a:endParaRPr kumimoji="0" lang="en-US" altLang="ja-JP" sz="1100" dirty="0">
              <a:latin typeface="Microsoft YaHei" panose="020B0503020204020204" pitchFamily="34" charset="-122"/>
              <a:ea typeface="Microsoft YaHei" panose="020B0503020204020204" pitchFamily="34" charset="-122"/>
            </a:endParaRPr>
          </a:p>
          <a:p>
            <a:pPr marL="171450" indent="-171450" defTabSz="457200">
              <a:buFont typeface="Wingdings" panose="05000000000000000000" pitchFamily="2" charset="2"/>
              <a:buChar char="n"/>
            </a:pPr>
            <a:r>
              <a:rPr kumimoji="0" lang="ja-JP" altLang="en-US" sz="1100" dirty="0">
                <a:latin typeface="Microsoft YaHei" panose="020B0503020204020204" pitchFamily="34" charset="-122"/>
                <a:ea typeface="Microsoft YaHei" panose="020B0503020204020204" pitchFamily="34" charset="-122"/>
              </a:rPr>
              <a:t>親局に</a:t>
            </a:r>
            <a:r>
              <a:rPr kumimoji="0" lang="en-US" altLang="ja-JP" sz="1100" dirty="0">
                <a:latin typeface="Microsoft YaHei" panose="020B0503020204020204" pitchFamily="34" charset="-122"/>
                <a:ea typeface="Microsoft YaHei" panose="020B0503020204020204" pitchFamily="34" charset="-122"/>
              </a:rPr>
              <a:t>DMZ</a:t>
            </a:r>
            <a:r>
              <a:rPr kumimoji="0" lang="ja-JP" altLang="en-US" sz="1100" dirty="0">
                <a:latin typeface="Microsoft YaHei" panose="020B0503020204020204" pitchFamily="34" charset="-122"/>
                <a:ea typeface="Microsoft YaHei" panose="020B0503020204020204" pitchFamily="34" charset="-122"/>
              </a:rPr>
              <a:t>・専用生産エリアがあります？</a:t>
            </a:r>
            <a:endParaRPr kumimoji="0" lang="en-US" altLang="ja-JP" sz="1100" dirty="0">
              <a:latin typeface="Microsoft YaHei" panose="020B0503020204020204" pitchFamily="34" charset="-122"/>
              <a:ea typeface="Microsoft YaHei" panose="020B0503020204020204" pitchFamily="34" charset="-122"/>
            </a:endParaRPr>
          </a:p>
          <a:p>
            <a:pPr marL="171450" indent="-171450" defTabSz="457200">
              <a:buFont typeface="Wingdings" panose="05000000000000000000" pitchFamily="2" charset="2"/>
              <a:buChar char="n"/>
            </a:pPr>
            <a:endParaRPr kumimoji="0" lang="en-US" altLang="zh-CN" sz="1100" dirty="0">
              <a:latin typeface="Microsoft YaHei" panose="020B0503020204020204" pitchFamily="34" charset="-122"/>
              <a:ea typeface="Microsoft YaHei" panose="020B0503020204020204" pitchFamily="34" charset="-122"/>
            </a:endParaRPr>
          </a:p>
          <a:p>
            <a:pPr defTabSz="457200"/>
            <a:r>
              <a:rPr kumimoji="0" lang="ja-JP" altLang="en-US" sz="1100" b="1" dirty="0">
                <a:latin typeface="Microsoft YaHei" panose="020B0503020204020204" pitchFamily="34" charset="-122"/>
                <a:ea typeface="Microsoft YaHei" panose="020B0503020204020204" pitchFamily="34" charset="-122"/>
              </a:rPr>
              <a:t>制御システム</a:t>
            </a:r>
            <a:endParaRPr kumimoji="0" lang="en-US" altLang="ja-JP" sz="1100" b="1" dirty="0">
              <a:latin typeface="Microsoft YaHei" panose="020B0503020204020204" pitchFamily="34" charset="-122"/>
              <a:ea typeface="Microsoft YaHei" panose="020B0503020204020204" pitchFamily="34" charset="-122"/>
            </a:endParaRPr>
          </a:p>
          <a:p>
            <a:pPr marL="171450" indent="-171450" defTabSz="457200">
              <a:buFont typeface="Wingdings" panose="05000000000000000000" pitchFamily="2" charset="2"/>
              <a:buChar char="n"/>
            </a:pPr>
            <a:r>
              <a:rPr kumimoji="0" lang="ja-JP" altLang="en-US" sz="1100" dirty="0">
                <a:latin typeface="Microsoft YaHei" panose="020B0503020204020204" pitchFamily="34" charset="-122"/>
                <a:ea typeface="Microsoft YaHei" panose="020B0503020204020204" pitchFamily="34" charset="-122"/>
              </a:rPr>
              <a:t>各発電所に</a:t>
            </a:r>
            <a:r>
              <a:rPr kumimoji="0" lang="en-US" altLang="ja-JP" sz="1100" dirty="0">
                <a:latin typeface="Microsoft YaHei" panose="020B0503020204020204" pitchFamily="34" charset="-122"/>
                <a:ea typeface="Microsoft YaHei" panose="020B0503020204020204" pitchFamily="34" charset="-122"/>
              </a:rPr>
              <a:t>SCADA</a:t>
            </a:r>
            <a:r>
              <a:rPr kumimoji="0" lang="ja-JP" altLang="en-US" sz="1100" dirty="0">
                <a:latin typeface="Microsoft YaHei" panose="020B0503020204020204" pitchFamily="34" charset="-122"/>
                <a:ea typeface="Microsoft YaHei" panose="020B0503020204020204" pitchFamily="34" charset="-122"/>
              </a:rPr>
              <a:t>・</a:t>
            </a:r>
            <a:r>
              <a:rPr kumimoji="0" lang="en-US" altLang="ja-JP" sz="1100" dirty="0">
                <a:latin typeface="Microsoft YaHei" panose="020B0503020204020204" pitchFamily="34" charset="-122"/>
                <a:ea typeface="Microsoft YaHei" panose="020B0503020204020204" pitchFamily="34" charset="-122"/>
              </a:rPr>
              <a:t>DCS</a:t>
            </a:r>
            <a:r>
              <a:rPr kumimoji="0" lang="ja-JP" altLang="en-US" sz="1100" dirty="0">
                <a:latin typeface="Microsoft YaHei" panose="020B0503020204020204" pitchFamily="34" charset="-122"/>
                <a:ea typeface="Microsoft YaHei" panose="020B0503020204020204" pitchFamily="34" charset="-122"/>
              </a:rPr>
              <a:t>の導入状況</a:t>
            </a:r>
            <a:endParaRPr kumimoji="0" lang="en-US" altLang="ja-JP" sz="1100" dirty="0">
              <a:latin typeface="Microsoft YaHei" panose="020B0503020204020204" pitchFamily="34" charset="-122"/>
              <a:ea typeface="Microsoft YaHei" panose="020B0503020204020204" pitchFamily="34" charset="-122"/>
            </a:endParaRPr>
          </a:p>
          <a:p>
            <a:pPr marL="171450" indent="-171450" defTabSz="457200">
              <a:buFont typeface="Wingdings" panose="05000000000000000000" pitchFamily="2" charset="2"/>
              <a:buChar char="n"/>
            </a:pPr>
            <a:r>
              <a:rPr kumimoji="0" lang="ja-JP" altLang="en-US" sz="1100" dirty="0">
                <a:latin typeface="Microsoft YaHei" panose="020B0503020204020204" pitchFamily="34" charset="-122"/>
                <a:ea typeface="Microsoft YaHei" panose="020B0503020204020204" pitchFamily="34" charset="-122"/>
              </a:rPr>
              <a:t>各発電所に保守維持システム導入状況</a:t>
            </a:r>
            <a:endParaRPr kumimoji="0" lang="en-US" altLang="ja-JP" sz="1100" dirty="0">
              <a:latin typeface="Microsoft YaHei" panose="020B0503020204020204" pitchFamily="34" charset="-122"/>
              <a:ea typeface="Microsoft YaHei" panose="020B0503020204020204" pitchFamily="34" charset="-122"/>
            </a:endParaRPr>
          </a:p>
          <a:p>
            <a:pPr defTabSz="457200"/>
            <a:r>
              <a:rPr kumimoji="0" lang="ja-JP" altLang="en-US" sz="1100" dirty="0">
                <a:latin typeface="Microsoft YaHei" panose="020B0503020204020204" pitchFamily="34" charset="-122"/>
                <a:ea typeface="Microsoft YaHei" panose="020B0503020204020204" pitchFamily="34" charset="-122"/>
              </a:rPr>
              <a:t>（日本工営・名菱、明電舎）</a:t>
            </a:r>
            <a:endParaRPr kumimoji="0" lang="en-US" altLang="zh-CN" sz="1100" dirty="0">
              <a:latin typeface="Microsoft YaHei" panose="020B0503020204020204" pitchFamily="34" charset="-122"/>
              <a:ea typeface="Microsoft YaHei" panose="020B0503020204020204" pitchFamily="34" charset="-122"/>
            </a:endParaRPr>
          </a:p>
          <a:p>
            <a:pPr defTabSz="457200"/>
            <a:endParaRPr kumimoji="0" lang="zh-CN" altLang="en-US" sz="1100" dirty="0">
              <a:latin typeface="Microsoft YaHei" panose="020B0503020204020204" pitchFamily="34" charset="-122"/>
              <a:ea typeface="Microsoft YaHei" panose="020B0503020204020204" pitchFamily="34" charset="-122"/>
            </a:endParaRPr>
          </a:p>
        </p:txBody>
      </p:sp>
      <p:sp>
        <p:nvSpPr>
          <p:cNvPr id="4" name="文本框 117">
            <a:extLst>
              <a:ext uri="{FF2B5EF4-FFF2-40B4-BE49-F238E27FC236}">
                <a16:creationId xmlns:a16="http://schemas.microsoft.com/office/drawing/2014/main" id="{66BACC91-F6F9-8263-22F2-CFA787E32EB8}"/>
              </a:ext>
            </a:extLst>
          </p:cNvPr>
          <p:cNvSpPr txBox="1"/>
          <p:nvPr/>
        </p:nvSpPr>
        <p:spPr>
          <a:xfrm rot="19252352">
            <a:off x="10538397" y="3470224"/>
            <a:ext cx="713657" cy="553998"/>
          </a:xfrm>
          <a:prstGeom prst="rect">
            <a:avLst/>
          </a:prstGeom>
          <a:noFill/>
        </p:spPr>
        <p:txBody>
          <a:bodyPr wrap="none" rtlCol="0">
            <a:spAutoFit/>
          </a:bodyPr>
          <a:lstStyle>
            <a:defPPr>
              <a:defRPr lang="ja-JP"/>
            </a:defPPr>
            <a:lvl1pPr defTabSz="457200">
              <a:defRPr kumimoji="0" sz="1000">
                <a:solidFill>
                  <a:srgbClr val="3C3C3C"/>
                </a:solidFill>
                <a:latin typeface="Microsoft YaHei" panose="020B0503020204020204" pitchFamily="34" charset="-122"/>
                <a:ea typeface="Microsoft YaHei" panose="020B0503020204020204" pitchFamily="34" charset="-122"/>
              </a:defRPr>
            </a:lvl1pPr>
          </a:lstStyle>
          <a:p>
            <a:r>
              <a:rPr lang="en-US" altLang="ja-JP"/>
              <a:t>PI</a:t>
            </a:r>
            <a:r>
              <a:rPr lang="ja-JP" altLang="en-US"/>
              <a:t> </a:t>
            </a:r>
            <a:r>
              <a:rPr lang="en-US" altLang="ja-JP"/>
              <a:t>DA</a:t>
            </a:r>
          </a:p>
          <a:p>
            <a:r>
              <a:rPr lang="en-US" altLang="ja-JP"/>
              <a:t>PI</a:t>
            </a:r>
            <a:r>
              <a:rPr lang="ja-JP" altLang="en-US"/>
              <a:t> </a:t>
            </a:r>
            <a:r>
              <a:rPr lang="en-US" altLang="ja-JP"/>
              <a:t>FA</a:t>
            </a:r>
          </a:p>
          <a:p>
            <a:r>
              <a:rPr lang="en-US" altLang="zh-CN"/>
              <a:t>PI Vision</a:t>
            </a:r>
            <a:endParaRPr lang="zh-CN" altLang="en-US"/>
          </a:p>
        </p:txBody>
      </p:sp>
      <p:pic>
        <p:nvPicPr>
          <p:cNvPr id="5" name="図 4">
            <a:extLst>
              <a:ext uri="{FF2B5EF4-FFF2-40B4-BE49-F238E27FC236}">
                <a16:creationId xmlns:a16="http://schemas.microsoft.com/office/drawing/2014/main" id="{A70A268A-EB53-9D12-3703-109C53804BD8}"/>
              </a:ext>
            </a:extLst>
          </p:cNvPr>
          <p:cNvPicPr>
            <a:picLocks noChangeAspect="1"/>
          </p:cNvPicPr>
          <p:nvPr/>
        </p:nvPicPr>
        <p:blipFill>
          <a:blip r:embed="rId9"/>
          <a:stretch>
            <a:fillRect/>
          </a:stretch>
        </p:blipFill>
        <p:spPr>
          <a:xfrm>
            <a:off x="9777803" y="3842314"/>
            <a:ext cx="368089" cy="681647"/>
          </a:xfrm>
          <a:prstGeom prst="rect">
            <a:avLst/>
          </a:prstGeom>
        </p:spPr>
      </p:pic>
      <p:pic>
        <p:nvPicPr>
          <p:cNvPr id="6" name="图片 111">
            <a:extLst>
              <a:ext uri="{FF2B5EF4-FFF2-40B4-BE49-F238E27FC236}">
                <a16:creationId xmlns:a16="http://schemas.microsoft.com/office/drawing/2014/main" id="{AEA8A4CF-9FE8-4D36-F380-4D215F822F8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36048" t="46581" r="53954" b="32197"/>
          <a:stretch>
            <a:fillRect/>
          </a:stretch>
        </p:blipFill>
        <p:spPr bwMode="auto">
          <a:xfrm>
            <a:off x="10181950" y="4094323"/>
            <a:ext cx="195154" cy="305839"/>
          </a:xfrm>
          <a:custGeom>
            <a:avLst/>
            <a:gdLst>
              <a:gd name="connsiteX0" fmla="*/ 525780 w 1021080"/>
              <a:gd name="connsiteY0" fmla="*/ 0 h 1600200"/>
              <a:gd name="connsiteX1" fmla="*/ 716280 w 1021080"/>
              <a:gd name="connsiteY1" fmla="*/ 22860 h 1600200"/>
              <a:gd name="connsiteX2" fmla="*/ 914400 w 1021080"/>
              <a:gd name="connsiteY2" fmla="*/ 114300 h 1600200"/>
              <a:gd name="connsiteX3" fmla="*/ 1005840 w 1021080"/>
              <a:gd name="connsiteY3" fmla="*/ 251460 h 1600200"/>
              <a:gd name="connsiteX4" fmla="*/ 1021080 w 1021080"/>
              <a:gd name="connsiteY4" fmla="*/ 1203960 h 1600200"/>
              <a:gd name="connsiteX5" fmla="*/ 1005840 w 1021080"/>
              <a:gd name="connsiteY5" fmla="*/ 1310640 h 1600200"/>
              <a:gd name="connsiteX6" fmla="*/ 975360 w 1021080"/>
              <a:gd name="connsiteY6" fmla="*/ 1402080 h 1600200"/>
              <a:gd name="connsiteX7" fmla="*/ 792480 w 1021080"/>
              <a:gd name="connsiteY7" fmla="*/ 1539240 h 1600200"/>
              <a:gd name="connsiteX8" fmla="*/ 624840 w 1021080"/>
              <a:gd name="connsiteY8" fmla="*/ 1600200 h 1600200"/>
              <a:gd name="connsiteX9" fmla="*/ 426720 w 1021080"/>
              <a:gd name="connsiteY9" fmla="*/ 1600200 h 1600200"/>
              <a:gd name="connsiteX10" fmla="*/ 205740 w 1021080"/>
              <a:gd name="connsiteY10" fmla="*/ 1531620 h 1600200"/>
              <a:gd name="connsiteX11" fmla="*/ 76200 w 1021080"/>
              <a:gd name="connsiteY11" fmla="*/ 1463040 h 1600200"/>
              <a:gd name="connsiteX12" fmla="*/ 7620 w 1021080"/>
              <a:gd name="connsiteY12" fmla="*/ 1371600 h 1600200"/>
              <a:gd name="connsiteX13" fmla="*/ 0 w 1021080"/>
              <a:gd name="connsiteY13" fmla="*/ 327660 h 1600200"/>
              <a:gd name="connsiteX14" fmla="*/ 0 w 1021080"/>
              <a:gd name="connsiteY14" fmla="*/ 266700 h 1600200"/>
              <a:gd name="connsiteX15" fmla="*/ 45720 w 1021080"/>
              <a:gd name="connsiteY15" fmla="*/ 175260 h 1600200"/>
              <a:gd name="connsiteX16" fmla="*/ 106680 w 1021080"/>
              <a:gd name="connsiteY16" fmla="*/ 83820 h 1600200"/>
              <a:gd name="connsiteX17" fmla="*/ 205740 w 1021080"/>
              <a:gd name="connsiteY17" fmla="*/ 45720 h 1600200"/>
              <a:gd name="connsiteX18" fmla="*/ 327660 w 1021080"/>
              <a:gd name="connsiteY18" fmla="*/ 7620 h 1600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021080" h="1600200">
                <a:moveTo>
                  <a:pt x="525780" y="0"/>
                </a:moveTo>
                <a:lnTo>
                  <a:pt x="716280" y="22860"/>
                </a:lnTo>
                <a:lnTo>
                  <a:pt x="914400" y="114300"/>
                </a:lnTo>
                <a:lnTo>
                  <a:pt x="1005840" y="251460"/>
                </a:lnTo>
                <a:lnTo>
                  <a:pt x="1021080" y="1203960"/>
                </a:lnTo>
                <a:lnTo>
                  <a:pt x="1005840" y="1310640"/>
                </a:lnTo>
                <a:lnTo>
                  <a:pt x="975360" y="1402080"/>
                </a:lnTo>
                <a:lnTo>
                  <a:pt x="792480" y="1539240"/>
                </a:lnTo>
                <a:lnTo>
                  <a:pt x="624840" y="1600200"/>
                </a:lnTo>
                <a:lnTo>
                  <a:pt x="426720" y="1600200"/>
                </a:lnTo>
                <a:lnTo>
                  <a:pt x="205740" y="1531620"/>
                </a:lnTo>
                <a:lnTo>
                  <a:pt x="76200" y="1463040"/>
                </a:lnTo>
                <a:lnTo>
                  <a:pt x="7620" y="1371600"/>
                </a:lnTo>
                <a:lnTo>
                  <a:pt x="0" y="327660"/>
                </a:lnTo>
                <a:lnTo>
                  <a:pt x="0" y="266700"/>
                </a:lnTo>
                <a:lnTo>
                  <a:pt x="45720" y="175260"/>
                </a:lnTo>
                <a:lnTo>
                  <a:pt x="106680" y="83820"/>
                </a:lnTo>
                <a:lnTo>
                  <a:pt x="205740" y="45720"/>
                </a:lnTo>
                <a:lnTo>
                  <a:pt x="327660" y="7620"/>
                </a:lnTo>
                <a:close/>
              </a:path>
            </a:pathLst>
          </a:custGeom>
          <a:noFill/>
          <a:extLst>
            <a:ext uri="{909E8E84-426E-40DD-AFC4-6F175D3DCCD1}">
              <a14:hiddenFill xmlns:a14="http://schemas.microsoft.com/office/drawing/2010/main">
                <a:solidFill>
                  <a:srgbClr val="FFFFFF"/>
                </a:solidFill>
              </a14:hiddenFill>
            </a:ext>
          </a:extLst>
        </p:spPr>
      </p:pic>
      <p:sp>
        <p:nvSpPr>
          <p:cNvPr id="19" name="楕円 18">
            <a:extLst>
              <a:ext uri="{FF2B5EF4-FFF2-40B4-BE49-F238E27FC236}">
                <a16:creationId xmlns:a16="http://schemas.microsoft.com/office/drawing/2014/main" id="{2DE09560-324A-7C4B-A220-4B1C23CD9DE4}"/>
              </a:ext>
            </a:extLst>
          </p:cNvPr>
          <p:cNvSpPr/>
          <p:nvPr/>
        </p:nvSpPr>
        <p:spPr>
          <a:xfrm>
            <a:off x="3397796" y="4804874"/>
            <a:ext cx="45719" cy="45719"/>
          </a:xfrm>
          <a:prstGeom prst="ellipse">
            <a:avLst/>
          </a:prstGeom>
          <a:solidFill>
            <a:srgbClr val="2FD3CA"/>
          </a:solidFill>
          <a:ln>
            <a:solidFill>
              <a:srgbClr val="2FD3C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楕円 19">
            <a:extLst>
              <a:ext uri="{FF2B5EF4-FFF2-40B4-BE49-F238E27FC236}">
                <a16:creationId xmlns:a16="http://schemas.microsoft.com/office/drawing/2014/main" id="{C8DD101B-4D50-682B-E2B4-83D9094C2908}"/>
              </a:ext>
            </a:extLst>
          </p:cNvPr>
          <p:cNvSpPr/>
          <p:nvPr/>
        </p:nvSpPr>
        <p:spPr>
          <a:xfrm>
            <a:off x="5409632" y="3553293"/>
            <a:ext cx="45719" cy="45719"/>
          </a:xfrm>
          <a:prstGeom prst="ellipse">
            <a:avLst/>
          </a:prstGeom>
          <a:solidFill>
            <a:srgbClr val="2FD3CA"/>
          </a:solidFill>
          <a:ln>
            <a:solidFill>
              <a:srgbClr val="2FD3C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楕円 20">
            <a:extLst>
              <a:ext uri="{FF2B5EF4-FFF2-40B4-BE49-F238E27FC236}">
                <a16:creationId xmlns:a16="http://schemas.microsoft.com/office/drawing/2014/main" id="{7845FC20-4A36-57BD-7128-2C3D98C5862D}"/>
              </a:ext>
            </a:extLst>
          </p:cNvPr>
          <p:cNvSpPr/>
          <p:nvPr/>
        </p:nvSpPr>
        <p:spPr>
          <a:xfrm>
            <a:off x="6261724" y="2524751"/>
            <a:ext cx="45719" cy="45719"/>
          </a:xfrm>
          <a:prstGeom prst="ellipse">
            <a:avLst/>
          </a:prstGeom>
          <a:solidFill>
            <a:srgbClr val="2FD3CA"/>
          </a:solidFill>
          <a:ln>
            <a:solidFill>
              <a:srgbClr val="2FD3C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楕円 22">
            <a:extLst>
              <a:ext uri="{FF2B5EF4-FFF2-40B4-BE49-F238E27FC236}">
                <a16:creationId xmlns:a16="http://schemas.microsoft.com/office/drawing/2014/main" id="{2FDFD64C-76BE-C20F-FDCC-678A13133CE1}"/>
              </a:ext>
            </a:extLst>
          </p:cNvPr>
          <p:cNvSpPr/>
          <p:nvPr/>
        </p:nvSpPr>
        <p:spPr>
          <a:xfrm>
            <a:off x="8528674" y="3940801"/>
            <a:ext cx="45719" cy="45719"/>
          </a:xfrm>
          <a:prstGeom prst="ellipse">
            <a:avLst/>
          </a:prstGeom>
          <a:solidFill>
            <a:srgbClr val="2FD3CA"/>
          </a:solidFill>
          <a:ln>
            <a:solidFill>
              <a:srgbClr val="2FD3C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4" name="楕円 23">
            <a:extLst>
              <a:ext uri="{FF2B5EF4-FFF2-40B4-BE49-F238E27FC236}">
                <a16:creationId xmlns:a16="http://schemas.microsoft.com/office/drawing/2014/main" id="{BE8F63E7-136A-1D46-C162-2D72AA6F4F81}"/>
              </a:ext>
            </a:extLst>
          </p:cNvPr>
          <p:cNvSpPr/>
          <p:nvPr/>
        </p:nvSpPr>
        <p:spPr>
          <a:xfrm>
            <a:off x="7347496" y="5039824"/>
            <a:ext cx="45719" cy="45719"/>
          </a:xfrm>
          <a:prstGeom prst="ellipse">
            <a:avLst/>
          </a:prstGeom>
          <a:solidFill>
            <a:srgbClr val="2FD3CA"/>
          </a:solidFill>
          <a:ln>
            <a:solidFill>
              <a:srgbClr val="2FD3C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 name="楕円 24">
            <a:extLst>
              <a:ext uri="{FF2B5EF4-FFF2-40B4-BE49-F238E27FC236}">
                <a16:creationId xmlns:a16="http://schemas.microsoft.com/office/drawing/2014/main" id="{97988846-D074-D15F-92FF-CCD09783BE4E}"/>
              </a:ext>
            </a:extLst>
          </p:cNvPr>
          <p:cNvSpPr/>
          <p:nvPr/>
        </p:nvSpPr>
        <p:spPr>
          <a:xfrm>
            <a:off x="7144296" y="5173174"/>
            <a:ext cx="45719" cy="45719"/>
          </a:xfrm>
          <a:prstGeom prst="ellipse">
            <a:avLst/>
          </a:prstGeom>
          <a:solidFill>
            <a:srgbClr val="2FD3CA"/>
          </a:solidFill>
          <a:ln>
            <a:solidFill>
              <a:srgbClr val="2FD3C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文本框 109">
            <a:extLst>
              <a:ext uri="{FF2B5EF4-FFF2-40B4-BE49-F238E27FC236}">
                <a16:creationId xmlns:a16="http://schemas.microsoft.com/office/drawing/2014/main" id="{5F5D495B-85FC-0A64-1A6A-12B78685DF93}"/>
              </a:ext>
            </a:extLst>
          </p:cNvPr>
          <p:cNvSpPr txBox="1"/>
          <p:nvPr/>
        </p:nvSpPr>
        <p:spPr>
          <a:xfrm rot="1873963">
            <a:off x="3215101" y="5849365"/>
            <a:ext cx="2234138" cy="276999"/>
          </a:xfrm>
          <a:prstGeom prst="rect">
            <a:avLst/>
          </a:prstGeom>
          <a:noFill/>
        </p:spPr>
        <p:txBody>
          <a:bodyPr wrap="none" rtlCol="0">
            <a:spAutoFit/>
          </a:bodyPr>
          <a:lstStyle/>
          <a:p>
            <a:pPr defTabSz="457200"/>
            <a:r>
              <a:rPr kumimoji="0" lang="ja-JP" altLang="en-US" sz="1200" b="1" dirty="0">
                <a:solidFill>
                  <a:srgbClr val="3C3C3C"/>
                </a:solidFill>
                <a:latin typeface="Microsoft YaHei" panose="020B0503020204020204" pitchFamily="34" charset="-122"/>
                <a:ea typeface="Microsoft YaHei" panose="020B0503020204020204" pitchFamily="34" charset="-122"/>
              </a:rPr>
              <a:t>子局</a:t>
            </a:r>
            <a:r>
              <a:rPr kumimoji="0" lang="en-US" altLang="ja-JP" sz="1200" b="1" dirty="0">
                <a:solidFill>
                  <a:srgbClr val="3C3C3C"/>
                </a:solidFill>
                <a:latin typeface="Microsoft YaHei" panose="020B0503020204020204" pitchFamily="34" charset="-122"/>
                <a:ea typeface="Microsoft YaHei" panose="020B0503020204020204" pitchFamily="34" charset="-122"/>
              </a:rPr>
              <a:t>N</a:t>
            </a:r>
            <a:r>
              <a:rPr kumimoji="0" lang="ja-JP" altLang="en-US" sz="1200" b="1" dirty="0">
                <a:solidFill>
                  <a:srgbClr val="3C3C3C"/>
                </a:solidFill>
                <a:latin typeface="Microsoft YaHei" panose="020B0503020204020204" pitchFamily="34" charset="-122"/>
                <a:ea typeface="Microsoft YaHei" panose="020B0503020204020204" pitchFamily="34" charset="-122"/>
              </a:rPr>
              <a:t> （内部専用</a:t>
            </a:r>
            <a:r>
              <a:rPr kumimoji="0" lang="en-US" altLang="ja-JP" sz="1200" b="1" dirty="0">
                <a:solidFill>
                  <a:srgbClr val="3C3C3C"/>
                </a:solidFill>
                <a:latin typeface="Microsoft YaHei" panose="020B0503020204020204" pitchFamily="34" charset="-122"/>
                <a:ea typeface="Microsoft YaHei" panose="020B0503020204020204" pitchFamily="34" charset="-122"/>
              </a:rPr>
              <a:t>network</a:t>
            </a:r>
            <a:r>
              <a:rPr kumimoji="0" lang="ja-JP" altLang="en-US" sz="1200" b="1" dirty="0">
                <a:solidFill>
                  <a:srgbClr val="3C3C3C"/>
                </a:solidFill>
                <a:latin typeface="Microsoft YaHei" panose="020B0503020204020204" pitchFamily="34" charset="-122"/>
                <a:ea typeface="Microsoft YaHei" panose="020B0503020204020204" pitchFamily="34" charset="-122"/>
              </a:rPr>
              <a:t>）</a:t>
            </a:r>
            <a:endParaRPr kumimoji="0" lang="zh-CN" altLang="en-US" sz="1200" b="1" dirty="0">
              <a:solidFill>
                <a:srgbClr val="3C3C3C"/>
              </a:solidFill>
              <a:latin typeface="Microsoft YaHei" panose="020B0503020204020204" pitchFamily="34" charset="-122"/>
              <a:ea typeface="Microsoft YaHei" panose="020B0503020204020204" pitchFamily="34" charset="-122"/>
            </a:endParaRPr>
          </a:p>
        </p:txBody>
      </p:sp>
      <p:cxnSp>
        <p:nvCxnSpPr>
          <p:cNvPr id="13" name="直接连接符 288">
            <a:extLst>
              <a:ext uri="{FF2B5EF4-FFF2-40B4-BE49-F238E27FC236}">
                <a16:creationId xmlns:a16="http://schemas.microsoft.com/office/drawing/2014/main" id="{B1CBDBA4-37CE-7B53-BC81-E5851B662527}"/>
              </a:ext>
            </a:extLst>
          </p:cNvPr>
          <p:cNvCxnSpPr>
            <a:cxnSpLocks/>
          </p:cNvCxnSpPr>
          <p:nvPr/>
        </p:nvCxnSpPr>
        <p:spPr>
          <a:xfrm>
            <a:off x="5182547" y="6263959"/>
            <a:ext cx="180000" cy="108000"/>
          </a:xfrm>
          <a:prstGeom prst="line">
            <a:avLst/>
          </a:prstGeom>
          <a:noFill/>
          <a:ln w="6350" cap="flat" cmpd="sng" algn="ctr">
            <a:solidFill>
              <a:srgbClr val="13D4C8"/>
            </a:solidFill>
            <a:prstDash val="solid"/>
            <a:miter lim="800000"/>
          </a:ln>
          <a:effectLst/>
        </p:spPr>
      </p:cxnSp>
      <p:cxnSp>
        <p:nvCxnSpPr>
          <p:cNvPr id="14" name="直接连接符 347">
            <a:extLst>
              <a:ext uri="{FF2B5EF4-FFF2-40B4-BE49-F238E27FC236}">
                <a16:creationId xmlns:a16="http://schemas.microsoft.com/office/drawing/2014/main" id="{4A4C891B-695E-02CB-833B-B17CF9C087D6}"/>
              </a:ext>
            </a:extLst>
          </p:cNvPr>
          <p:cNvCxnSpPr>
            <a:cxnSpLocks/>
          </p:cNvCxnSpPr>
          <p:nvPr/>
        </p:nvCxnSpPr>
        <p:spPr>
          <a:xfrm flipV="1">
            <a:off x="5352908" y="5682947"/>
            <a:ext cx="1175171" cy="689352"/>
          </a:xfrm>
          <a:prstGeom prst="line">
            <a:avLst/>
          </a:prstGeom>
          <a:noFill/>
          <a:ln w="6350" cap="flat" cmpd="sng" algn="ctr">
            <a:solidFill>
              <a:srgbClr val="13D4C8"/>
            </a:solidFill>
            <a:prstDash val="solid"/>
            <a:miter lim="800000"/>
          </a:ln>
          <a:effectLst/>
        </p:spPr>
      </p:cxnSp>
      <p:sp>
        <p:nvSpPr>
          <p:cNvPr id="15" name="楕円 14">
            <a:extLst>
              <a:ext uri="{FF2B5EF4-FFF2-40B4-BE49-F238E27FC236}">
                <a16:creationId xmlns:a16="http://schemas.microsoft.com/office/drawing/2014/main" id="{254BD685-429C-2B20-D63A-FF2724521893}"/>
              </a:ext>
            </a:extLst>
          </p:cNvPr>
          <p:cNvSpPr/>
          <p:nvPr/>
        </p:nvSpPr>
        <p:spPr>
          <a:xfrm>
            <a:off x="5166906" y="6228544"/>
            <a:ext cx="45719" cy="45719"/>
          </a:xfrm>
          <a:prstGeom prst="ellipse">
            <a:avLst/>
          </a:prstGeom>
          <a:solidFill>
            <a:srgbClr val="2FD3CA"/>
          </a:solidFill>
          <a:ln>
            <a:solidFill>
              <a:srgbClr val="2FD3C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8" name="直接连接符 288">
            <a:extLst>
              <a:ext uri="{FF2B5EF4-FFF2-40B4-BE49-F238E27FC236}">
                <a16:creationId xmlns:a16="http://schemas.microsoft.com/office/drawing/2014/main" id="{3D2B3518-7895-73A9-A909-CC6B37852387}"/>
              </a:ext>
            </a:extLst>
          </p:cNvPr>
          <p:cNvCxnSpPr>
            <a:cxnSpLocks/>
          </p:cNvCxnSpPr>
          <p:nvPr/>
        </p:nvCxnSpPr>
        <p:spPr>
          <a:xfrm>
            <a:off x="5299022" y="6214429"/>
            <a:ext cx="108000" cy="72000"/>
          </a:xfrm>
          <a:prstGeom prst="line">
            <a:avLst/>
          </a:prstGeom>
          <a:noFill/>
          <a:ln w="6350" cap="flat" cmpd="sng" algn="ctr">
            <a:solidFill>
              <a:srgbClr val="13D4C8"/>
            </a:solidFill>
            <a:prstDash val="solid"/>
            <a:miter lim="800000"/>
          </a:ln>
          <a:effectLst/>
        </p:spPr>
      </p:cxnSp>
      <p:sp>
        <p:nvSpPr>
          <p:cNvPr id="22" name="楕円 21">
            <a:extLst>
              <a:ext uri="{FF2B5EF4-FFF2-40B4-BE49-F238E27FC236}">
                <a16:creationId xmlns:a16="http://schemas.microsoft.com/office/drawing/2014/main" id="{40291683-5420-2966-A702-B784BF5732D0}"/>
              </a:ext>
            </a:extLst>
          </p:cNvPr>
          <p:cNvSpPr/>
          <p:nvPr/>
        </p:nvSpPr>
        <p:spPr>
          <a:xfrm>
            <a:off x="5261204" y="6179014"/>
            <a:ext cx="45719" cy="45719"/>
          </a:xfrm>
          <a:prstGeom prst="ellipse">
            <a:avLst/>
          </a:prstGeom>
          <a:solidFill>
            <a:srgbClr val="2FD3CA"/>
          </a:solidFill>
          <a:ln>
            <a:solidFill>
              <a:srgbClr val="2FD3C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29" name="直接连接符 288">
            <a:extLst>
              <a:ext uri="{FF2B5EF4-FFF2-40B4-BE49-F238E27FC236}">
                <a16:creationId xmlns:a16="http://schemas.microsoft.com/office/drawing/2014/main" id="{1FDF4682-BBDC-422A-1648-C00FF933B428}"/>
              </a:ext>
            </a:extLst>
          </p:cNvPr>
          <p:cNvCxnSpPr>
            <a:cxnSpLocks/>
          </p:cNvCxnSpPr>
          <p:nvPr/>
        </p:nvCxnSpPr>
        <p:spPr>
          <a:xfrm>
            <a:off x="6513379" y="5682947"/>
            <a:ext cx="385529" cy="188263"/>
          </a:xfrm>
          <a:prstGeom prst="line">
            <a:avLst/>
          </a:prstGeom>
          <a:noFill/>
          <a:ln w="6350" cap="flat" cmpd="sng" algn="ctr">
            <a:solidFill>
              <a:srgbClr val="13D4C8"/>
            </a:solidFill>
            <a:prstDash val="solid"/>
            <a:miter lim="800000"/>
          </a:ln>
          <a:effectLst/>
        </p:spPr>
      </p:cxnSp>
      <p:cxnSp>
        <p:nvCxnSpPr>
          <p:cNvPr id="30" name="直接连接符 347">
            <a:extLst>
              <a:ext uri="{FF2B5EF4-FFF2-40B4-BE49-F238E27FC236}">
                <a16:creationId xmlns:a16="http://schemas.microsoft.com/office/drawing/2014/main" id="{65746729-56D0-CBCE-FB85-51E2C03A27A8}"/>
              </a:ext>
            </a:extLst>
          </p:cNvPr>
          <p:cNvCxnSpPr>
            <a:cxnSpLocks/>
          </p:cNvCxnSpPr>
          <p:nvPr/>
        </p:nvCxnSpPr>
        <p:spPr>
          <a:xfrm flipV="1">
            <a:off x="5398201" y="5590618"/>
            <a:ext cx="1184698" cy="700950"/>
          </a:xfrm>
          <a:prstGeom prst="line">
            <a:avLst/>
          </a:prstGeom>
          <a:noFill/>
          <a:ln w="6350" cap="flat" cmpd="sng" algn="ctr">
            <a:solidFill>
              <a:srgbClr val="13D4C8"/>
            </a:solidFill>
            <a:prstDash val="solid"/>
            <a:miter lim="800000"/>
          </a:ln>
          <a:effectLst/>
        </p:spPr>
      </p:cxnSp>
      <p:cxnSp>
        <p:nvCxnSpPr>
          <p:cNvPr id="37" name="直接连接符 288">
            <a:extLst>
              <a:ext uri="{FF2B5EF4-FFF2-40B4-BE49-F238E27FC236}">
                <a16:creationId xmlns:a16="http://schemas.microsoft.com/office/drawing/2014/main" id="{020FD5F3-4372-38AC-1446-C7007B6EDBBD}"/>
              </a:ext>
            </a:extLst>
          </p:cNvPr>
          <p:cNvCxnSpPr>
            <a:cxnSpLocks/>
          </p:cNvCxnSpPr>
          <p:nvPr/>
        </p:nvCxnSpPr>
        <p:spPr>
          <a:xfrm>
            <a:off x="6582899" y="5596041"/>
            <a:ext cx="432006" cy="209639"/>
          </a:xfrm>
          <a:prstGeom prst="line">
            <a:avLst/>
          </a:prstGeom>
          <a:noFill/>
          <a:ln w="6350" cap="flat" cmpd="sng" algn="ctr">
            <a:solidFill>
              <a:srgbClr val="13D4C8"/>
            </a:solidFill>
            <a:prstDash val="solid"/>
            <a:miter lim="800000"/>
          </a:ln>
          <a:effectLst/>
        </p:spPr>
      </p:cxnSp>
      <p:sp>
        <p:nvSpPr>
          <p:cNvPr id="49" name="文本框 117">
            <a:extLst>
              <a:ext uri="{FF2B5EF4-FFF2-40B4-BE49-F238E27FC236}">
                <a16:creationId xmlns:a16="http://schemas.microsoft.com/office/drawing/2014/main" id="{88E56AF7-9921-D041-974F-2358BE0B02A1}"/>
              </a:ext>
            </a:extLst>
          </p:cNvPr>
          <p:cNvSpPr txBox="1"/>
          <p:nvPr/>
        </p:nvSpPr>
        <p:spPr>
          <a:xfrm rot="19570589">
            <a:off x="5305114" y="3174748"/>
            <a:ext cx="1005403" cy="215444"/>
          </a:xfrm>
          <a:prstGeom prst="rect">
            <a:avLst/>
          </a:prstGeom>
          <a:noFill/>
        </p:spPr>
        <p:txBody>
          <a:bodyPr wrap="none" rtlCol="0">
            <a:spAutoFit/>
          </a:bodyPr>
          <a:lstStyle/>
          <a:p>
            <a:pPr defTabSz="457200"/>
            <a:r>
              <a:rPr kumimoji="0" lang="ja-JP" altLang="en-US" sz="800">
                <a:solidFill>
                  <a:srgbClr val="7030A0"/>
                </a:solidFill>
                <a:latin typeface="Microsoft YaHei" panose="020B0503020204020204" pitchFamily="34" charset="-122"/>
                <a:ea typeface="Microsoft YaHei" panose="020B0503020204020204" pitchFamily="34" charset="-122"/>
              </a:rPr>
              <a:t>環状ネットワーク</a:t>
            </a:r>
            <a:endParaRPr kumimoji="0" lang="zh-CN" altLang="en-US" sz="800">
              <a:solidFill>
                <a:srgbClr val="7030A0"/>
              </a:solidFill>
              <a:latin typeface="Microsoft YaHei" panose="020B0503020204020204" pitchFamily="34" charset="-122"/>
              <a:ea typeface="Microsoft YaHei" panose="020B0503020204020204" pitchFamily="34" charset="-122"/>
            </a:endParaRPr>
          </a:p>
        </p:txBody>
      </p:sp>
      <p:sp>
        <p:nvSpPr>
          <p:cNvPr id="50" name="文本框 117">
            <a:extLst>
              <a:ext uri="{FF2B5EF4-FFF2-40B4-BE49-F238E27FC236}">
                <a16:creationId xmlns:a16="http://schemas.microsoft.com/office/drawing/2014/main" id="{BDB8CD8F-B06E-15EE-624A-19941D3C94A2}"/>
              </a:ext>
            </a:extLst>
          </p:cNvPr>
          <p:cNvSpPr txBox="1"/>
          <p:nvPr/>
        </p:nvSpPr>
        <p:spPr>
          <a:xfrm rot="19570589">
            <a:off x="7462700" y="2038637"/>
            <a:ext cx="1005403" cy="215444"/>
          </a:xfrm>
          <a:prstGeom prst="rect">
            <a:avLst/>
          </a:prstGeom>
          <a:noFill/>
        </p:spPr>
        <p:txBody>
          <a:bodyPr wrap="none" rtlCol="0">
            <a:spAutoFit/>
          </a:bodyPr>
          <a:lstStyle/>
          <a:p>
            <a:pPr defTabSz="457200"/>
            <a:r>
              <a:rPr kumimoji="0" lang="ja-JP" altLang="en-US" sz="800" dirty="0">
                <a:solidFill>
                  <a:srgbClr val="7030A0"/>
                </a:solidFill>
                <a:latin typeface="Microsoft YaHei" panose="020B0503020204020204" pitchFamily="34" charset="-122"/>
                <a:ea typeface="Microsoft YaHei" panose="020B0503020204020204" pitchFamily="34" charset="-122"/>
              </a:rPr>
              <a:t>環状ネットワーク</a:t>
            </a:r>
            <a:endParaRPr kumimoji="0" lang="zh-CN" altLang="en-US" sz="800" dirty="0">
              <a:solidFill>
                <a:srgbClr val="7030A0"/>
              </a:solidFill>
              <a:latin typeface="Microsoft YaHei" panose="020B0503020204020204" pitchFamily="34" charset="-122"/>
              <a:ea typeface="Microsoft YaHei" panose="020B0503020204020204" pitchFamily="34" charset="-122"/>
            </a:endParaRPr>
          </a:p>
        </p:txBody>
      </p:sp>
      <p:sp>
        <p:nvSpPr>
          <p:cNvPr id="51" name="文本框 117">
            <a:extLst>
              <a:ext uri="{FF2B5EF4-FFF2-40B4-BE49-F238E27FC236}">
                <a16:creationId xmlns:a16="http://schemas.microsoft.com/office/drawing/2014/main" id="{405E877F-560F-10BC-E7E8-CBAB95C46851}"/>
              </a:ext>
            </a:extLst>
          </p:cNvPr>
          <p:cNvSpPr txBox="1"/>
          <p:nvPr/>
        </p:nvSpPr>
        <p:spPr>
          <a:xfrm rot="19570589">
            <a:off x="4332204" y="4152465"/>
            <a:ext cx="1107996" cy="215444"/>
          </a:xfrm>
          <a:prstGeom prst="rect">
            <a:avLst/>
          </a:prstGeom>
          <a:noFill/>
        </p:spPr>
        <p:txBody>
          <a:bodyPr wrap="none" rtlCol="0">
            <a:spAutoFit/>
          </a:bodyPr>
          <a:lstStyle/>
          <a:p>
            <a:pPr defTabSz="457200"/>
            <a:r>
              <a:rPr kumimoji="0" lang="ja-JP" altLang="en-US" sz="800" dirty="0">
                <a:solidFill>
                  <a:srgbClr val="7030A0"/>
                </a:solidFill>
                <a:latin typeface="Microsoft YaHei" panose="020B0503020204020204" pitchFamily="34" charset="-122"/>
                <a:ea typeface="Microsoft YaHei" panose="020B0503020204020204" pitchFamily="34" charset="-122"/>
              </a:rPr>
              <a:t>光ファイバー専用線</a:t>
            </a:r>
            <a:endParaRPr kumimoji="0" lang="zh-CN" altLang="en-US" sz="800" dirty="0">
              <a:solidFill>
                <a:srgbClr val="7030A0"/>
              </a:solidFill>
              <a:latin typeface="Microsoft YaHei" panose="020B0503020204020204" pitchFamily="34" charset="-122"/>
              <a:ea typeface="Microsoft YaHei" panose="020B0503020204020204" pitchFamily="34" charset="-122"/>
            </a:endParaRPr>
          </a:p>
        </p:txBody>
      </p:sp>
      <p:sp>
        <p:nvSpPr>
          <p:cNvPr id="52" name="文本框 117">
            <a:extLst>
              <a:ext uri="{FF2B5EF4-FFF2-40B4-BE49-F238E27FC236}">
                <a16:creationId xmlns:a16="http://schemas.microsoft.com/office/drawing/2014/main" id="{8A45EDBF-6C2D-DEBC-06B5-3AABE1675C6F}"/>
              </a:ext>
            </a:extLst>
          </p:cNvPr>
          <p:cNvSpPr txBox="1"/>
          <p:nvPr/>
        </p:nvSpPr>
        <p:spPr>
          <a:xfrm rot="1844014">
            <a:off x="7249296" y="3500093"/>
            <a:ext cx="1107996" cy="215444"/>
          </a:xfrm>
          <a:prstGeom prst="rect">
            <a:avLst/>
          </a:prstGeom>
          <a:noFill/>
        </p:spPr>
        <p:txBody>
          <a:bodyPr wrap="none" rtlCol="0">
            <a:spAutoFit/>
          </a:bodyPr>
          <a:lstStyle/>
          <a:p>
            <a:pPr defTabSz="457200"/>
            <a:r>
              <a:rPr kumimoji="0" lang="ja-JP" altLang="en-US" sz="800" dirty="0">
                <a:solidFill>
                  <a:srgbClr val="7030A0"/>
                </a:solidFill>
                <a:latin typeface="Microsoft YaHei" panose="020B0503020204020204" pitchFamily="34" charset="-122"/>
                <a:ea typeface="Microsoft YaHei" panose="020B0503020204020204" pitchFamily="34" charset="-122"/>
              </a:rPr>
              <a:t>光ファイバー専用線</a:t>
            </a:r>
            <a:endParaRPr kumimoji="0" lang="zh-CN" altLang="en-US" sz="800" dirty="0">
              <a:solidFill>
                <a:srgbClr val="7030A0"/>
              </a:solidFill>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42647429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8314CD-6D17-2730-9295-47999310A808}"/>
            </a:ext>
          </a:extLst>
        </p:cNvPr>
        <p:cNvGrpSpPr/>
        <p:nvPr/>
      </p:nvGrpSpPr>
      <p:grpSpPr>
        <a:xfrm>
          <a:off x="0" y="0"/>
          <a:ext cx="0" cy="0"/>
          <a:chOff x="0" y="0"/>
          <a:chExt cx="0" cy="0"/>
        </a:xfrm>
      </p:grpSpPr>
      <p:sp>
        <p:nvSpPr>
          <p:cNvPr id="613" name="正方形/長方形 612">
            <a:extLst>
              <a:ext uri="{FF2B5EF4-FFF2-40B4-BE49-F238E27FC236}">
                <a16:creationId xmlns:a16="http://schemas.microsoft.com/office/drawing/2014/main" id="{EDC6022A-966F-FCC8-E764-6A6484B44368}"/>
              </a:ext>
            </a:extLst>
          </p:cNvPr>
          <p:cNvSpPr/>
          <p:nvPr/>
        </p:nvSpPr>
        <p:spPr>
          <a:xfrm>
            <a:off x="123825" y="3199515"/>
            <a:ext cx="11944349" cy="3658485"/>
          </a:xfrm>
          <a:prstGeom prst="rect">
            <a:avLst/>
          </a:prstGeom>
          <a:solidFill>
            <a:schemeClr val="bg1">
              <a:lumMod val="50000"/>
              <a:alpha val="57000"/>
            </a:schemeClr>
          </a:solidFill>
          <a:ln w="12700">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556" name="圆角矩形 335">
            <a:extLst>
              <a:ext uri="{FF2B5EF4-FFF2-40B4-BE49-F238E27FC236}">
                <a16:creationId xmlns:a16="http://schemas.microsoft.com/office/drawing/2014/main" id="{B5E7EA56-3B20-D5F9-3A62-6C8955F3B6C8}"/>
              </a:ext>
            </a:extLst>
          </p:cNvPr>
          <p:cNvSpPr/>
          <p:nvPr/>
        </p:nvSpPr>
        <p:spPr>
          <a:xfrm>
            <a:off x="6639572" y="4219496"/>
            <a:ext cx="4437619" cy="2193307"/>
          </a:xfrm>
          <a:prstGeom prst="roundRect">
            <a:avLst>
              <a:gd name="adj" fmla="val 9595"/>
            </a:avLst>
          </a:prstGeom>
          <a:solidFill>
            <a:srgbClr val="13D4C8">
              <a:lumMod val="50000"/>
            </a:srgbClr>
          </a:solidFill>
          <a:ln w="12700" cap="flat" cmpd="sng" algn="ctr">
            <a:noFill/>
            <a:prstDash val="solid"/>
            <a:miter lim="800000"/>
          </a:ln>
          <a:effectLst/>
        </p:spPr>
        <p:txBody>
          <a:bodyPr rtlCol="0" anchor="t"/>
          <a:lstStyle/>
          <a:p>
            <a:pPr marL="0" marR="0" lvl="0" indent="0" defTabSz="685800" eaLnBrk="1" fontAlgn="auto" latinLnBrk="0" hangingPunct="1">
              <a:lnSpc>
                <a:spcPct val="100000"/>
              </a:lnSpc>
              <a:spcBef>
                <a:spcPts val="0"/>
              </a:spcBef>
              <a:spcAft>
                <a:spcPts val="0"/>
              </a:spcAft>
              <a:buClrTx/>
              <a:buSzTx/>
              <a:buFontTx/>
              <a:buNone/>
              <a:tabLst/>
              <a:defRPr/>
            </a:pPr>
            <a:endParaRPr kumimoji="0" lang="en-US" altLang="zh-CN" sz="1000" b="1" i="0" u="none" strike="noStrike" kern="0" cap="none" spc="0" normalizeH="0" baseline="0" noProof="0" dirty="0">
              <a:ln>
                <a:noFill/>
              </a:ln>
              <a:solidFill>
                <a:srgbClr val="FFFFFF"/>
              </a:solidFill>
              <a:effectLst/>
              <a:uLnTx/>
              <a:uFillTx/>
              <a:latin typeface="Noto Sans CJK SC Light"/>
              <a:cs typeface="+mn-cs"/>
            </a:endParaRPr>
          </a:p>
        </p:txBody>
      </p:sp>
      <p:cxnSp>
        <p:nvCxnSpPr>
          <p:cNvPr id="714" name="直线连接符 37">
            <a:extLst>
              <a:ext uri="{FF2B5EF4-FFF2-40B4-BE49-F238E27FC236}">
                <a16:creationId xmlns:a16="http://schemas.microsoft.com/office/drawing/2014/main" id="{4F1B1114-A079-2F8B-7895-5D191AC645D6}"/>
              </a:ext>
            </a:extLst>
          </p:cNvPr>
          <p:cNvCxnSpPr>
            <a:cxnSpLocks/>
          </p:cNvCxnSpPr>
          <p:nvPr/>
        </p:nvCxnSpPr>
        <p:spPr>
          <a:xfrm>
            <a:off x="8227172" y="4626077"/>
            <a:ext cx="1728000" cy="1"/>
          </a:xfrm>
          <a:prstGeom prst="line">
            <a:avLst/>
          </a:prstGeom>
          <a:noFill/>
          <a:ln w="6350" cap="flat" cmpd="sng" algn="ctr">
            <a:solidFill>
              <a:schemeClr val="bg1"/>
            </a:solidFill>
            <a:prstDash val="solid"/>
            <a:miter lim="800000"/>
          </a:ln>
          <a:effectLst/>
        </p:spPr>
      </p:cxnSp>
      <p:cxnSp>
        <p:nvCxnSpPr>
          <p:cNvPr id="715" name="直线连接符 38">
            <a:extLst>
              <a:ext uri="{FF2B5EF4-FFF2-40B4-BE49-F238E27FC236}">
                <a16:creationId xmlns:a16="http://schemas.microsoft.com/office/drawing/2014/main" id="{62C8AE50-AC71-1BBA-A0E6-425722120421}"/>
              </a:ext>
            </a:extLst>
          </p:cNvPr>
          <p:cNvCxnSpPr>
            <a:cxnSpLocks/>
          </p:cNvCxnSpPr>
          <p:nvPr/>
        </p:nvCxnSpPr>
        <p:spPr>
          <a:xfrm flipV="1">
            <a:off x="8173511" y="4572889"/>
            <a:ext cx="1728000" cy="7701"/>
          </a:xfrm>
          <a:prstGeom prst="line">
            <a:avLst/>
          </a:prstGeom>
          <a:noFill/>
          <a:ln w="6350" cap="flat" cmpd="sng" algn="ctr">
            <a:solidFill>
              <a:schemeClr val="bg1"/>
            </a:solidFill>
            <a:prstDash val="solid"/>
            <a:miter lim="800000"/>
          </a:ln>
          <a:effectLst/>
        </p:spPr>
      </p:cxnSp>
      <p:sp>
        <p:nvSpPr>
          <p:cNvPr id="612" name="正方形/長方形 611">
            <a:extLst>
              <a:ext uri="{FF2B5EF4-FFF2-40B4-BE49-F238E27FC236}">
                <a16:creationId xmlns:a16="http://schemas.microsoft.com/office/drawing/2014/main" id="{EBC68033-6EED-CAC8-2A90-A266B121B9D7}"/>
              </a:ext>
            </a:extLst>
          </p:cNvPr>
          <p:cNvSpPr/>
          <p:nvPr/>
        </p:nvSpPr>
        <p:spPr>
          <a:xfrm>
            <a:off x="123826" y="1017218"/>
            <a:ext cx="11944348" cy="2170032"/>
          </a:xfrm>
          <a:prstGeom prst="rect">
            <a:avLst/>
          </a:prstGeom>
          <a:solidFill>
            <a:schemeClr val="tx2">
              <a:alpha val="32000"/>
            </a:schemeClr>
          </a:solidFill>
          <a:ln w="12700">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43" name="圆角矩形 384">
            <a:extLst>
              <a:ext uri="{FF2B5EF4-FFF2-40B4-BE49-F238E27FC236}">
                <a16:creationId xmlns:a16="http://schemas.microsoft.com/office/drawing/2014/main" id="{F84DC1B1-BEF8-F035-9646-9D1F2DC19100}"/>
              </a:ext>
            </a:extLst>
          </p:cNvPr>
          <p:cNvSpPr/>
          <p:nvPr/>
        </p:nvSpPr>
        <p:spPr>
          <a:xfrm>
            <a:off x="6547660" y="2591758"/>
            <a:ext cx="4529531" cy="1354580"/>
          </a:xfrm>
          <a:prstGeom prst="roundRect">
            <a:avLst>
              <a:gd name="adj" fmla="val 9595"/>
            </a:avLst>
          </a:prstGeom>
          <a:solidFill>
            <a:schemeClr val="accent2">
              <a:lumMod val="75000"/>
            </a:schemeClr>
          </a:solidFill>
          <a:ln w="12700" cap="flat" cmpd="sng" algn="ctr">
            <a:noFill/>
            <a:prstDash val="solid"/>
            <a:miter lim="800000"/>
          </a:ln>
          <a:effectLst/>
        </p:spPr>
        <p:txBody>
          <a:bodyPr rtlCol="0" anchor="t"/>
          <a:lstStyle/>
          <a:p>
            <a:pPr marL="0" marR="0" lvl="0" indent="0" defTabSz="685800" eaLnBrk="1" fontAlgn="auto" latinLnBrk="0" hangingPunct="1">
              <a:lnSpc>
                <a:spcPct val="100000"/>
              </a:lnSpc>
              <a:spcBef>
                <a:spcPts val="0"/>
              </a:spcBef>
              <a:spcAft>
                <a:spcPts val="0"/>
              </a:spcAft>
              <a:buClrTx/>
              <a:buSzTx/>
              <a:buFontTx/>
              <a:buNone/>
              <a:tabLst/>
              <a:defRPr/>
            </a:pPr>
            <a:endParaRPr kumimoji="0" lang="en-US" altLang="zh-CN" sz="1000" b="0" i="0" u="none" strike="noStrike" kern="0" cap="none" spc="0" normalizeH="0" baseline="0" noProof="0" dirty="0">
              <a:ln>
                <a:noFill/>
              </a:ln>
              <a:solidFill>
                <a:schemeClr val="bg1"/>
              </a:solidFill>
              <a:effectLst/>
              <a:uLnTx/>
              <a:uFillTx/>
              <a:latin typeface="Noto Sans CJK SC Light"/>
              <a:cs typeface="+mn-cs"/>
            </a:endParaRPr>
          </a:p>
        </p:txBody>
      </p:sp>
      <p:sp>
        <p:nvSpPr>
          <p:cNvPr id="644" name="Rounded Rectangle 25">
            <a:extLst>
              <a:ext uri="{FF2B5EF4-FFF2-40B4-BE49-F238E27FC236}">
                <a16:creationId xmlns:a16="http://schemas.microsoft.com/office/drawing/2014/main" id="{295EF790-3E0F-1741-2E0C-7998F7B064FF}"/>
              </a:ext>
            </a:extLst>
          </p:cNvPr>
          <p:cNvSpPr/>
          <p:nvPr/>
        </p:nvSpPr>
        <p:spPr>
          <a:xfrm>
            <a:off x="9552867" y="2670827"/>
            <a:ext cx="338319" cy="322212"/>
          </a:xfrm>
          <a:custGeom>
            <a:avLst/>
            <a:gdLst/>
            <a:ahLst/>
            <a:cxnLst/>
            <a:rect l="l" t="t" r="r" b="b"/>
            <a:pathLst>
              <a:path w="1123462" h="1123462">
                <a:moveTo>
                  <a:pt x="758801" y="661837"/>
                </a:moveTo>
                <a:cubicBezTo>
                  <a:pt x="749648" y="661762"/>
                  <a:pt x="740466" y="665180"/>
                  <a:pt x="733427" y="672107"/>
                </a:cubicBezTo>
                <a:cubicBezTo>
                  <a:pt x="719346" y="685961"/>
                  <a:pt x="719161" y="708607"/>
                  <a:pt x="733016" y="722687"/>
                </a:cubicBezTo>
                <a:lnTo>
                  <a:pt x="753910" y="743923"/>
                </a:lnTo>
                <a:lnTo>
                  <a:pt x="542733" y="743923"/>
                </a:lnTo>
                <a:cubicBezTo>
                  <a:pt x="532857" y="743923"/>
                  <a:pt x="523914" y="747926"/>
                  <a:pt x="517443" y="754399"/>
                </a:cubicBezTo>
                <a:lnTo>
                  <a:pt x="506967" y="779690"/>
                </a:lnTo>
                <a:lnTo>
                  <a:pt x="517443" y="804981"/>
                </a:lnTo>
                <a:cubicBezTo>
                  <a:pt x="523916" y="811453"/>
                  <a:pt x="532858" y="815458"/>
                  <a:pt x="542734" y="815457"/>
                </a:cubicBezTo>
                <a:lnTo>
                  <a:pt x="753910" y="815457"/>
                </a:lnTo>
                <a:lnTo>
                  <a:pt x="733016" y="836693"/>
                </a:lnTo>
                <a:cubicBezTo>
                  <a:pt x="719162" y="850774"/>
                  <a:pt x="719346" y="873420"/>
                  <a:pt x="733426" y="887274"/>
                </a:cubicBezTo>
                <a:cubicBezTo>
                  <a:pt x="747507" y="901128"/>
                  <a:pt x="770153" y="900944"/>
                  <a:pt x="784007" y="886863"/>
                </a:cubicBezTo>
                <a:lnTo>
                  <a:pt x="864319" y="805239"/>
                </a:lnTo>
                <a:lnTo>
                  <a:pt x="869302" y="797600"/>
                </a:lnTo>
                <a:lnTo>
                  <a:pt x="871992" y="793612"/>
                </a:lnTo>
                <a:lnTo>
                  <a:pt x="872069" y="793358"/>
                </a:lnTo>
                <a:lnTo>
                  <a:pt x="872080" y="793343"/>
                </a:lnTo>
                <a:lnTo>
                  <a:pt x="872088" y="793303"/>
                </a:lnTo>
                <a:lnTo>
                  <a:pt x="874076" y="786899"/>
                </a:lnTo>
                <a:cubicBezTo>
                  <a:pt x="874552" y="784570"/>
                  <a:pt x="874802" y="782160"/>
                  <a:pt x="874802" y="779690"/>
                </a:cubicBezTo>
                <a:cubicBezTo>
                  <a:pt x="874801" y="777222"/>
                  <a:pt x="874552" y="774810"/>
                  <a:pt x="874075" y="772482"/>
                </a:cubicBezTo>
                <a:lnTo>
                  <a:pt x="872087" y="766077"/>
                </a:lnTo>
                <a:lnTo>
                  <a:pt x="872080" y="766038"/>
                </a:lnTo>
                <a:lnTo>
                  <a:pt x="872070" y="766023"/>
                </a:lnTo>
                <a:lnTo>
                  <a:pt x="871992" y="765768"/>
                </a:lnTo>
                <a:lnTo>
                  <a:pt x="869291" y="761764"/>
                </a:lnTo>
                <a:lnTo>
                  <a:pt x="864318" y="754142"/>
                </a:lnTo>
                <a:lnTo>
                  <a:pt x="784006" y="672518"/>
                </a:lnTo>
                <a:cubicBezTo>
                  <a:pt x="777079" y="665477"/>
                  <a:pt x="767954" y="661911"/>
                  <a:pt x="758801" y="661837"/>
                </a:cubicBezTo>
                <a:close/>
                <a:moveTo>
                  <a:pt x="364661" y="558282"/>
                </a:moveTo>
                <a:cubicBezTo>
                  <a:pt x="355509" y="558355"/>
                  <a:pt x="346384" y="561922"/>
                  <a:pt x="339457" y="568962"/>
                </a:cubicBezTo>
                <a:lnTo>
                  <a:pt x="259145" y="650587"/>
                </a:lnTo>
                <a:lnTo>
                  <a:pt x="254172" y="658209"/>
                </a:lnTo>
                <a:lnTo>
                  <a:pt x="251473" y="662213"/>
                </a:lnTo>
                <a:lnTo>
                  <a:pt x="251394" y="662469"/>
                </a:lnTo>
                <a:lnTo>
                  <a:pt x="251384" y="662482"/>
                </a:lnTo>
                <a:lnTo>
                  <a:pt x="251377" y="662522"/>
                </a:lnTo>
                <a:lnTo>
                  <a:pt x="249388" y="668927"/>
                </a:lnTo>
                <a:cubicBezTo>
                  <a:pt x="248912" y="671255"/>
                  <a:pt x="248662" y="673667"/>
                  <a:pt x="248662" y="676135"/>
                </a:cubicBezTo>
                <a:cubicBezTo>
                  <a:pt x="248662" y="678605"/>
                  <a:pt x="248913" y="681015"/>
                  <a:pt x="249389" y="683344"/>
                </a:cubicBezTo>
                <a:lnTo>
                  <a:pt x="251377" y="689748"/>
                </a:lnTo>
                <a:lnTo>
                  <a:pt x="251383" y="689789"/>
                </a:lnTo>
                <a:lnTo>
                  <a:pt x="251393" y="689803"/>
                </a:lnTo>
                <a:lnTo>
                  <a:pt x="251473" y="690057"/>
                </a:lnTo>
                <a:lnTo>
                  <a:pt x="254161" y="694045"/>
                </a:lnTo>
                <a:lnTo>
                  <a:pt x="259145" y="701683"/>
                </a:lnTo>
                <a:lnTo>
                  <a:pt x="339457" y="783309"/>
                </a:lnTo>
                <a:cubicBezTo>
                  <a:pt x="353311" y="797389"/>
                  <a:pt x="375956" y="797573"/>
                  <a:pt x="390037" y="783719"/>
                </a:cubicBezTo>
                <a:cubicBezTo>
                  <a:pt x="404118" y="769864"/>
                  <a:pt x="404302" y="747219"/>
                  <a:pt x="390448" y="733138"/>
                </a:cubicBezTo>
                <a:lnTo>
                  <a:pt x="369553" y="711902"/>
                </a:lnTo>
                <a:lnTo>
                  <a:pt x="580730" y="711901"/>
                </a:lnTo>
                <a:cubicBezTo>
                  <a:pt x="590607" y="711902"/>
                  <a:pt x="599548" y="707899"/>
                  <a:pt x="606020" y="701426"/>
                </a:cubicBezTo>
                <a:lnTo>
                  <a:pt x="616497" y="676135"/>
                </a:lnTo>
                <a:lnTo>
                  <a:pt x="606021" y="650843"/>
                </a:lnTo>
                <a:cubicBezTo>
                  <a:pt x="599549" y="644371"/>
                  <a:pt x="590606" y="640368"/>
                  <a:pt x="580730" y="640368"/>
                </a:cubicBezTo>
                <a:lnTo>
                  <a:pt x="369554" y="640368"/>
                </a:lnTo>
                <a:lnTo>
                  <a:pt x="390448" y="619133"/>
                </a:lnTo>
                <a:cubicBezTo>
                  <a:pt x="404302" y="605052"/>
                  <a:pt x="404118" y="582406"/>
                  <a:pt x="390038" y="568551"/>
                </a:cubicBezTo>
                <a:lnTo>
                  <a:pt x="390038" y="568553"/>
                </a:lnTo>
                <a:cubicBezTo>
                  <a:pt x="382997" y="561625"/>
                  <a:pt x="373815" y="558207"/>
                  <a:pt x="364661" y="558282"/>
                </a:cubicBezTo>
                <a:close/>
                <a:moveTo>
                  <a:pt x="758801" y="329475"/>
                </a:moveTo>
                <a:cubicBezTo>
                  <a:pt x="749649" y="329401"/>
                  <a:pt x="740466" y="332819"/>
                  <a:pt x="733427" y="339746"/>
                </a:cubicBezTo>
                <a:lnTo>
                  <a:pt x="733426" y="339746"/>
                </a:lnTo>
                <a:cubicBezTo>
                  <a:pt x="719345" y="353600"/>
                  <a:pt x="719161" y="376245"/>
                  <a:pt x="733017" y="390327"/>
                </a:cubicBezTo>
                <a:lnTo>
                  <a:pt x="753909" y="411562"/>
                </a:lnTo>
                <a:lnTo>
                  <a:pt x="542733" y="411561"/>
                </a:lnTo>
                <a:cubicBezTo>
                  <a:pt x="532856" y="411562"/>
                  <a:pt x="523915" y="415565"/>
                  <a:pt x="517443" y="422037"/>
                </a:cubicBezTo>
                <a:lnTo>
                  <a:pt x="506967" y="447329"/>
                </a:lnTo>
                <a:lnTo>
                  <a:pt x="517443" y="472620"/>
                </a:lnTo>
                <a:cubicBezTo>
                  <a:pt x="523916" y="479093"/>
                  <a:pt x="532857" y="483097"/>
                  <a:pt x="542734" y="483095"/>
                </a:cubicBezTo>
                <a:lnTo>
                  <a:pt x="753910" y="483096"/>
                </a:lnTo>
                <a:lnTo>
                  <a:pt x="733016" y="504333"/>
                </a:lnTo>
                <a:cubicBezTo>
                  <a:pt x="719162" y="518413"/>
                  <a:pt x="719345" y="541059"/>
                  <a:pt x="733426" y="554913"/>
                </a:cubicBezTo>
                <a:cubicBezTo>
                  <a:pt x="747507" y="568767"/>
                  <a:pt x="770152" y="568583"/>
                  <a:pt x="784007" y="554503"/>
                </a:cubicBezTo>
                <a:lnTo>
                  <a:pt x="864318" y="472878"/>
                </a:lnTo>
                <a:lnTo>
                  <a:pt x="869302" y="465238"/>
                </a:lnTo>
                <a:lnTo>
                  <a:pt x="871991" y="461251"/>
                </a:lnTo>
                <a:lnTo>
                  <a:pt x="872070" y="460997"/>
                </a:lnTo>
                <a:lnTo>
                  <a:pt x="872079" y="460982"/>
                </a:lnTo>
                <a:lnTo>
                  <a:pt x="872087" y="460942"/>
                </a:lnTo>
                <a:lnTo>
                  <a:pt x="874075" y="454537"/>
                </a:lnTo>
                <a:cubicBezTo>
                  <a:pt x="874551" y="452209"/>
                  <a:pt x="874801" y="449799"/>
                  <a:pt x="874801" y="447329"/>
                </a:cubicBezTo>
                <a:cubicBezTo>
                  <a:pt x="874802" y="444860"/>
                  <a:pt x="874552" y="442449"/>
                  <a:pt x="874076" y="440121"/>
                </a:cubicBezTo>
                <a:lnTo>
                  <a:pt x="872087" y="433715"/>
                </a:lnTo>
                <a:lnTo>
                  <a:pt x="872079" y="433677"/>
                </a:lnTo>
                <a:lnTo>
                  <a:pt x="872071" y="433662"/>
                </a:lnTo>
                <a:lnTo>
                  <a:pt x="871991" y="433407"/>
                </a:lnTo>
                <a:lnTo>
                  <a:pt x="869292" y="429403"/>
                </a:lnTo>
                <a:lnTo>
                  <a:pt x="864319" y="421781"/>
                </a:lnTo>
                <a:lnTo>
                  <a:pt x="784007" y="340156"/>
                </a:lnTo>
                <a:cubicBezTo>
                  <a:pt x="777079" y="333117"/>
                  <a:pt x="767954" y="329550"/>
                  <a:pt x="758801" y="329475"/>
                </a:cubicBezTo>
                <a:close/>
                <a:moveTo>
                  <a:pt x="364662" y="225921"/>
                </a:moveTo>
                <a:cubicBezTo>
                  <a:pt x="355509" y="225995"/>
                  <a:pt x="346383" y="229561"/>
                  <a:pt x="339456" y="236601"/>
                </a:cubicBezTo>
                <a:lnTo>
                  <a:pt x="259145" y="318226"/>
                </a:lnTo>
                <a:lnTo>
                  <a:pt x="254173" y="325848"/>
                </a:lnTo>
                <a:lnTo>
                  <a:pt x="251473" y="329852"/>
                </a:lnTo>
                <a:lnTo>
                  <a:pt x="251394" y="330107"/>
                </a:lnTo>
                <a:lnTo>
                  <a:pt x="251384" y="330122"/>
                </a:lnTo>
                <a:lnTo>
                  <a:pt x="251376" y="330161"/>
                </a:lnTo>
                <a:lnTo>
                  <a:pt x="249389" y="336566"/>
                </a:lnTo>
                <a:cubicBezTo>
                  <a:pt x="248912" y="338894"/>
                  <a:pt x="248662" y="341305"/>
                  <a:pt x="248662" y="343774"/>
                </a:cubicBezTo>
                <a:cubicBezTo>
                  <a:pt x="248662" y="346244"/>
                  <a:pt x="248912" y="348654"/>
                  <a:pt x="249389" y="350982"/>
                </a:cubicBezTo>
                <a:lnTo>
                  <a:pt x="251377" y="357387"/>
                </a:lnTo>
                <a:lnTo>
                  <a:pt x="251384" y="357428"/>
                </a:lnTo>
                <a:lnTo>
                  <a:pt x="251393" y="357443"/>
                </a:lnTo>
                <a:lnTo>
                  <a:pt x="251473" y="357696"/>
                </a:lnTo>
                <a:lnTo>
                  <a:pt x="254161" y="361684"/>
                </a:lnTo>
                <a:lnTo>
                  <a:pt x="259145" y="369323"/>
                </a:lnTo>
                <a:lnTo>
                  <a:pt x="339456" y="450948"/>
                </a:lnTo>
                <a:cubicBezTo>
                  <a:pt x="353310" y="465028"/>
                  <a:pt x="375957" y="465212"/>
                  <a:pt x="390037" y="451358"/>
                </a:cubicBezTo>
                <a:cubicBezTo>
                  <a:pt x="404118" y="437503"/>
                  <a:pt x="404302" y="414858"/>
                  <a:pt x="390448" y="400777"/>
                </a:cubicBezTo>
                <a:lnTo>
                  <a:pt x="369553" y="379542"/>
                </a:lnTo>
                <a:lnTo>
                  <a:pt x="580730" y="379541"/>
                </a:lnTo>
                <a:cubicBezTo>
                  <a:pt x="590606" y="379541"/>
                  <a:pt x="599549" y="375538"/>
                  <a:pt x="606021" y="369065"/>
                </a:cubicBezTo>
                <a:lnTo>
                  <a:pt x="616497" y="343774"/>
                </a:lnTo>
                <a:lnTo>
                  <a:pt x="606021" y="318483"/>
                </a:lnTo>
                <a:cubicBezTo>
                  <a:pt x="599549" y="312010"/>
                  <a:pt x="590606" y="308006"/>
                  <a:pt x="580730" y="308006"/>
                </a:cubicBezTo>
                <a:lnTo>
                  <a:pt x="369553" y="308007"/>
                </a:lnTo>
                <a:lnTo>
                  <a:pt x="390447" y="286772"/>
                </a:lnTo>
                <a:cubicBezTo>
                  <a:pt x="404302" y="272691"/>
                  <a:pt x="404118" y="250045"/>
                  <a:pt x="390038" y="236191"/>
                </a:cubicBezTo>
                <a:cubicBezTo>
                  <a:pt x="382997" y="229264"/>
                  <a:pt x="373816" y="225846"/>
                  <a:pt x="364662" y="225921"/>
                </a:cubicBezTo>
                <a:close/>
                <a:moveTo>
                  <a:pt x="99325" y="0"/>
                </a:moveTo>
                <a:lnTo>
                  <a:pt x="1024137" y="0"/>
                </a:lnTo>
                <a:cubicBezTo>
                  <a:pt x="1078993" y="0"/>
                  <a:pt x="1123462" y="44469"/>
                  <a:pt x="1123462" y="99325"/>
                </a:cubicBezTo>
                <a:lnTo>
                  <a:pt x="1123462" y="1024137"/>
                </a:lnTo>
                <a:cubicBezTo>
                  <a:pt x="1123462" y="1078993"/>
                  <a:pt x="1078993" y="1123462"/>
                  <a:pt x="1024137" y="1123462"/>
                </a:cubicBezTo>
                <a:lnTo>
                  <a:pt x="99325" y="1123462"/>
                </a:lnTo>
                <a:cubicBezTo>
                  <a:pt x="44469" y="1123462"/>
                  <a:pt x="0" y="1078993"/>
                  <a:pt x="0" y="1024137"/>
                </a:cubicBezTo>
                <a:lnTo>
                  <a:pt x="0" y="99325"/>
                </a:lnTo>
                <a:cubicBezTo>
                  <a:pt x="0" y="44469"/>
                  <a:pt x="44469" y="0"/>
                  <a:pt x="99325" y="0"/>
                </a:cubicBezTo>
                <a:close/>
              </a:path>
            </a:pathLst>
          </a:custGeom>
          <a:solidFill>
            <a:srgbClr val="3C3C3C">
              <a:lumMod val="25000"/>
              <a:lumOff val="75000"/>
            </a:srgbClr>
          </a:solidFill>
          <a:ln w="25400" cap="flat" cmpd="sng" algn="ctr">
            <a:noFill/>
            <a:prstDash val="solid"/>
          </a:ln>
          <a:effectLst/>
        </p:spPr>
        <p:txBody>
          <a:bodyPr rtlCol="0" anchor="ctr"/>
          <a:lstStyle/>
          <a:p>
            <a:pPr marL="0" marR="0" lvl="0" indent="0" algn="ctr" defTabSz="342512" eaLnBrk="1" fontAlgn="base" latinLnBrk="0" hangingPunct="1">
              <a:lnSpc>
                <a:spcPct val="100000"/>
              </a:lnSpc>
              <a:spcBef>
                <a:spcPct val="0"/>
              </a:spcBef>
              <a:spcAft>
                <a:spcPct val="0"/>
              </a:spcAft>
              <a:buClrTx/>
              <a:buSzTx/>
              <a:buFontTx/>
              <a:buNone/>
              <a:tabLst/>
              <a:defRPr/>
            </a:pPr>
            <a:endParaRPr kumimoji="0" lang="en-US" sz="1400" b="0" i="0" u="none" strike="noStrike" kern="0" cap="none" spc="0" normalizeH="0" baseline="0" noProof="0">
              <a:ln>
                <a:noFill/>
              </a:ln>
              <a:solidFill>
                <a:srgbClr val="2968AF">
                  <a:lumMod val="50000"/>
                </a:srgbClr>
              </a:solidFill>
              <a:effectLst/>
              <a:uLnTx/>
              <a:uFillTx/>
              <a:latin typeface="Noto Sans CJK SC Light"/>
            </a:endParaRPr>
          </a:p>
        </p:txBody>
      </p:sp>
      <p:sp>
        <p:nvSpPr>
          <p:cNvPr id="645" name="Rounded Rectangle 25">
            <a:extLst>
              <a:ext uri="{FF2B5EF4-FFF2-40B4-BE49-F238E27FC236}">
                <a16:creationId xmlns:a16="http://schemas.microsoft.com/office/drawing/2014/main" id="{C8230A05-C1D5-3EC9-A1A5-6395559A782F}"/>
              </a:ext>
            </a:extLst>
          </p:cNvPr>
          <p:cNvSpPr/>
          <p:nvPr/>
        </p:nvSpPr>
        <p:spPr>
          <a:xfrm>
            <a:off x="9686525" y="2798120"/>
            <a:ext cx="338319" cy="322212"/>
          </a:xfrm>
          <a:custGeom>
            <a:avLst/>
            <a:gdLst/>
            <a:ahLst/>
            <a:cxnLst/>
            <a:rect l="l" t="t" r="r" b="b"/>
            <a:pathLst>
              <a:path w="1123462" h="1123462">
                <a:moveTo>
                  <a:pt x="758801" y="661837"/>
                </a:moveTo>
                <a:cubicBezTo>
                  <a:pt x="749648" y="661762"/>
                  <a:pt x="740466" y="665180"/>
                  <a:pt x="733427" y="672107"/>
                </a:cubicBezTo>
                <a:cubicBezTo>
                  <a:pt x="719346" y="685961"/>
                  <a:pt x="719161" y="708607"/>
                  <a:pt x="733016" y="722687"/>
                </a:cubicBezTo>
                <a:lnTo>
                  <a:pt x="753910" y="743923"/>
                </a:lnTo>
                <a:lnTo>
                  <a:pt x="542733" y="743923"/>
                </a:lnTo>
                <a:cubicBezTo>
                  <a:pt x="532857" y="743923"/>
                  <a:pt x="523914" y="747926"/>
                  <a:pt x="517443" y="754399"/>
                </a:cubicBezTo>
                <a:lnTo>
                  <a:pt x="506967" y="779690"/>
                </a:lnTo>
                <a:lnTo>
                  <a:pt x="517443" y="804981"/>
                </a:lnTo>
                <a:cubicBezTo>
                  <a:pt x="523916" y="811453"/>
                  <a:pt x="532858" y="815458"/>
                  <a:pt x="542734" y="815457"/>
                </a:cubicBezTo>
                <a:lnTo>
                  <a:pt x="753910" y="815457"/>
                </a:lnTo>
                <a:lnTo>
                  <a:pt x="733016" y="836693"/>
                </a:lnTo>
                <a:cubicBezTo>
                  <a:pt x="719162" y="850774"/>
                  <a:pt x="719346" y="873420"/>
                  <a:pt x="733426" y="887274"/>
                </a:cubicBezTo>
                <a:cubicBezTo>
                  <a:pt x="747507" y="901128"/>
                  <a:pt x="770153" y="900944"/>
                  <a:pt x="784007" y="886863"/>
                </a:cubicBezTo>
                <a:lnTo>
                  <a:pt x="864319" y="805239"/>
                </a:lnTo>
                <a:lnTo>
                  <a:pt x="869302" y="797600"/>
                </a:lnTo>
                <a:lnTo>
                  <a:pt x="871992" y="793612"/>
                </a:lnTo>
                <a:lnTo>
                  <a:pt x="872069" y="793358"/>
                </a:lnTo>
                <a:lnTo>
                  <a:pt x="872080" y="793343"/>
                </a:lnTo>
                <a:lnTo>
                  <a:pt x="872088" y="793303"/>
                </a:lnTo>
                <a:lnTo>
                  <a:pt x="874076" y="786899"/>
                </a:lnTo>
                <a:cubicBezTo>
                  <a:pt x="874552" y="784570"/>
                  <a:pt x="874802" y="782160"/>
                  <a:pt x="874802" y="779690"/>
                </a:cubicBezTo>
                <a:cubicBezTo>
                  <a:pt x="874801" y="777222"/>
                  <a:pt x="874552" y="774810"/>
                  <a:pt x="874075" y="772482"/>
                </a:cubicBezTo>
                <a:lnTo>
                  <a:pt x="872087" y="766077"/>
                </a:lnTo>
                <a:lnTo>
                  <a:pt x="872080" y="766038"/>
                </a:lnTo>
                <a:lnTo>
                  <a:pt x="872070" y="766023"/>
                </a:lnTo>
                <a:lnTo>
                  <a:pt x="871992" y="765768"/>
                </a:lnTo>
                <a:lnTo>
                  <a:pt x="869291" y="761764"/>
                </a:lnTo>
                <a:lnTo>
                  <a:pt x="864318" y="754142"/>
                </a:lnTo>
                <a:lnTo>
                  <a:pt x="784006" y="672518"/>
                </a:lnTo>
                <a:cubicBezTo>
                  <a:pt x="777079" y="665477"/>
                  <a:pt x="767954" y="661911"/>
                  <a:pt x="758801" y="661837"/>
                </a:cubicBezTo>
                <a:close/>
                <a:moveTo>
                  <a:pt x="364661" y="558282"/>
                </a:moveTo>
                <a:cubicBezTo>
                  <a:pt x="355509" y="558355"/>
                  <a:pt x="346384" y="561922"/>
                  <a:pt x="339457" y="568962"/>
                </a:cubicBezTo>
                <a:lnTo>
                  <a:pt x="259145" y="650587"/>
                </a:lnTo>
                <a:lnTo>
                  <a:pt x="254172" y="658209"/>
                </a:lnTo>
                <a:lnTo>
                  <a:pt x="251473" y="662213"/>
                </a:lnTo>
                <a:lnTo>
                  <a:pt x="251394" y="662469"/>
                </a:lnTo>
                <a:lnTo>
                  <a:pt x="251384" y="662482"/>
                </a:lnTo>
                <a:lnTo>
                  <a:pt x="251377" y="662522"/>
                </a:lnTo>
                <a:lnTo>
                  <a:pt x="249388" y="668927"/>
                </a:lnTo>
                <a:cubicBezTo>
                  <a:pt x="248912" y="671255"/>
                  <a:pt x="248662" y="673667"/>
                  <a:pt x="248662" y="676135"/>
                </a:cubicBezTo>
                <a:cubicBezTo>
                  <a:pt x="248662" y="678605"/>
                  <a:pt x="248913" y="681015"/>
                  <a:pt x="249389" y="683344"/>
                </a:cubicBezTo>
                <a:lnTo>
                  <a:pt x="251377" y="689748"/>
                </a:lnTo>
                <a:lnTo>
                  <a:pt x="251383" y="689789"/>
                </a:lnTo>
                <a:lnTo>
                  <a:pt x="251393" y="689803"/>
                </a:lnTo>
                <a:lnTo>
                  <a:pt x="251473" y="690057"/>
                </a:lnTo>
                <a:lnTo>
                  <a:pt x="254161" y="694045"/>
                </a:lnTo>
                <a:lnTo>
                  <a:pt x="259145" y="701683"/>
                </a:lnTo>
                <a:lnTo>
                  <a:pt x="339457" y="783309"/>
                </a:lnTo>
                <a:cubicBezTo>
                  <a:pt x="353311" y="797389"/>
                  <a:pt x="375956" y="797573"/>
                  <a:pt x="390037" y="783719"/>
                </a:cubicBezTo>
                <a:cubicBezTo>
                  <a:pt x="404118" y="769864"/>
                  <a:pt x="404302" y="747219"/>
                  <a:pt x="390448" y="733138"/>
                </a:cubicBezTo>
                <a:lnTo>
                  <a:pt x="369553" y="711902"/>
                </a:lnTo>
                <a:lnTo>
                  <a:pt x="580730" y="711901"/>
                </a:lnTo>
                <a:cubicBezTo>
                  <a:pt x="590607" y="711902"/>
                  <a:pt x="599548" y="707899"/>
                  <a:pt x="606020" y="701426"/>
                </a:cubicBezTo>
                <a:lnTo>
                  <a:pt x="616497" y="676135"/>
                </a:lnTo>
                <a:lnTo>
                  <a:pt x="606021" y="650843"/>
                </a:lnTo>
                <a:cubicBezTo>
                  <a:pt x="599549" y="644371"/>
                  <a:pt x="590606" y="640368"/>
                  <a:pt x="580730" y="640368"/>
                </a:cubicBezTo>
                <a:lnTo>
                  <a:pt x="369554" y="640368"/>
                </a:lnTo>
                <a:lnTo>
                  <a:pt x="390448" y="619133"/>
                </a:lnTo>
                <a:cubicBezTo>
                  <a:pt x="404302" y="605052"/>
                  <a:pt x="404118" y="582406"/>
                  <a:pt x="390038" y="568551"/>
                </a:cubicBezTo>
                <a:lnTo>
                  <a:pt x="390038" y="568553"/>
                </a:lnTo>
                <a:cubicBezTo>
                  <a:pt x="382997" y="561625"/>
                  <a:pt x="373815" y="558207"/>
                  <a:pt x="364661" y="558282"/>
                </a:cubicBezTo>
                <a:close/>
                <a:moveTo>
                  <a:pt x="758801" y="329475"/>
                </a:moveTo>
                <a:cubicBezTo>
                  <a:pt x="749649" y="329401"/>
                  <a:pt x="740466" y="332819"/>
                  <a:pt x="733427" y="339746"/>
                </a:cubicBezTo>
                <a:lnTo>
                  <a:pt x="733426" y="339746"/>
                </a:lnTo>
                <a:cubicBezTo>
                  <a:pt x="719345" y="353600"/>
                  <a:pt x="719161" y="376245"/>
                  <a:pt x="733017" y="390327"/>
                </a:cubicBezTo>
                <a:lnTo>
                  <a:pt x="753909" y="411562"/>
                </a:lnTo>
                <a:lnTo>
                  <a:pt x="542733" y="411561"/>
                </a:lnTo>
                <a:cubicBezTo>
                  <a:pt x="532856" y="411562"/>
                  <a:pt x="523915" y="415565"/>
                  <a:pt x="517443" y="422037"/>
                </a:cubicBezTo>
                <a:lnTo>
                  <a:pt x="506967" y="447329"/>
                </a:lnTo>
                <a:lnTo>
                  <a:pt x="517443" y="472620"/>
                </a:lnTo>
                <a:cubicBezTo>
                  <a:pt x="523916" y="479093"/>
                  <a:pt x="532857" y="483097"/>
                  <a:pt x="542734" y="483095"/>
                </a:cubicBezTo>
                <a:lnTo>
                  <a:pt x="753910" y="483096"/>
                </a:lnTo>
                <a:lnTo>
                  <a:pt x="733016" y="504333"/>
                </a:lnTo>
                <a:cubicBezTo>
                  <a:pt x="719162" y="518413"/>
                  <a:pt x="719345" y="541059"/>
                  <a:pt x="733426" y="554913"/>
                </a:cubicBezTo>
                <a:cubicBezTo>
                  <a:pt x="747507" y="568767"/>
                  <a:pt x="770152" y="568583"/>
                  <a:pt x="784007" y="554503"/>
                </a:cubicBezTo>
                <a:lnTo>
                  <a:pt x="864318" y="472878"/>
                </a:lnTo>
                <a:lnTo>
                  <a:pt x="869302" y="465238"/>
                </a:lnTo>
                <a:lnTo>
                  <a:pt x="871991" y="461251"/>
                </a:lnTo>
                <a:lnTo>
                  <a:pt x="872070" y="460997"/>
                </a:lnTo>
                <a:lnTo>
                  <a:pt x="872079" y="460982"/>
                </a:lnTo>
                <a:lnTo>
                  <a:pt x="872087" y="460942"/>
                </a:lnTo>
                <a:lnTo>
                  <a:pt x="874075" y="454537"/>
                </a:lnTo>
                <a:cubicBezTo>
                  <a:pt x="874551" y="452209"/>
                  <a:pt x="874801" y="449799"/>
                  <a:pt x="874801" y="447329"/>
                </a:cubicBezTo>
                <a:cubicBezTo>
                  <a:pt x="874802" y="444860"/>
                  <a:pt x="874552" y="442449"/>
                  <a:pt x="874076" y="440121"/>
                </a:cubicBezTo>
                <a:lnTo>
                  <a:pt x="872087" y="433715"/>
                </a:lnTo>
                <a:lnTo>
                  <a:pt x="872079" y="433677"/>
                </a:lnTo>
                <a:lnTo>
                  <a:pt x="872071" y="433662"/>
                </a:lnTo>
                <a:lnTo>
                  <a:pt x="871991" y="433407"/>
                </a:lnTo>
                <a:lnTo>
                  <a:pt x="869292" y="429403"/>
                </a:lnTo>
                <a:lnTo>
                  <a:pt x="864319" y="421781"/>
                </a:lnTo>
                <a:lnTo>
                  <a:pt x="784007" y="340156"/>
                </a:lnTo>
                <a:cubicBezTo>
                  <a:pt x="777079" y="333117"/>
                  <a:pt x="767954" y="329550"/>
                  <a:pt x="758801" y="329475"/>
                </a:cubicBezTo>
                <a:close/>
                <a:moveTo>
                  <a:pt x="364662" y="225921"/>
                </a:moveTo>
                <a:cubicBezTo>
                  <a:pt x="355509" y="225995"/>
                  <a:pt x="346383" y="229561"/>
                  <a:pt x="339456" y="236601"/>
                </a:cubicBezTo>
                <a:lnTo>
                  <a:pt x="259145" y="318226"/>
                </a:lnTo>
                <a:lnTo>
                  <a:pt x="254173" y="325848"/>
                </a:lnTo>
                <a:lnTo>
                  <a:pt x="251473" y="329852"/>
                </a:lnTo>
                <a:lnTo>
                  <a:pt x="251394" y="330107"/>
                </a:lnTo>
                <a:lnTo>
                  <a:pt x="251384" y="330122"/>
                </a:lnTo>
                <a:lnTo>
                  <a:pt x="251376" y="330161"/>
                </a:lnTo>
                <a:lnTo>
                  <a:pt x="249389" y="336566"/>
                </a:lnTo>
                <a:cubicBezTo>
                  <a:pt x="248912" y="338894"/>
                  <a:pt x="248662" y="341305"/>
                  <a:pt x="248662" y="343774"/>
                </a:cubicBezTo>
                <a:cubicBezTo>
                  <a:pt x="248662" y="346244"/>
                  <a:pt x="248912" y="348654"/>
                  <a:pt x="249389" y="350982"/>
                </a:cubicBezTo>
                <a:lnTo>
                  <a:pt x="251377" y="357387"/>
                </a:lnTo>
                <a:lnTo>
                  <a:pt x="251384" y="357428"/>
                </a:lnTo>
                <a:lnTo>
                  <a:pt x="251393" y="357443"/>
                </a:lnTo>
                <a:lnTo>
                  <a:pt x="251473" y="357696"/>
                </a:lnTo>
                <a:lnTo>
                  <a:pt x="254161" y="361684"/>
                </a:lnTo>
                <a:lnTo>
                  <a:pt x="259145" y="369323"/>
                </a:lnTo>
                <a:lnTo>
                  <a:pt x="339456" y="450948"/>
                </a:lnTo>
                <a:cubicBezTo>
                  <a:pt x="353310" y="465028"/>
                  <a:pt x="375957" y="465212"/>
                  <a:pt x="390037" y="451358"/>
                </a:cubicBezTo>
                <a:cubicBezTo>
                  <a:pt x="404118" y="437503"/>
                  <a:pt x="404302" y="414858"/>
                  <a:pt x="390448" y="400777"/>
                </a:cubicBezTo>
                <a:lnTo>
                  <a:pt x="369553" y="379542"/>
                </a:lnTo>
                <a:lnTo>
                  <a:pt x="580730" y="379541"/>
                </a:lnTo>
                <a:cubicBezTo>
                  <a:pt x="590606" y="379541"/>
                  <a:pt x="599549" y="375538"/>
                  <a:pt x="606021" y="369065"/>
                </a:cubicBezTo>
                <a:lnTo>
                  <a:pt x="616497" y="343774"/>
                </a:lnTo>
                <a:lnTo>
                  <a:pt x="606021" y="318483"/>
                </a:lnTo>
                <a:cubicBezTo>
                  <a:pt x="599549" y="312010"/>
                  <a:pt x="590606" y="308006"/>
                  <a:pt x="580730" y="308006"/>
                </a:cubicBezTo>
                <a:lnTo>
                  <a:pt x="369553" y="308007"/>
                </a:lnTo>
                <a:lnTo>
                  <a:pt x="390447" y="286772"/>
                </a:lnTo>
                <a:cubicBezTo>
                  <a:pt x="404302" y="272691"/>
                  <a:pt x="404118" y="250045"/>
                  <a:pt x="390038" y="236191"/>
                </a:cubicBezTo>
                <a:cubicBezTo>
                  <a:pt x="382997" y="229264"/>
                  <a:pt x="373816" y="225846"/>
                  <a:pt x="364662" y="225921"/>
                </a:cubicBezTo>
                <a:close/>
                <a:moveTo>
                  <a:pt x="99325" y="0"/>
                </a:moveTo>
                <a:lnTo>
                  <a:pt x="1024137" y="0"/>
                </a:lnTo>
                <a:cubicBezTo>
                  <a:pt x="1078993" y="0"/>
                  <a:pt x="1123462" y="44469"/>
                  <a:pt x="1123462" y="99325"/>
                </a:cubicBezTo>
                <a:lnTo>
                  <a:pt x="1123462" y="1024137"/>
                </a:lnTo>
                <a:cubicBezTo>
                  <a:pt x="1123462" y="1078993"/>
                  <a:pt x="1078993" y="1123462"/>
                  <a:pt x="1024137" y="1123462"/>
                </a:cubicBezTo>
                <a:lnTo>
                  <a:pt x="99325" y="1123462"/>
                </a:lnTo>
                <a:cubicBezTo>
                  <a:pt x="44469" y="1123462"/>
                  <a:pt x="0" y="1078993"/>
                  <a:pt x="0" y="1024137"/>
                </a:cubicBezTo>
                <a:lnTo>
                  <a:pt x="0" y="99325"/>
                </a:lnTo>
                <a:cubicBezTo>
                  <a:pt x="0" y="44469"/>
                  <a:pt x="44469" y="0"/>
                  <a:pt x="99325" y="0"/>
                </a:cubicBezTo>
                <a:close/>
              </a:path>
            </a:pathLst>
          </a:custGeom>
          <a:solidFill>
            <a:srgbClr val="3C3C3C">
              <a:lumMod val="25000"/>
              <a:lumOff val="75000"/>
            </a:srgbClr>
          </a:solidFill>
          <a:ln w="25400" cap="flat" cmpd="sng" algn="ctr">
            <a:noFill/>
            <a:prstDash val="solid"/>
          </a:ln>
          <a:effectLst/>
        </p:spPr>
        <p:txBody>
          <a:bodyPr rtlCol="0" anchor="ctr"/>
          <a:lstStyle/>
          <a:p>
            <a:pPr marL="0" marR="0" lvl="0" indent="0" algn="ctr" defTabSz="342512" eaLnBrk="1" fontAlgn="base" latinLnBrk="0" hangingPunct="1">
              <a:lnSpc>
                <a:spcPct val="100000"/>
              </a:lnSpc>
              <a:spcBef>
                <a:spcPct val="0"/>
              </a:spcBef>
              <a:spcAft>
                <a:spcPct val="0"/>
              </a:spcAft>
              <a:buClrTx/>
              <a:buSzTx/>
              <a:buFontTx/>
              <a:buNone/>
              <a:tabLst/>
              <a:defRPr/>
            </a:pPr>
            <a:endParaRPr kumimoji="0" lang="en-US" sz="1400" b="0" i="0" u="none" strike="noStrike" kern="0" cap="none" spc="0" normalizeH="0" baseline="0" noProof="0">
              <a:ln>
                <a:noFill/>
              </a:ln>
              <a:solidFill>
                <a:srgbClr val="2968AF">
                  <a:lumMod val="50000"/>
                </a:srgbClr>
              </a:solidFill>
              <a:effectLst/>
              <a:uLnTx/>
              <a:uFillTx/>
              <a:latin typeface="Noto Sans CJK SC Light"/>
            </a:endParaRPr>
          </a:p>
        </p:txBody>
      </p:sp>
      <p:cxnSp>
        <p:nvCxnSpPr>
          <p:cNvPr id="646" name="直线连接符 124">
            <a:extLst>
              <a:ext uri="{FF2B5EF4-FFF2-40B4-BE49-F238E27FC236}">
                <a16:creationId xmlns:a16="http://schemas.microsoft.com/office/drawing/2014/main" id="{2E3CF828-0496-DDC5-4948-F27E40B9BD48}"/>
              </a:ext>
            </a:extLst>
          </p:cNvPr>
          <p:cNvCxnSpPr>
            <a:cxnSpLocks/>
          </p:cNvCxnSpPr>
          <p:nvPr/>
        </p:nvCxnSpPr>
        <p:spPr>
          <a:xfrm>
            <a:off x="9713830" y="3119248"/>
            <a:ext cx="0" cy="311921"/>
          </a:xfrm>
          <a:prstGeom prst="line">
            <a:avLst/>
          </a:prstGeom>
          <a:noFill/>
          <a:ln w="6350" cap="flat" cmpd="sng" algn="ctr">
            <a:solidFill>
              <a:srgbClr val="13D4C8"/>
            </a:solidFill>
            <a:prstDash val="solid"/>
            <a:miter lim="800000"/>
          </a:ln>
          <a:effectLst/>
        </p:spPr>
      </p:cxnSp>
      <p:cxnSp>
        <p:nvCxnSpPr>
          <p:cNvPr id="647" name="直线连接符 127">
            <a:extLst>
              <a:ext uri="{FF2B5EF4-FFF2-40B4-BE49-F238E27FC236}">
                <a16:creationId xmlns:a16="http://schemas.microsoft.com/office/drawing/2014/main" id="{AABA9AD4-8616-14BA-8DC2-631A4CFA1327}"/>
              </a:ext>
            </a:extLst>
          </p:cNvPr>
          <p:cNvCxnSpPr>
            <a:cxnSpLocks/>
          </p:cNvCxnSpPr>
          <p:nvPr/>
        </p:nvCxnSpPr>
        <p:spPr>
          <a:xfrm>
            <a:off x="9765406" y="3116071"/>
            <a:ext cx="0" cy="311921"/>
          </a:xfrm>
          <a:prstGeom prst="line">
            <a:avLst/>
          </a:prstGeom>
          <a:noFill/>
          <a:ln w="6350" cap="flat" cmpd="sng" algn="ctr">
            <a:solidFill>
              <a:srgbClr val="13D4C8"/>
            </a:solidFill>
            <a:prstDash val="solid"/>
            <a:miter lim="800000"/>
          </a:ln>
          <a:effectLst/>
        </p:spPr>
      </p:cxnSp>
      <p:sp>
        <p:nvSpPr>
          <p:cNvPr id="650" name="文本框 658">
            <a:extLst>
              <a:ext uri="{FF2B5EF4-FFF2-40B4-BE49-F238E27FC236}">
                <a16:creationId xmlns:a16="http://schemas.microsoft.com/office/drawing/2014/main" id="{1E982482-18F1-BBAD-DFCC-F20C52EA45E9}"/>
              </a:ext>
            </a:extLst>
          </p:cNvPr>
          <p:cNvSpPr txBox="1"/>
          <p:nvPr/>
        </p:nvSpPr>
        <p:spPr>
          <a:xfrm>
            <a:off x="7905526" y="2892789"/>
            <a:ext cx="1180131" cy="215444"/>
          </a:xfrm>
          <a:prstGeom prst="rect">
            <a:avLst/>
          </a:prstGeom>
          <a:noFill/>
        </p:spPr>
        <p:txBody>
          <a:bodyPr wrap="none" rtlCol="0">
            <a:spAutoFit/>
          </a:bodyPr>
          <a:lstStyle/>
          <a:p>
            <a:pPr defTabSz="685800"/>
            <a:r>
              <a:rPr lang="en-US" altLang="ja-JP" sz="800" dirty="0">
                <a:solidFill>
                  <a:schemeClr val="bg1"/>
                </a:solidFill>
                <a:latin typeface="Noto Sans CJK SC Light"/>
              </a:rPr>
              <a:t>PI Connectors/Adapters</a:t>
            </a:r>
            <a:endParaRPr lang="en-US" altLang="zh-CN" sz="800" dirty="0">
              <a:solidFill>
                <a:schemeClr val="bg1"/>
              </a:solidFill>
              <a:latin typeface="Noto Sans CJK SC Light"/>
            </a:endParaRPr>
          </a:p>
        </p:txBody>
      </p:sp>
      <p:sp>
        <p:nvSpPr>
          <p:cNvPr id="664" name="Rounded Rectangle 25">
            <a:extLst>
              <a:ext uri="{FF2B5EF4-FFF2-40B4-BE49-F238E27FC236}">
                <a16:creationId xmlns:a16="http://schemas.microsoft.com/office/drawing/2014/main" id="{16D8023E-FF9A-B648-7825-AC572FBC12BC}"/>
              </a:ext>
            </a:extLst>
          </p:cNvPr>
          <p:cNvSpPr/>
          <p:nvPr/>
        </p:nvSpPr>
        <p:spPr>
          <a:xfrm>
            <a:off x="9571187" y="3427992"/>
            <a:ext cx="338319" cy="322212"/>
          </a:xfrm>
          <a:custGeom>
            <a:avLst/>
            <a:gdLst/>
            <a:ahLst/>
            <a:cxnLst/>
            <a:rect l="l" t="t" r="r" b="b"/>
            <a:pathLst>
              <a:path w="1123462" h="1123462">
                <a:moveTo>
                  <a:pt x="758801" y="661837"/>
                </a:moveTo>
                <a:cubicBezTo>
                  <a:pt x="749648" y="661762"/>
                  <a:pt x="740466" y="665180"/>
                  <a:pt x="733427" y="672107"/>
                </a:cubicBezTo>
                <a:cubicBezTo>
                  <a:pt x="719346" y="685961"/>
                  <a:pt x="719161" y="708607"/>
                  <a:pt x="733016" y="722687"/>
                </a:cubicBezTo>
                <a:lnTo>
                  <a:pt x="753910" y="743923"/>
                </a:lnTo>
                <a:lnTo>
                  <a:pt x="542733" y="743923"/>
                </a:lnTo>
                <a:cubicBezTo>
                  <a:pt x="532857" y="743923"/>
                  <a:pt x="523914" y="747926"/>
                  <a:pt x="517443" y="754399"/>
                </a:cubicBezTo>
                <a:lnTo>
                  <a:pt x="506967" y="779690"/>
                </a:lnTo>
                <a:lnTo>
                  <a:pt x="517443" y="804981"/>
                </a:lnTo>
                <a:cubicBezTo>
                  <a:pt x="523916" y="811453"/>
                  <a:pt x="532858" y="815458"/>
                  <a:pt x="542734" y="815457"/>
                </a:cubicBezTo>
                <a:lnTo>
                  <a:pt x="753910" y="815457"/>
                </a:lnTo>
                <a:lnTo>
                  <a:pt x="733016" y="836693"/>
                </a:lnTo>
                <a:cubicBezTo>
                  <a:pt x="719162" y="850774"/>
                  <a:pt x="719346" y="873420"/>
                  <a:pt x="733426" y="887274"/>
                </a:cubicBezTo>
                <a:cubicBezTo>
                  <a:pt x="747507" y="901128"/>
                  <a:pt x="770153" y="900944"/>
                  <a:pt x="784007" y="886863"/>
                </a:cubicBezTo>
                <a:lnTo>
                  <a:pt x="864319" y="805239"/>
                </a:lnTo>
                <a:lnTo>
                  <a:pt x="869302" y="797600"/>
                </a:lnTo>
                <a:lnTo>
                  <a:pt x="871992" y="793612"/>
                </a:lnTo>
                <a:lnTo>
                  <a:pt x="872069" y="793358"/>
                </a:lnTo>
                <a:lnTo>
                  <a:pt x="872080" y="793343"/>
                </a:lnTo>
                <a:lnTo>
                  <a:pt x="872088" y="793303"/>
                </a:lnTo>
                <a:lnTo>
                  <a:pt x="874076" y="786899"/>
                </a:lnTo>
                <a:cubicBezTo>
                  <a:pt x="874552" y="784570"/>
                  <a:pt x="874802" y="782160"/>
                  <a:pt x="874802" y="779690"/>
                </a:cubicBezTo>
                <a:cubicBezTo>
                  <a:pt x="874801" y="777222"/>
                  <a:pt x="874552" y="774810"/>
                  <a:pt x="874075" y="772482"/>
                </a:cubicBezTo>
                <a:lnTo>
                  <a:pt x="872087" y="766077"/>
                </a:lnTo>
                <a:lnTo>
                  <a:pt x="872080" y="766038"/>
                </a:lnTo>
                <a:lnTo>
                  <a:pt x="872070" y="766023"/>
                </a:lnTo>
                <a:lnTo>
                  <a:pt x="871992" y="765768"/>
                </a:lnTo>
                <a:lnTo>
                  <a:pt x="869291" y="761764"/>
                </a:lnTo>
                <a:lnTo>
                  <a:pt x="864318" y="754142"/>
                </a:lnTo>
                <a:lnTo>
                  <a:pt x="784006" y="672518"/>
                </a:lnTo>
                <a:cubicBezTo>
                  <a:pt x="777079" y="665477"/>
                  <a:pt x="767954" y="661911"/>
                  <a:pt x="758801" y="661837"/>
                </a:cubicBezTo>
                <a:close/>
                <a:moveTo>
                  <a:pt x="364661" y="558282"/>
                </a:moveTo>
                <a:cubicBezTo>
                  <a:pt x="355509" y="558355"/>
                  <a:pt x="346384" y="561922"/>
                  <a:pt x="339457" y="568962"/>
                </a:cubicBezTo>
                <a:lnTo>
                  <a:pt x="259145" y="650587"/>
                </a:lnTo>
                <a:lnTo>
                  <a:pt x="254172" y="658209"/>
                </a:lnTo>
                <a:lnTo>
                  <a:pt x="251473" y="662213"/>
                </a:lnTo>
                <a:lnTo>
                  <a:pt x="251394" y="662469"/>
                </a:lnTo>
                <a:lnTo>
                  <a:pt x="251384" y="662482"/>
                </a:lnTo>
                <a:lnTo>
                  <a:pt x="251377" y="662522"/>
                </a:lnTo>
                <a:lnTo>
                  <a:pt x="249388" y="668927"/>
                </a:lnTo>
                <a:cubicBezTo>
                  <a:pt x="248912" y="671255"/>
                  <a:pt x="248662" y="673667"/>
                  <a:pt x="248662" y="676135"/>
                </a:cubicBezTo>
                <a:cubicBezTo>
                  <a:pt x="248662" y="678605"/>
                  <a:pt x="248913" y="681015"/>
                  <a:pt x="249389" y="683344"/>
                </a:cubicBezTo>
                <a:lnTo>
                  <a:pt x="251377" y="689748"/>
                </a:lnTo>
                <a:lnTo>
                  <a:pt x="251383" y="689789"/>
                </a:lnTo>
                <a:lnTo>
                  <a:pt x="251393" y="689803"/>
                </a:lnTo>
                <a:lnTo>
                  <a:pt x="251473" y="690057"/>
                </a:lnTo>
                <a:lnTo>
                  <a:pt x="254161" y="694045"/>
                </a:lnTo>
                <a:lnTo>
                  <a:pt x="259145" y="701683"/>
                </a:lnTo>
                <a:lnTo>
                  <a:pt x="339457" y="783309"/>
                </a:lnTo>
                <a:cubicBezTo>
                  <a:pt x="353311" y="797389"/>
                  <a:pt x="375956" y="797573"/>
                  <a:pt x="390037" y="783719"/>
                </a:cubicBezTo>
                <a:cubicBezTo>
                  <a:pt x="404118" y="769864"/>
                  <a:pt x="404302" y="747219"/>
                  <a:pt x="390448" y="733138"/>
                </a:cubicBezTo>
                <a:lnTo>
                  <a:pt x="369553" y="711902"/>
                </a:lnTo>
                <a:lnTo>
                  <a:pt x="580730" y="711901"/>
                </a:lnTo>
                <a:cubicBezTo>
                  <a:pt x="590607" y="711902"/>
                  <a:pt x="599548" y="707899"/>
                  <a:pt x="606020" y="701426"/>
                </a:cubicBezTo>
                <a:lnTo>
                  <a:pt x="616497" y="676135"/>
                </a:lnTo>
                <a:lnTo>
                  <a:pt x="606021" y="650843"/>
                </a:lnTo>
                <a:cubicBezTo>
                  <a:pt x="599549" y="644371"/>
                  <a:pt x="590606" y="640368"/>
                  <a:pt x="580730" y="640368"/>
                </a:cubicBezTo>
                <a:lnTo>
                  <a:pt x="369554" y="640368"/>
                </a:lnTo>
                <a:lnTo>
                  <a:pt x="390448" y="619133"/>
                </a:lnTo>
                <a:cubicBezTo>
                  <a:pt x="404302" y="605052"/>
                  <a:pt x="404118" y="582406"/>
                  <a:pt x="390038" y="568551"/>
                </a:cubicBezTo>
                <a:lnTo>
                  <a:pt x="390038" y="568553"/>
                </a:lnTo>
                <a:cubicBezTo>
                  <a:pt x="382997" y="561625"/>
                  <a:pt x="373815" y="558207"/>
                  <a:pt x="364661" y="558282"/>
                </a:cubicBezTo>
                <a:close/>
                <a:moveTo>
                  <a:pt x="758801" y="329475"/>
                </a:moveTo>
                <a:cubicBezTo>
                  <a:pt x="749649" y="329401"/>
                  <a:pt x="740466" y="332819"/>
                  <a:pt x="733427" y="339746"/>
                </a:cubicBezTo>
                <a:lnTo>
                  <a:pt x="733426" y="339746"/>
                </a:lnTo>
                <a:cubicBezTo>
                  <a:pt x="719345" y="353600"/>
                  <a:pt x="719161" y="376245"/>
                  <a:pt x="733017" y="390327"/>
                </a:cubicBezTo>
                <a:lnTo>
                  <a:pt x="753909" y="411562"/>
                </a:lnTo>
                <a:lnTo>
                  <a:pt x="542733" y="411561"/>
                </a:lnTo>
                <a:cubicBezTo>
                  <a:pt x="532856" y="411562"/>
                  <a:pt x="523915" y="415565"/>
                  <a:pt x="517443" y="422037"/>
                </a:cubicBezTo>
                <a:lnTo>
                  <a:pt x="506967" y="447329"/>
                </a:lnTo>
                <a:lnTo>
                  <a:pt x="517443" y="472620"/>
                </a:lnTo>
                <a:cubicBezTo>
                  <a:pt x="523916" y="479093"/>
                  <a:pt x="532857" y="483097"/>
                  <a:pt x="542734" y="483095"/>
                </a:cubicBezTo>
                <a:lnTo>
                  <a:pt x="753910" y="483096"/>
                </a:lnTo>
                <a:lnTo>
                  <a:pt x="733016" y="504333"/>
                </a:lnTo>
                <a:cubicBezTo>
                  <a:pt x="719162" y="518413"/>
                  <a:pt x="719345" y="541059"/>
                  <a:pt x="733426" y="554913"/>
                </a:cubicBezTo>
                <a:cubicBezTo>
                  <a:pt x="747507" y="568767"/>
                  <a:pt x="770152" y="568583"/>
                  <a:pt x="784007" y="554503"/>
                </a:cubicBezTo>
                <a:lnTo>
                  <a:pt x="864318" y="472878"/>
                </a:lnTo>
                <a:lnTo>
                  <a:pt x="869302" y="465238"/>
                </a:lnTo>
                <a:lnTo>
                  <a:pt x="871991" y="461251"/>
                </a:lnTo>
                <a:lnTo>
                  <a:pt x="872070" y="460997"/>
                </a:lnTo>
                <a:lnTo>
                  <a:pt x="872079" y="460982"/>
                </a:lnTo>
                <a:lnTo>
                  <a:pt x="872087" y="460942"/>
                </a:lnTo>
                <a:lnTo>
                  <a:pt x="874075" y="454537"/>
                </a:lnTo>
                <a:cubicBezTo>
                  <a:pt x="874551" y="452209"/>
                  <a:pt x="874801" y="449799"/>
                  <a:pt x="874801" y="447329"/>
                </a:cubicBezTo>
                <a:cubicBezTo>
                  <a:pt x="874802" y="444860"/>
                  <a:pt x="874552" y="442449"/>
                  <a:pt x="874076" y="440121"/>
                </a:cubicBezTo>
                <a:lnTo>
                  <a:pt x="872087" y="433715"/>
                </a:lnTo>
                <a:lnTo>
                  <a:pt x="872079" y="433677"/>
                </a:lnTo>
                <a:lnTo>
                  <a:pt x="872071" y="433662"/>
                </a:lnTo>
                <a:lnTo>
                  <a:pt x="871991" y="433407"/>
                </a:lnTo>
                <a:lnTo>
                  <a:pt x="869292" y="429403"/>
                </a:lnTo>
                <a:lnTo>
                  <a:pt x="864319" y="421781"/>
                </a:lnTo>
                <a:lnTo>
                  <a:pt x="784007" y="340156"/>
                </a:lnTo>
                <a:cubicBezTo>
                  <a:pt x="777079" y="333117"/>
                  <a:pt x="767954" y="329550"/>
                  <a:pt x="758801" y="329475"/>
                </a:cubicBezTo>
                <a:close/>
                <a:moveTo>
                  <a:pt x="364662" y="225921"/>
                </a:moveTo>
                <a:cubicBezTo>
                  <a:pt x="355509" y="225995"/>
                  <a:pt x="346383" y="229561"/>
                  <a:pt x="339456" y="236601"/>
                </a:cubicBezTo>
                <a:lnTo>
                  <a:pt x="259145" y="318226"/>
                </a:lnTo>
                <a:lnTo>
                  <a:pt x="254173" y="325848"/>
                </a:lnTo>
                <a:lnTo>
                  <a:pt x="251473" y="329852"/>
                </a:lnTo>
                <a:lnTo>
                  <a:pt x="251394" y="330107"/>
                </a:lnTo>
                <a:lnTo>
                  <a:pt x="251384" y="330122"/>
                </a:lnTo>
                <a:lnTo>
                  <a:pt x="251376" y="330161"/>
                </a:lnTo>
                <a:lnTo>
                  <a:pt x="249389" y="336566"/>
                </a:lnTo>
                <a:cubicBezTo>
                  <a:pt x="248912" y="338894"/>
                  <a:pt x="248662" y="341305"/>
                  <a:pt x="248662" y="343774"/>
                </a:cubicBezTo>
                <a:cubicBezTo>
                  <a:pt x="248662" y="346244"/>
                  <a:pt x="248912" y="348654"/>
                  <a:pt x="249389" y="350982"/>
                </a:cubicBezTo>
                <a:lnTo>
                  <a:pt x="251377" y="357387"/>
                </a:lnTo>
                <a:lnTo>
                  <a:pt x="251384" y="357428"/>
                </a:lnTo>
                <a:lnTo>
                  <a:pt x="251393" y="357443"/>
                </a:lnTo>
                <a:lnTo>
                  <a:pt x="251473" y="357696"/>
                </a:lnTo>
                <a:lnTo>
                  <a:pt x="254161" y="361684"/>
                </a:lnTo>
                <a:lnTo>
                  <a:pt x="259145" y="369323"/>
                </a:lnTo>
                <a:lnTo>
                  <a:pt x="339456" y="450948"/>
                </a:lnTo>
                <a:cubicBezTo>
                  <a:pt x="353310" y="465028"/>
                  <a:pt x="375957" y="465212"/>
                  <a:pt x="390037" y="451358"/>
                </a:cubicBezTo>
                <a:cubicBezTo>
                  <a:pt x="404118" y="437503"/>
                  <a:pt x="404302" y="414858"/>
                  <a:pt x="390448" y="400777"/>
                </a:cubicBezTo>
                <a:lnTo>
                  <a:pt x="369553" y="379542"/>
                </a:lnTo>
                <a:lnTo>
                  <a:pt x="580730" y="379541"/>
                </a:lnTo>
                <a:cubicBezTo>
                  <a:pt x="590606" y="379541"/>
                  <a:pt x="599549" y="375538"/>
                  <a:pt x="606021" y="369065"/>
                </a:cubicBezTo>
                <a:lnTo>
                  <a:pt x="616497" y="343774"/>
                </a:lnTo>
                <a:lnTo>
                  <a:pt x="606021" y="318483"/>
                </a:lnTo>
                <a:cubicBezTo>
                  <a:pt x="599549" y="312010"/>
                  <a:pt x="590606" y="308006"/>
                  <a:pt x="580730" y="308006"/>
                </a:cubicBezTo>
                <a:lnTo>
                  <a:pt x="369553" y="308007"/>
                </a:lnTo>
                <a:lnTo>
                  <a:pt x="390447" y="286772"/>
                </a:lnTo>
                <a:cubicBezTo>
                  <a:pt x="404302" y="272691"/>
                  <a:pt x="404118" y="250045"/>
                  <a:pt x="390038" y="236191"/>
                </a:cubicBezTo>
                <a:cubicBezTo>
                  <a:pt x="382997" y="229264"/>
                  <a:pt x="373816" y="225846"/>
                  <a:pt x="364662" y="225921"/>
                </a:cubicBezTo>
                <a:close/>
                <a:moveTo>
                  <a:pt x="99325" y="0"/>
                </a:moveTo>
                <a:lnTo>
                  <a:pt x="1024137" y="0"/>
                </a:lnTo>
                <a:cubicBezTo>
                  <a:pt x="1078993" y="0"/>
                  <a:pt x="1123462" y="44469"/>
                  <a:pt x="1123462" y="99325"/>
                </a:cubicBezTo>
                <a:lnTo>
                  <a:pt x="1123462" y="1024137"/>
                </a:lnTo>
                <a:cubicBezTo>
                  <a:pt x="1123462" y="1078993"/>
                  <a:pt x="1078993" y="1123462"/>
                  <a:pt x="1024137" y="1123462"/>
                </a:cubicBezTo>
                <a:lnTo>
                  <a:pt x="99325" y="1123462"/>
                </a:lnTo>
                <a:cubicBezTo>
                  <a:pt x="44469" y="1123462"/>
                  <a:pt x="0" y="1078993"/>
                  <a:pt x="0" y="1024137"/>
                </a:cubicBezTo>
                <a:lnTo>
                  <a:pt x="0" y="99325"/>
                </a:lnTo>
                <a:cubicBezTo>
                  <a:pt x="0" y="44469"/>
                  <a:pt x="44469" y="0"/>
                  <a:pt x="99325" y="0"/>
                </a:cubicBezTo>
                <a:close/>
              </a:path>
            </a:pathLst>
          </a:custGeom>
          <a:solidFill>
            <a:srgbClr val="00BCEB"/>
          </a:solidFill>
          <a:ln w="25400" cap="flat" cmpd="sng" algn="ctr">
            <a:noFill/>
            <a:prstDash val="solid"/>
          </a:ln>
          <a:effectLst/>
        </p:spPr>
        <p:txBody>
          <a:bodyPr rtlCol="0" anchor="ctr"/>
          <a:lstStyle/>
          <a:p>
            <a:pPr algn="ctr" defTabSz="342512" fontAlgn="base">
              <a:spcBef>
                <a:spcPct val="0"/>
              </a:spcBef>
              <a:spcAft>
                <a:spcPct val="0"/>
              </a:spcAft>
              <a:defRPr/>
            </a:pPr>
            <a:endParaRPr kumimoji="0" lang="en-US" sz="1400" kern="0">
              <a:solidFill>
                <a:srgbClr val="2968AF">
                  <a:lumMod val="50000"/>
                </a:srgbClr>
              </a:solidFill>
              <a:latin typeface="Noto Sans CJK SC Light"/>
            </a:endParaRPr>
          </a:p>
        </p:txBody>
      </p:sp>
      <p:sp>
        <p:nvSpPr>
          <p:cNvPr id="665" name="Rounded Rectangle 25">
            <a:extLst>
              <a:ext uri="{FF2B5EF4-FFF2-40B4-BE49-F238E27FC236}">
                <a16:creationId xmlns:a16="http://schemas.microsoft.com/office/drawing/2014/main" id="{AB6C1604-8995-25E1-4762-9EB0CA305529}"/>
              </a:ext>
            </a:extLst>
          </p:cNvPr>
          <p:cNvSpPr/>
          <p:nvPr/>
        </p:nvSpPr>
        <p:spPr>
          <a:xfrm>
            <a:off x="9704844" y="3555286"/>
            <a:ext cx="338319" cy="322212"/>
          </a:xfrm>
          <a:custGeom>
            <a:avLst/>
            <a:gdLst/>
            <a:ahLst/>
            <a:cxnLst/>
            <a:rect l="l" t="t" r="r" b="b"/>
            <a:pathLst>
              <a:path w="1123462" h="1123462">
                <a:moveTo>
                  <a:pt x="758801" y="661837"/>
                </a:moveTo>
                <a:cubicBezTo>
                  <a:pt x="749648" y="661762"/>
                  <a:pt x="740466" y="665180"/>
                  <a:pt x="733427" y="672107"/>
                </a:cubicBezTo>
                <a:cubicBezTo>
                  <a:pt x="719346" y="685961"/>
                  <a:pt x="719161" y="708607"/>
                  <a:pt x="733016" y="722687"/>
                </a:cubicBezTo>
                <a:lnTo>
                  <a:pt x="753910" y="743923"/>
                </a:lnTo>
                <a:lnTo>
                  <a:pt x="542733" y="743923"/>
                </a:lnTo>
                <a:cubicBezTo>
                  <a:pt x="532857" y="743923"/>
                  <a:pt x="523914" y="747926"/>
                  <a:pt x="517443" y="754399"/>
                </a:cubicBezTo>
                <a:lnTo>
                  <a:pt x="506967" y="779690"/>
                </a:lnTo>
                <a:lnTo>
                  <a:pt x="517443" y="804981"/>
                </a:lnTo>
                <a:cubicBezTo>
                  <a:pt x="523916" y="811453"/>
                  <a:pt x="532858" y="815458"/>
                  <a:pt x="542734" y="815457"/>
                </a:cubicBezTo>
                <a:lnTo>
                  <a:pt x="753910" y="815457"/>
                </a:lnTo>
                <a:lnTo>
                  <a:pt x="733016" y="836693"/>
                </a:lnTo>
                <a:cubicBezTo>
                  <a:pt x="719162" y="850774"/>
                  <a:pt x="719346" y="873420"/>
                  <a:pt x="733426" y="887274"/>
                </a:cubicBezTo>
                <a:cubicBezTo>
                  <a:pt x="747507" y="901128"/>
                  <a:pt x="770153" y="900944"/>
                  <a:pt x="784007" y="886863"/>
                </a:cubicBezTo>
                <a:lnTo>
                  <a:pt x="864319" y="805239"/>
                </a:lnTo>
                <a:lnTo>
                  <a:pt x="869302" y="797600"/>
                </a:lnTo>
                <a:lnTo>
                  <a:pt x="871992" y="793612"/>
                </a:lnTo>
                <a:lnTo>
                  <a:pt x="872069" y="793358"/>
                </a:lnTo>
                <a:lnTo>
                  <a:pt x="872080" y="793343"/>
                </a:lnTo>
                <a:lnTo>
                  <a:pt x="872088" y="793303"/>
                </a:lnTo>
                <a:lnTo>
                  <a:pt x="874076" y="786899"/>
                </a:lnTo>
                <a:cubicBezTo>
                  <a:pt x="874552" y="784570"/>
                  <a:pt x="874802" y="782160"/>
                  <a:pt x="874802" y="779690"/>
                </a:cubicBezTo>
                <a:cubicBezTo>
                  <a:pt x="874801" y="777222"/>
                  <a:pt x="874552" y="774810"/>
                  <a:pt x="874075" y="772482"/>
                </a:cubicBezTo>
                <a:lnTo>
                  <a:pt x="872087" y="766077"/>
                </a:lnTo>
                <a:lnTo>
                  <a:pt x="872080" y="766038"/>
                </a:lnTo>
                <a:lnTo>
                  <a:pt x="872070" y="766023"/>
                </a:lnTo>
                <a:lnTo>
                  <a:pt x="871992" y="765768"/>
                </a:lnTo>
                <a:lnTo>
                  <a:pt x="869291" y="761764"/>
                </a:lnTo>
                <a:lnTo>
                  <a:pt x="864318" y="754142"/>
                </a:lnTo>
                <a:lnTo>
                  <a:pt x="784006" y="672518"/>
                </a:lnTo>
                <a:cubicBezTo>
                  <a:pt x="777079" y="665477"/>
                  <a:pt x="767954" y="661911"/>
                  <a:pt x="758801" y="661837"/>
                </a:cubicBezTo>
                <a:close/>
                <a:moveTo>
                  <a:pt x="364661" y="558282"/>
                </a:moveTo>
                <a:cubicBezTo>
                  <a:pt x="355509" y="558355"/>
                  <a:pt x="346384" y="561922"/>
                  <a:pt x="339457" y="568962"/>
                </a:cubicBezTo>
                <a:lnTo>
                  <a:pt x="259145" y="650587"/>
                </a:lnTo>
                <a:lnTo>
                  <a:pt x="254172" y="658209"/>
                </a:lnTo>
                <a:lnTo>
                  <a:pt x="251473" y="662213"/>
                </a:lnTo>
                <a:lnTo>
                  <a:pt x="251394" y="662469"/>
                </a:lnTo>
                <a:lnTo>
                  <a:pt x="251384" y="662482"/>
                </a:lnTo>
                <a:lnTo>
                  <a:pt x="251377" y="662522"/>
                </a:lnTo>
                <a:lnTo>
                  <a:pt x="249388" y="668927"/>
                </a:lnTo>
                <a:cubicBezTo>
                  <a:pt x="248912" y="671255"/>
                  <a:pt x="248662" y="673667"/>
                  <a:pt x="248662" y="676135"/>
                </a:cubicBezTo>
                <a:cubicBezTo>
                  <a:pt x="248662" y="678605"/>
                  <a:pt x="248913" y="681015"/>
                  <a:pt x="249389" y="683344"/>
                </a:cubicBezTo>
                <a:lnTo>
                  <a:pt x="251377" y="689748"/>
                </a:lnTo>
                <a:lnTo>
                  <a:pt x="251383" y="689789"/>
                </a:lnTo>
                <a:lnTo>
                  <a:pt x="251393" y="689803"/>
                </a:lnTo>
                <a:lnTo>
                  <a:pt x="251473" y="690057"/>
                </a:lnTo>
                <a:lnTo>
                  <a:pt x="254161" y="694045"/>
                </a:lnTo>
                <a:lnTo>
                  <a:pt x="259145" y="701683"/>
                </a:lnTo>
                <a:lnTo>
                  <a:pt x="339457" y="783309"/>
                </a:lnTo>
                <a:cubicBezTo>
                  <a:pt x="353311" y="797389"/>
                  <a:pt x="375956" y="797573"/>
                  <a:pt x="390037" y="783719"/>
                </a:cubicBezTo>
                <a:cubicBezTo>
                  <a:pt x="404118" y="769864"/>
                  <a:pt x="404302" y="747219"/>
                  <a:pt x="390448" y="733138"/>
                </a:cubicBezTo>
                <a:lnTo>
                  <a:pt x="369553" y="711902"/>
                </a:lnTo>
                <a:lnTo>
                  <a:pt x="580730" y="711901"/>
                </a:lnTo>
                <a:cubicBezTo>
                  <a:pt x="590607" y="711902"/>
                  <a:pt x="599548" y="707899"/>
                  <a:pt x="606020" y="701426"/>
                </a:cubicBezTo>
                <a:lnTo>
                  <a:pt x="616497" y="676135"/>
                </a:lnTo>
                <a:lnTo>
                  <a:pt x="606021" y="650843"/>
                </a:lnTo>
                <a:cubicBezTo>
                  <a:pt x="599549" y="644371"/>
                  <a:pt x="590606" y="640368"/>
                  <a:pt x="580730" y="640368"/>
                </a:cubicBezTo>
                <a:lnTo>
                  <a:pt x="369554" y="640368"/>
                </a:lnTo>
                <a:lnTo>
                  <a:pt x="390448" y="619133"/>
                </a:lnTo>
                <a:cubicBezTo>
                  <a:pt x="404302" y="605052"/>
                  <a:pt x="404118" y="582406"/>
                  <a:pt x="390038" y="568551"/>
                </a:cubicBezTo>
                <a:lnTo>
                  <a:pt x="390038" y="568553"/>
                </a:lnTo>
                <a:cubicBezTo>
                  <a:pt x="382997" y="561625"/>
                  <a:pt x="373815" y="558207"/>
                  <a:pt x="364661" y="558282"/>
                </a:cubicBezTo>
                <a:close/>
                <a:moveTo>
                  <a:pt x="758801" y="329475"/>
                </a:moveTo>
                <a:cubicBezTo>
                  <a:pt x="749649" y="329401"/>
                  <a:pt x="740466" y="332819"/>
                  <a:pt x="733427" y="339746"/>
                </a:cubicBezTo>
                <a:lnTo>
                  <a:pt x="733426" y="339746"/>
                </a:lnTo>
                <a:cubicBezTo>
                  <a:pt x="719345" y="353600"/>
                  <a:pt x="719161" y="376245"/>
                  <a:pt x="733017" y="390327"/>
                </a:cubicBezTo>
                <a:lnTo>
                  <a:pt x="753909" y="411562"/>
                </a:lnTo>
                <a:lnTo>
                  <a:pt x="542733" y="411561"/>
                </a:lnTo>
                <a:cubicBezTo>
                  <a:pt x="532856" y="411562"/>
                  <a:pt x="523915" y="415565"/>
                  <a:pt x="517443" y="422037"/>
                </a:cubicBezTo>
                <a:lnTo>
                  <a:pt x="506967" y="447329"/>
                </a:lnTo>
                <a:lnTo>
                  <a:pt x="517443" y="472620"/>
                </a:lnTo>
                <a:cubicBezTo>
                  <a:pt x="523916" y="479093"/>
                  <a:pt x="532857" y="483097"/>
                  <a:pt x="542734" y="483095"/>
                </a:cubicBezTo>
                <a:lnTo>
                  <a:pt x="753910" y="483096"/>
                </a:lnTo>
                <a:lnTo>
                  <a:pt x="733016" y="504333"/>
                </a:lnTo>
                <a:cubicBezTo>
                  <a:pt x="719162" y="518413"/>
                  <a:pt x="719345" y="541059"/>
                  <a:pt x="733426" y="554913"/>
                </a:cubicBezTo>
                <a:cubicBezTo>
                  <a:pt x="747507" y="568767"/>
                  <a:pt x="770152" y="568583"/>
                  <a:pt x="784007" y="554503"/>
                </a:cubicBezTo>
                <a:lnTo>
                  <a:pt x="864318" y="472878"/>
                </a:lnTo>
                <a:lnTo>
                  <a:pt x="869302" y="465238"/>
                </a:lnTo>
                <a:lnTo>
                  <a:pt x="871991" y="461251"/>
                </a:lnTo>
                <a:lnTo>
                  <a:pt x="872070" y="460997"/>
                </a:lnTo>
                <a:lnTo>
                  <a:pt x="872079" y="460982"/>
                </a:lnTo>
                <a:lnTo>
                  <a:pt x="872087" y="460942"/>
                </a:lnTo>
                <a:lnTo>
                  <a:pt x="874075" y="454537"/>
                </a:lnTo>
                <a:cubicBezTo>
                  <a:pt x="874551" y="452209"/>
                  <a:pt x="874801" y="449799"/>
                  <a:pt x="874801" y="447329"/>
                </a:cubicBezTo>
                <a:cubicBezTo>
                  <a:pt x="874802" y="444860"/>
                  <a:pt x="874552" y="442449"/>
                  <a:pt x="874076" y="440121"/>
                </a:cubicBezTo>
                <a:lnTo>
                  <a:pt x="872087" y="433715"/>
                </a:lnTo>
                <a:lnTo>
                  <a:pt x="872079" y="433677"/>
                </a:lnTo>
                <a:lnTo>
                  <a:pt x="872071" y="433662"/>
                </a:lnTo>
                <a:lnTo>
                  <a:pt x="871991" y="433407"/>
                </a:lnTo>
                <a:lnTo>
                  <a:pt x="869292" y="429403"/>
                </a:lnTo>
                <a:lnTo>
                  <a:pt x="864319" y="421781"/>
                </a:lnTo>
                <a:lnTo>
                  <a:pt x="784007" y="340156"/>
                </a:lnTo>
                <a:cubicBezTo>
                  <a:pt x="777079" y="333117"/>
                  <a:pt x="767954" y="329550"/>
                  <a:pt x="758801" y="329475"/>
                </a:cubicBezTo>
                <a:close/>
                <a:moveTo>
                  <a:pt x="364662" y="225921"/>
                </a:moveTo>
                <a:cubicBezTo>
                  <a:pt x="355509" y="225995"/>
                  <a:pt x="346383" y="229561"/>
                  <a:pt x="339456" y="236601"/>
                </a:cubicBezTo>
                <a:lnTo>
                  <a:pt x="259145" y="318226"/>
                </a:lnTo>
                <a:lnTo>
                  <a:pt x="254173" y="325848"/>
                </a:lnTo>
                <a:lnTo>
                  <a:pt x="251473" y="329852"/>
                </a:lnTo>
                <a:lnTo>
                  <a:pt x="251394" y="330107"/>
                </a:lnTo>
                <a:lnTo>
                  <a:pt x="251384" y="330122"/>
                </a:lnTo>
                <a:lnTo>
                  <a:pt x="251376" y="330161"/>
                </a:lnTo>
                <a:lnTo>
                  <a:pt x="249389" y="336566"/>
                </a:lnTo>
                <a:cubicBezTo>
                  <a:pt x="248912" y="338894"/>
                  <a:pt x="248662" y="341305"/>
                  <a:pt x="248662" y="343774"/>
                </a:cubicBezTo>
                <a:cubicBezTo>
                  <a:pt x="248662" y="346244"/>
                  <a:pt x="248912" y="348654"/>
                  <a:pt x="249389" y="350982"/>
                </a:cubicBezTo>
                <a:lnTo>
                  <a:pt x="251377" y="357387"/>
                </a:lnTo>
                <a:lnTo>
                  <a:pt x="251384" y="357428"/>
                </a:lnTo>
                <a:lnTo>
                  <a:pt x="251393" y="357443"/>
                </a:lnTo>
                <a:lnTo>
                  <a:pt x="251473" y="357696"/>
                </a:lnTo>
                <a:lnTo>
                  <a:pt x="254161" y="361684"/>
                </a:lnTo>
                <a:lnTo>
                  <a:pt x="259145" y="369323"/>
                </a:lnTo>
                <a:lnTo>
                  <a:pt x="339456" y="450948"/>
                </a:lnTo>
                <a:cubicBezTo>
                  <a:pt x="353310" y="465028"/>
                  <a:pt x="375957" y="465212"/>
                  <a:pt x="390037" y="451358"/>
                </a:cubicBezTo>
                <a:cubicBezTo>
                  <a:pt x="404118" y="437503"/>
                  <a:pt x="404302" y="414858"/>
                  <a:pt x="390448" y="400777"/>
                </a:cubicBezTo>
                <a:lnTo>
                  <a:pt x="369553" y="379542"/>
                </a:lnTo>
                <a:lnTo>
                  <a:pt x="580730" y="379541"/>
                </a:lnTo>
                <a:cubicBezTo>
                  <a:pt x="590606" y="379541"/>
                  <a:pt x="599549" y="375538"/>
                  <a:pt x="606021" y="369065"/>
                </a:cubicBezTo>
                <a:lnTo>
                  <a:pt x="616497" y="343774"/>
                </a:lnTo>
                <a:lnTo>
                  <a:pt x="606021" y="318483"/>
                </a:lnTo>
                <a:cubicBezTo>
                  <a:pt x="599549" y="312010"/>
                  <a:pt x="590606" y="308006"/>
                  <a:pt x="580730" y="308006"/>
                </a:cubicBezTo>
                <a:lnTo>
                  <a:pt x="369553" y="308007"/>
                </a:lnTo>
                <a:lnTo>
                  <a:pt x="390447" y="286772"/>
                </a:lnTo>
                <a:cubicBezTo>
                  <a:pt x="404302" y="272691"/>
                  <a:pt x="404118" y="250045"/>
                  <a:pt x="390038" y="236191"/>
                </a:cubicBezTo>
                <a:cubicBezTo>
                  <a:pt x="382997" y="229264"/>
                  <a:pt x="373816" y="225846"/>
                  <a:pt x="364662" y="225921"/>
                </a:cubicBezTo>
                <a:close/>
                <a:moveTo>
                  <a:pt x="99325" y="0"/>
                </a:moveTo>
                <a:lnTo>
                  <a:pt x="1024137" y="0"/>
                </a:lnTo>
                <a:cubicBezTo>
                  <a:pt x="1078993" y="0"/>
                  <a:pt x="1123462" y="44469"/>
                  <a:pt x="1123462" y="99325"/>
                </a:cubicBezTo>
                <a:lnTo>
                  <a:pt x="1123462" y="1024137"/>
                </a:lnTo>
                <a:cubicBezTo>
                  <a:pt x="1123462" y="1078993"/>
                  <a:pt x="1078993" y="1123462"/>
                  <a:pt x="1024137" y="1123462"/>
                </a:cubicBezTo>
                <a:lnTo>
                  <a:pt x="99325" y="1123462"/>
                </a:lnTo>
                <a:cubicBezTo>
                  <a:pt x="44469" y="1123462"/>
                  <a:pt x="0" y="1078993"/>
                  <a:pt x="0" y="1024137"/>
                </a:cubicBezTo>
                <a:lnTo>
                  <a:pt x="0" y="99325"/>
                </a:lnTo>
                <a:cubicBezTo>
                  <a:pt x="0" y="44469"/>
                  <a:pt x="44469" y="0"/>
                  <a:pt x="99325" y="0"/>
                </a:cubicBezTo>
                <a:close/>
              </a:path>
            </a:pathLst>
          </a:custGeom>
          <a:solidFill>
            <a:srgbClr val="00BCEB"/>
          </a:solidFill>
          <a:ln w="25400" cap="flat" cmpd="sng" algn="ctr">
            <a:noFill/>
            <a:prstDash val="solid"/>
          </a:ln>
          <a:effectLst/>
        </p:spPr>
        <p:txBody>
          <a:bodyPr rtlCol="0" anchor="ctr"/>
          <a:lstStyle/>
          <a:p>
            <a:pPr algn="ctr" defTabSz="342512" fontAlgn="base">
              <a:spcBef>
                <a:spcPct val="0"/>
              </a:spcBef>
              <a:spcAft>
                <a:spcPct val="0"/>
              </a:spcAft>
              <a:defRPr/>
            </a:pPr>
            <a:endParaRPr kumimoji="0" lang="en-US" sz="1400" kern="0">
              <a:solidFill>
                <a:srgbClr val="2968AF">
                  <a:lumMod val="50000"/>
                </a:srgbClr>
              </a:solidFill>
              <a:latin typeface="Noto Sans CJK SC Light"/>
            </a:endParaRPr>
          </a:p>
        </p:txBody>
      </p:sp>
      <p:sp>
        <p:nvSpPr>
          <p:cNvPr id="4" name="圆角矩形 337">
            <a:extLst>
              <a:ext uri="{FF2B5EF4-FFF2-40B4-BE49-F238E27FC236}">
                <a16:creationId xmlns:a16="http://schemas.microsoft.com/office/drawing/2014/main" id="{3B740A5B-69AB-1EEC-4F72-33A387B8A1DB}"/>
              </a:ext>
            </a:extLst>
          </p:cNvPr>
          <p:cNvSpPr/>
          <p:nvPr/>
        </p:nvSpPr>
        <p:spPr>
          <a:xfrm>
            <a:off x="1799699" y="1060428"/>
            <a:ext cx="9277492" cy="1449411"/>
          </a:xfrm>
          <a:prstGeom prst="roundRect">
            <a:avLst>
              <a:gd name="adj" fmla="val 9595"/>
            </a:avLst>
          </a:prstGeom>
          <a:solidFill>
            <a:schemeClr val="bg2">
              <a:lumMod val="75000"/>
            </a:schemeClr>
          </a:solidFill>
          <a:ln w="12700" cap="flat" cmpd="sng" algn="ctr">
            <a:noFill/>
            <a:prstDash val="solid"/>
            <a:miter lim="800000"/>
          </a:ln>
          <a:effectLst/>
        </p:spPr>
        <p:txBody>
          <a:bodyPr rtlCol="0" anchor="t"/>
          <a:lstStyle/>
          <a:p>
            <a:pPr marL="0" marR="0" lvl="0" indent="0" algn="r" defTabSz="685800" eaLnBrk="1" fontAlgn="auto" latinLnBrk="0" hangingPunct="1">
              <a:lnSpc>
                <a:spcPct val="100000"/>
              </a:lnSpc>
              <a:spcBef>
                <a:spcPts val="0"/>
              </a:spcBef>
              <a:spcAft>
                <a:spcPts val="0"/>
              </a:spcAft>
              <a:buClrTx/>
              <a:buSzTx/>
              <a:buFontTx/>
              <a:buNone/>
              <a:tabLst/>
              <a:defRPr/>
            </a:pPr>
            <a:endParaRPr kumimoji="0" lang="en-US" altLang="zh-CN" sz="800" b="1" i="0" u="none" strike="noStrike" kern="0" cap="none" spc="0" normalizeH="0" baseline="0" noProof="0" dirty="0">
              <a:ln>
                <a:noFill/>
              </a:ln>
              <a:solidFill>
                <a:srgbClr val="FFFFFF">
                  <a:lumMod val="95000"/>
                </a:srgbClr>
              </a:solidFill>
              <a:effectLst/>
              <a:uLnTx/>
              <a:uFillTx/>
              <a:latin typeface="Noto Sans CJK SC Light"/>
              <a:cs typeface="+mn-cs"/>
            </a:endParaRPr>
          </a:p>
        </p:txBody>
      </p:sp>
      <p:cxnSp>
        <p:nvCxnSpPr>
          <p:cNvPr id="532" name="直线连接符 281">
            <a:extLst>
              <a:ext uri="{FF2B5EF4-FFF2-40B4-BE49-F238E27FC236}">
                <a16:creationId xmlns:a16="http://schemas.microsoft.com/office/drawing/2014/main" id="{9397E491-C4C7-7A7E-E05C-CA9AA24805E0}"/>
              </a:ext>
            </a:extLst>
          </p:cNvPr>
          <p:cNvCxnSpPr>
            <a:cxnSpLocks/>
          </p:cNvCxnSpPr>
          <p:nvPr/>
        </p:nvCxnSpPr>
        <p:spPr>
          <a:xfrm flipH="1">
            <a:off x="5484686" y="1286030"/>
            <a:ext cx="3600000" cy="0"/>
          </a:xfrm>
          <a:prstGeom prst="line">
            <a:avLst/>
          </a:prstGeom>
          <a:noFill/>
          <a:ln w="9525" cap="flat" cmpd="dbl" algn="ctr">
            <a:solidFill>
              <a:srgbClr val="2FD3CA"/>
            </a:solidFill>
            <a:prstDash val="solid"/>
            <a:miter lim="800000"/>
          </a:ln>
          <a:effectLst/>
        </p:spPr>
      </p:cxnSp>
      <p:sp>
        <p:nvSpPr>
          <p:cNvPr id="2" name="タイトル 1">
            <a:extLst>
              <a:ext uri="{FF2B5EF4-FFF2-40B4-BE49-F238E27FC236}">
                <a16:creationId xmlns:a16="http://schemas.microsoft.com/office/drawing/2014/main" id="{96B32E21-01D5-BE3C-623F-1B197F18D099}"/>
              </a:ext>
            </a:extLst>
          </p:cNvPr>
          <p:cNvSpPr>
            <a:spLocks noGrp="1"/>
          </p:cNvSpPr>
          <p:nvPr>
            <p:ph type="title"/>
          </p:nvPr>
        </p:nvSpPr>
        <p:spPr>
          <a:xfrm>
            <a:off x="432888" y="38338"/>
            <a:ext cx="11493500" cy="626683"/>
          </a:xfrm>
        </p:spPr>
        <p:txBody>
          <a:bodyPr/>
          <a:lstStyle/>
          <a:p>
            <a:r>
              <a:rPr lang="ja-JP" altLang="en-US" dirty="0"/>
              <a:t>ネットワーク・制御システム・保守維持システムの確認</a:t>
            </a:r>
            <a:br>
              <a:rPr lang="en-US" altLang="ja-JP" dirty="0"/>
            </a:br>
            <a:r>
              <a:rPr lang="en-US" altLang="ja-JP" dirty="0"/>
              <a:t>Confirm the status</a:t>
            </a:r>
            <a:endParaRPr lang="ja-JP" altLang="en-US" dirty="0"/>
          </a:p>
        </p:txBody>
      </p:sp>
      <p:sp>
        <p:nvSpPr>
          <p:cNvPr id="3" name="圆角矩形 384">
            <a:extLst>
              <a:ext uri="{FF2B5EF4-FFF2-40B4-BE49-F238E27FC236}">
                <a16:creationId xmlns:a16="http://schemas.microsoft.com/office/drawing/2014/main" id="{76A2EED3-08CC-E71A-0800-85F6CB6EF850}"/>
              </a:ext>
            </a:extLst>
          </p:cNvPr>
          <p:cNvSpPr/>
          <p:nvPr/>
        </p:nvSpPr>
        <p:spPr>
          <a:xfrm>
            <a:off x="1819561" y="2629679"/>
            <a:ext cx="4320619" cy="1354580"/>
          </a:xfrm>
          <a:prstGeom prst="roundRect">
            <a:avLst>
              <a:gd name="adj" fmla="val 9595"/>
            </a:avLst>
          </a:prstGeom>
          <a:solidFill>
            <a:schemeClr val="accent2">
              <a:lumMod val="75000"/>
            </a:schemeClr>
          </a:solidFill>
          <a:ln w="12700" cap="flat" cmpd="sng" algn="ctr">
            <a:noFill/>
            <a:prstDash val="solid"/>
            <a:miter lim="800000"/>
          </a:ln>
          <a:effectLst/>
        </p:spPr>
        <p:txBody>
          <a:bodyPr rtlCol="0" anchor="t"/>
          <a:lstStyle/>
          <a:p>
            <a:pPr marL="0" marR="0" lvl="0" indent="0" defTabSz="685800" eaLnBrk="1" fontAlgn="auto" latinLnBrk="0" hangingPunct="1">
              <a:lnSpc>
                <a:spcPct val="100000"/>
              </a:lnSpc>
              <a:spcBef>
                <a:spcPts val="0"/>
              </a:spcBef>
              <a:spcAft>
                <a:spcPts val="0"/>
              </a:spcAft>
              <a:buClrTx/>
              <a:buSzTx/>
              <a:buFontTx/>
              <a:buNone/>
              <a:tabLst/>
              <a:defRPr/>
            </a:pPr>
            <a:endParaRPr kumimoji="0" lang="en-US" altLang="zh-CN" sz="1000" b="0" i="0" u="none" strike="noStrike" kern="0" cap="none" spc="0" normalizeH="0" baseline="0" noProof="0" dirty="0">
              <a:ln>
                <a:noFill/>
              </a:ln>
              <a:solidFill>
                <a:schemeClr val="bg1"/>
              </a:solidFill>
              <a:effectLst/>
              <a:uLnTx/>
              <a:uFillTx/>
              <a:latin typeface="Noto Sans CJK SC Light"/>
              <a:cs typeface="+mn-cs"/>
            </a:endParaRPr>
          </a:p>
        </p:txBody>
      </p:sp>
      <p:sp>
        <p:nvSpPr>
          <p:cNvPr id="5" name="圆角矩形 335">
            <a:extLst>
              <a:ext uri="{FF2B5EF4-FFF2-40B4-BE49-F238E27FC236}">
                <a16:creationId xmlns:a16="http://schemas.microsoft.com/office/drawing/2014/main" id="{63B2EEEB-C00A-B079-D9BB-A6F9C4C6B28A}"/>
              </a:ext>
            </a:extLst>
          </p:cNvPr>
          <p:cNvSpPr/>
          <p:nvPr/>
        </p:nvSpPr>
        <p:spPr>
          <a:xfrm>
            <a:off x="1799698" y="4234339"/>
            <a:ext cx="4340482" cy="2193307"/>
          </a:xfrm>
          <a:prstGeom prst="roundRect">
            <a:avLst>
              <a:gd name="adj" fmla="val 9595"/>
            </a:avLst>
          </a:prstGeom>
          <a:solidFill>
            <a:srgbClr val="13D4C8">
              <a:lumMod val="50000"/>
            </a:srgbClr>
          </a:solidFill>
          <a:ln w="12700" cap="flat" cmpd="sng" algn="ctr">
            <a:noFill/>
            <a:prstDash val="solid"/>
            <a:miter lim="800000"/>
          </a:ln>
          <a:effectLst/>
        </p:spPr>
        <p:txBody>
          <a:bodyPr rtlCol="0" anchor="t"/>
          <a:lstStyle/>
          <a:p>
            <a:pPr marL="0" marR="0" lvl="0" indent="0" defTabSz="685800" eaLnBrk="1" fontAlgn="auto" latinLnBrk="0" hangingPunct="1">
              <a:lnSpc>
                <a:spcPct val="100000"/>
              </a:lnSpc>
              <a:spcBef>
                <a:spcPts val="0"/>
              </a:spcBef>
              <a:spcAft>
                <a:spcPts val="0"/>
              </a:spcAft>
              <a:buClrTx/>
              <a:buSzTx/>
              <a:buFontTx/>
              <a:buNone/>
              <a:tabLst/>
              <a:defRPr/>
            </a:pPr>
            <a:endParaRPr kumimoji="0" lang="en-US" altLang="zh-CN" sz="1000" b="1" i="0" u="none" strike="noStrike" kern="0" cap="none" spc="0" normalizeH="0" baseline="0" noProof="0" dirty="0">
              <a:ln>
                <a:noFill/>
              </a:ln>
              <a:solidFill>
                <a:srgbClr val="FFFFFF"/>
              </a:solidFill>
              <a:effectLst/>
              <a:uLnTx/>
              <a:uFillTx/>
              <a:latin typeface="Noto Sans CJK SC Light"/>
              <a:cs typeface="+mn-cs"/>
            </a:endParaRPr>
          </a:p>
        </p:txBody>
      </p:sp>
      <p:sp>
        <p:nvSpPr>
          <p:cNvPr id="7" name="圆角矩形 274">
            <a:extLst>
              <a:ext uri="{FF2B5EF4-FFF2-40B4-BE49-F238E27FC236}">
                <a16:creationId xmlns:a16="http://schemas.microsoft.com/office/drawing/2014/main" id="{3B62A3BC-2937-DED8-F024-26634BBEEF29}"/>
              </a:ext>
            </a:extLst>
          </p:cNvPr>
          <p:cNvSpPr/>
          <p:nvPr/>
        </p:nvSpPr>
        <p:spPr>
          <a:xfrm>
            <a:off x="4054207" y="1069829"/>
            <a:ext cx="526260" cy="1395271"/>
          </a:xfrm>
          <a:prstGeom prst="roundRect">
            <a:avLst/>
          </a:prstGeom>
          <a:solidFill>
            <a:srgbClr val="70AD47">
              <a:lumMod val="20000"/>
              <a:lumOff val="80000"/>
            </a:srgbClr>
          </a:solidFill>
          <a:ln w="12700" cap="flat" cmpd="sng" algn="ctr">
            <a:noFill/>
            <a:prstDash val="solid"/>
            <a:miter lim="800000"/>
          </a:ln>
          <a:effectLst/>
        </p:spPr>
        <p:txBody>
          <a:bodyPr rtlCol="0" anchor="t"/>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altLang="zh-CN" sz="800" b="0" i="0" u="none" strike="noStrike" kern="0" cap="none" spc="0" normalizeH="0" baseline="0" noProof="0" dirty="0">
                <a:ln>
                  <a:noFill/>
                </a:ln>
                <a:solidFill>
                  <a:srgbClr val="002060"/>
                </a:solidFill>
                <a:effectLst/>
                <a:uLnTx/>
                <a:uFillTx/>
                <a:latin typeface="Noto Sans CJK SC Light"/>
                <a:cs typeface="+mn-cs"/>
              </a:rPr>
              <a:t>Inner</a:t>
            </a:r>
          </a:p>
          <a:p>
            <a:pPr marL="0" marR="0" lvl="0" indent="0" algn="ctr" defTabSz="685800" eaLnBrk="1" fontAlgn="auto" latinLnBrk="0" hangingPunct="1">
              <a:lnSpc>
                <a:spcPct val="100000"/>
              </a:lnSpc>
              <a:spcBef>
                <a:spcPts val="0"/>
              </a:spcBef>
              <a:spcAft>
                <a:spcPts val="0"/>
              </a:spcAft>
              <a:buClrTx/>
              <a:buSzTx/>
              <a:buFontTx/>
              <a:buNone/>
              <a:tabLst/>
              <a:defRPr/>
            </a:pPr>
            <a:r>
              <a:rPr kumimoji="0" lang="en-US" altLang="zh-CN" sz="800" b="0" i="0" u="none" strike="noStrike" kern="0" cap="none" spc="0" normalizeH="0" baseline="0" noProof="0" dirty="0">
                <a:ln>
                  <a:noFill/>
                </a:ln>
                <a:solidFill>
                  <a:srgbClr val="002060"/>
                </a:solidFill>
                <a:effectLst/>
                <a:uLnTx/>
                <a:uFillTx/>
                <a:latin typeface="Noto Sans CJK SC Light"/>
                <a:cs typeface="+mn-cs"/>
              </a:rPr>
              <a:t>DMZ</a:t>
            </a:r>
            <a:endParaRPr kumimoji="0" lang="zh-CN" altLang="en-US" sz="800" b="0" i="0" u="none" strike="noStrike" kern="0" cap="none" spc="0" normalizeH="0" baseline="0" noProof="0" dirty="0">
              <a:ln>
                <a:noFill/>
              </a:ln>
              <a:solidFill>
                <a:srgbClr val="002060"/>
              </a:solidFill>
              <a:effectLst/>
              <a:uLnTx/>
              <a:uFillTx/>
              <a:latin typeface="Noto Sans CJK SC Light"/>
              <a:cs typeface="+mn-cs"/>
            </a:endParaRPr>
          </a:p>
        </p:txBody>
      </p:sp>
      <p:sp>
        <p:nvSpPr>
          <p:cNvPr id="8" name="圆角矩形 275">
            <a:extLst>
              <a:ext uri="{FF2B5EF4-FFF2-40B4-BE49-F238E27FC236}">
                <a16:creationId xmlns:a16="http://schemas.microsoft.com/office/drawing/2014/main" id="{041082D8-CA43-33B9-B3A6-5E532AA4E781}"/>
              </a:ext>
            </a:extLst>
          </p:cNvPr>
          <p:cNvSpPr/>
          <p:nvPr/>
        </p:nvSpPr>
        <p:spPr>
          <a:xfrm>
            <a:off x="4958426" y="1071125"/>
            <a:ext cx="526260" cy="1369317"/>
          </a:xfrm>
          <a:prstGeom prst="roundRect">
            <a:avLst/>
          </a:prstGeom>
          <a:solidFill>
            <a:srgbClr val="70AD47">
              <a:lumMod val="20000"/>
              <a:lumOff val="80000"/>
            </a:srgbClr>
          </a:solidFill>
          <a:ln w="12700" cap="flat" cmpd="sng" algn="ctr">
            <a:noFill/>
            <a:prstDash val="solid"/>
            <a:miter lim="800000"/>
          </a:ln>
          <a:effectLst/>
        </p:spPr>
        <p:txBody>
          <a:bodyPr rtlCol="0" anchor="t"/>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altLang="zh-CN" sz="800" kern="0" dirty="0">
                <a:solidFill>
                  <a:srgbClr val="002060"/>
                </a:solidFill>
                <a:latin typeface="Noto Sans CJK SC Light"/>
              </a:rPr>
              <a:t>VPN</a:t>
            </a:r>
            <a:endParaRPr kumimoji="0" lang="zh-CN" altLang="en-US" sz="800" b="0" i="0" u="none" strike="noStrike" kern="0" cap="none" spc="0" normalizeH="0" baseline="0" noProof="0" dirty="0">
              <a:ln>
                <a:noFill/>
              </a:ln>
              <a:solidFill>
                <a:srgbClr val="002060"/>
              </a:solidFill>
              <a:effectLst/>
              <a:uLnTx/>
              <a:uFillTx/>
              <a:latin typeface="Noto Sans CJK SC Light"/>
              <a:cs typeface="+mn-cs"/>
            </a:endParaRPr>
          </a:p>
        </p:txBody>
      </p:sp>
      <p:sp>
        <p:nvSpPr>
          <p:cNvPr id="9" name="圆角矩形 273">
            <a:extLst>
              <a:ext uri="{FF2B5EF4-FFF2-40B4-BE49-F238E27FC236}">
                <a16:creationId xmlns:a16="http://schemas.microsoft.com/office/drawing/2014/main" id="{A493BAD9-612D-EB71-A183-F9128F1A4B73}"/>
              </a:ext>
            </a:extLst>
          </p:cNvPr>
          <p:cNvSpPr/>
          <p:nvPr/>
        </p:nvSpPr>
        <p:spPr>
          <a:xfrm>
            <a:off x="3072428" y="1069911"/>
            <a:ext cx="526260" cy="1405871"/>
          </a:xfrm>
          <a:prstGeom prst="roundRect">
            <a:avLst/>
          </a:prstGeom>
          <a:solidFill>
            <a:srgbClr val="70AD47">
              <a:lumMod val="20000"/>
              <a:lumOff val="80000"/>
            </a:srgbClr>
          </a:solidFill>
          <a:ln w="12700" cap="flat" cmpd="sng" algn="ctr">
            <a:noFill/>
            <a:prstDash val="solid"/>
            <a:miter lim="800000"/>
          </a:ln>
          <a:effectLst/>
        </p:spPr>
        <p:txBody>
          <a:bodyPr rtlCol="0" anchor="t"/>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altLang="zh-CN" sz="800" b="0" i="0" u="none" strike="noStrike" kern="0" cap="none" spc="0" normalizeH="0" baseline="0" noProof="0">
                <a:ln>
                  <a:noFill/>
                </a:ln>
                <a:solidFill>
                  <a:srgbClr val="002060"/>
                </a:solidFill>
                <a:effectLst/>
                <a:uLnTx/>
                <a:uFillTx/>
                <a:latin typeface="Noto Sans CJK SC Light"/>
                <a:cs typeface="+mn-cs"/>
              </a:rPr>
              <a:t>ISP</a:t>
            </a:r>
            <a:r>
              <a:rPr kumimoji="0" lang="zh-CN" altLang="en-US" sz="800" b="0" i="0" u="none" strike="noStrike" kern="0" cap="none" spc="0" normalizeH="0" baseline="0" noProof="0">
                <a:ln>
                  <a:noFill/>
                </a:ln>
                <a:solidFill>
                  <a:srgbClr val="002060"/>
                </a:solidFill>
                <a:effectLst/>
                <a:uLnTx/>
                <a:uFillTx/>
                <a:latin typeface="Noto Sans CJK SC Light"/>
                <a:cs typeface="+mn-cs"/>
              </a:rPr>
              <a:t>区</a:t>
            </a:r>
          </a:p>
        </p:txBody>
      </p:sp>
      <p:cxnSp>
        <p:nvCxnSpPr>
          <p:cNvPr id="10" name="直线连接符 37">
            <a:extLst>
              <a:ext uri="{FF2B5EF4-FFF2-40B4-BE49-F238E27FC236}">
                <a16:creationId xmlns:a16="http://schemas.microsoft.com/office/drawing/2014/main" id="{DE21825D-764E-2F18-C23B-369789B418A5}"/>
              </a:ext>
            </a:extLst>
          </p:cNvPr>
          <p:cNvCxnSpPr>
            <a:cxnSpLocks/>
          </p:cNvCxnSpPr>
          <p:nvPr/>
        </p:nvCxnSpPr>
        <p:spPr>
          <a:xfrm>
            <a:off x="3808417" y="4579387"/>
            <a:ext cx="1728000" cy="1"/>
          </a:xfrm>
          <a:prstGeom prst="line">
            <a:avLst/>
          </a:prstGeom>
          <a:noFill/>
          <a:ln w="6350" cap="flat" cmpd="sng" algn="ctr">
            <a:solidFill>
              <a:schemeClr val="bg1"/>
            </a:solidFill>
            <a:prstDash val="solid"/>
            <a:miter lim="800000"/>
          </a:ln>
          <a:effectLst/>
        </p:spPr>
      </p:cxnSp>
      <p:cxnSp>
        <p:nvCxnSpPr>
          <p:cNvPr id="11" name="直线连接符 38">
            <a:extLst>
              <a:ext uri="{FF2B5EF4-FFF2-40B4-BE49-F238E27FC236}">
                <a16:creationId xmlns:a16="http://schemas.microsoft.com/office/drawing/2014/main" id="{8FED40F7-C9A7-46C6-5A91-1F12BC85D4AC}"/>
              </a:ext>
            </a:extLst>
          </p:cNvPr>
          <p:cNvCxnSpPr>
            <a:cxnSpLocks/>
          </p:cNvCxnSpPr>
          <p:nvPr/>
        </p:nvCxnSpPr>
        <p:spPr>
          <a:xfrm flipV="1">
            <a:off x="3754756" y="4526199"/>
            <a:ext cx="1728000" cy="7701"/>
          </a:xfrm>
          <a:prstGeom prst="line">
            <a:avLst/>
          </a:prstGeom>
          <a:noFill/>
          <a:ln w="6350" cap="flat" cmpd="sng" algn="ctr">
            <a:solidFill>
              <a:schemeClr val="bg1"/>
            </a:solidFill>
            <a:prstDash val="solid"/>
            <a:miter lim="800000"/>
          </a:ln>
          <a:effectLst/>
        </p:spPr>
      </p:cxnSp>
      <p:sp>
        <p:nvSpPr>
          <p:cNvPr id="12" name="Oval 11">
            <a:extLst>
              <a:ext uri="{FF2B5EF4-FFF2-40B4-BE49-F238E27FC236}">
                <a16:creationId xmlns:a16="http://schemas.microsoft.com/office/drawing/2014/main" id="{85CC386C-A659-D50D-D44A-E805780E4E09}"/>
              </a:ext>
            </a:extLst>
          </p:cNvPr>
          <p:cNvSpPr/>
          <p:nvPr/>
        </p:nvSpPr>
        <p:spPr>
          <a:xfrm rot="8100000">
            <a:off x="2399939" y="5028893"/>
            <a:ext cx="1310863" cy="322212"/>
          </a:xfrm>
          <a:prstGeom prst="ellipse">
            <a:avLst/>
          </a:prstGeom>
          <a:noFill/>
          <a:ln w="25400" cap="flat" cmpd="sng" algn="ctr">
            <a:solidFill>
              <a:srgbClr val="828282">
                <a:lumMod val="20000"/>
                <a:lumOff val="80000"/>
              </a:srgbClr>
            </a:solidFill>
            <a:prstDash val="solid"/>
          </a:ln>
          <a:effectLst/>
        </p:spPr>
        <p:txBody>
          <a:bodyPr rtlCol="0" anchor="ctr"/>
          <a:lstStyle/>
          <a:p>
            <a:pPr marL="0" marR="0" lvl="0" indent="0" algn="ctr" defTabSz="342900" eaLnBrk="1" fontAlgn="base" latinLnBrk="0" hangingPunct="1">
              <a:lnSpc>
                <a:spcPct val="100000"/>
              </a:lnSpc>
              <a:spcBef>
                <a:spcPct val="0"/>
              </a:spcBef>
              <a:spcAft>
                <a:spcPct val="0"/>
              </a:spcAft>
              <a:buClrTx/>
              <a:buSzTx/>
              <a:buFontTx/>
              <a:buNone/>
              <a:tabLst/>
              <a:defRPr/>
            </a:pPr>
            <a:endParaRPr kumimoji="0" lang="en-US" sz="1400" b="0" i="0" u="none" strike="noStrike" kern="0" cap="none" spc="0" normalizeH="0" baseline="0" noProof="0">
              <a:ln>
                <a:noFill/>
              </a:ln>
              <a:solidFill>
                <a:srgbClr val="FFFFFF"/>
              </a:solidFill>
              <a:effectLst/>
              <a:uLnTx/>
              <a:uFillTx/>
              <a:latin typeface="Noto Sans CJK SC Light"/>
            </a:endParaRPr>
          </a:p>
        </p:txBody>
      </p:sp>
      <p:sp>
        <p:nvSpPr>
          <p:cNvPr id="13" name="Oval 11">
            <a:extLst>
              <a:ext uri="{FF2B5EF4-FFF2-40B4-BE49-F238E27FC236}">
                <a16:creationId xmlns:a16="http://schemas.microsoft.com/office/drawing/2014/main" id="{802A92D3-E39B-1804-959D-BE8F81C44D9D}"/>
              </a:ext>
            </a:extLst>
          </p:cNvPr>
          <p:cNvSpPr/>
          <p:nvPr/>
        </p:nvSpPr>
        <p:spPr>
          <a:xfrm rot="5400000">
            <a:off x="3015031" y="5171651"/>
            <a:ext cx="1248453" cy="338319"/>
          </a:xfrm>
          <a:prstGeom prst="ellipse">
            <a:avLst/>
          </a:prstGeom>
          <a:noFill/>
          <a:ln w="25400" cap="flat" cmpd="sng" algn="ctr">
            <a:solidFill>
              <a:srgbClr val="828282">
                <a:lumMod val="20000"/>
                <a:lumOff val="80000"/>
              </a:srgbClr>
            </a:solidFill>
            <a:prstDash val="solid"/>
          </a:ln>
          <a:effectLst/>
        </p:spPr>
        <p:txBody>
          <a:bodyPr rtlCol="0" anchor="ctr"/>
          <a:lstStyle/>
          <a:p>
            <a:pPr marL="0" marR="0" lvl="0" indent="0" algn="ctr" defTabSz="342900" eaLnBrk="1" fontAlgn="base" latinLnBrk="0" hangingPunct="1">
              <a:lnSpc>
                <a:spcPct val="100000"/>
              </a:lnSpc>
              <a:spcBef>
                <a:spcPct val="0"/>
              </a:spcBef>
              <a:spcAft>
                <a:spcPct val="0"/>
              </a:spcAft>
              <a:buClrTx/>
              <a:buSzTx/>
              <a:buFontTx/>
              <a:buNone/>
              <a:tabLst/>
              <a:defRPr/>
            </a:pPr>
            <a:endParaRPr kumimoji="0" lang="en-US" sz="1400" b="0" i="0" u="none" strike="noStrike" kern="0" cap="none" spc="0" normalizeH="0" baseline="0" noProof="0">
              <a:ln>
                <a:noFill/>
              </a:ln>
              <a:solidFill>
                <a:srgbClr val="FFFFFF"/>
              </a:solidFill>
              <a:effectLst/>
              <a:uLnTx/>
              <a:uFillTx/>
              <a:latin typeface="Noto Sans CJK SC Light"/>
            </a:endParaRPr>
          </a:p>
        </p:txBody>
      </p:sp>
      <p:sp>
        <p:nvSpPr>
          <p:cNvPr id="20" name="Oval 11">
            <a:extLst>
              <a:ext uri="{FF2B5EF4-FFF2-40B4-BE49-F238E27FC236}">
                <a16:creationId xmlns:a16="http://schemas.microsoft.com/office/drawing/2014/main" id="{97695275-7397-642A-5255-C75B8F3BB892}"/>
              </a:ext>
            </a:extLst>
          </p:cNvPr>
          <p:cNvSpPr/>
          <p:nvPr/>
        </p:nvSpPr>
        <p:spPr>
          <a:xfrm rot="2700000">
            <a:off x="3613474" y="5023154"/>
            <a:ext cx="1248453" cy="338319"/>
          </a:xfrm>
          <a:prstGeom prst="ellipse">
            <a:avLst/>
          </a:prstGeom>
          <a:noFill/>
          <a:ln w="25400" cap="flat" cmpd="sng" algn="ctr">
            <a:solidFill>
              <a:srgbClr val="828282">
                <a:lumMod val="20000"/>
                <a:lumOff val="80000"/>
              </a:srgbClr>
            </a:solidFill>
            <a:prstDash val="solid"/>
          </a:ln>
          <a:effectLst/>
        </p:spPr>
        <p:txBody>
          <a:bodyPr rtlCol="0" anchor="ctr"/>
          <a:lstStyle/>
          <a:p>
            <a:pPr marL="0" marR="0" lvl="0" indent="0" algn="ctr" defTabSz="342900" eaLnBrk="1" fontAlgn="base" latinLnBrk="0" hangingPunct="1">
              <a:lnSpc>
                <a:spcPct val="100000"/>
              </a:lnSpc>
              <a:spcBef>
                <a:spcPct val="0"/>
              </a:spcBef>
              <a:spcAft>
                <a:spcPct val="0"/>
              </a:spcAft>
              <a:buClrTx/>
              <a:buSzTx/>
              <a:buFontTx/>
              <a:buNone/>
              <a:tabLst/>
              <a:defRPr/>
            </a:pPr>
            <a:endParaRPr kumimoji="0" lang="en-US" sz="1400" b="0" i="0" u="none" strike="noStrike" kern="0" cap="none" spc="0" normalizeH="0" baseline="0" noProof="0">
              <a:ln>
                <a:noFill/>
              </a:ln>
              <a:solidFill>
                <a:srgbClr val="FFFFFF"/>
              </a:solidFill>
              <a:effectLst/>
              <a:uLnTx/>
              <a:uFillTx/>
              <a:latin typeface="Noto Sans CJK SC Light"/>
            </a:endParaRPr>
          </a:p>
        </p:txBody>
      </p:sp>
      <p:sp>
        <p:nvSpPr>
          <p:cNvPr id="29" name="Rounded Rectangle 25">
            <a:extLst>
              <a:ext uri="{FF2B5EF4-FFF2-40B4-BE49-F238E27FC236}">
                <a16:creationId xmlns:a16="http://schemas.microsoft.com/office/drawing/2014/main" id="{4013B02B-74EF-08E5-F4AA-44C748AA066F}"/>
              </a:ext>
            </a:extLst>
          </p:cNvPr>
          <p:cNvSpPr/>
          <p:nvPr/>
        </p:nvSpPr>
        <p:spPr>
          <a:xfrm>
            <a:off x="5274361" y="4452094"/>
            <a:ext cx="338319" cy="322212"/>
          </a:xfrm>
          <a:custGeom>
            <a:avLst/>
            <a:gdLst/>
            <a:ahLst/>
            <a:cxnLst/>
            <a:rect l="l" t="t" r="r" b="b"/>
            <a:pathLst>
              <a:path w="1123462" h="1123462">
                <a:moveTo>
                  <a:pt x="758801" y="661837"/>
                </a:moveTo>
                <a:cubicBezTo>
                  <a:pt x="749648" y="661762"/>
                  <a:pt x="740466" y="665180"/>
                  <a:pt x="733427" y="672107"/>
                </a:cubicBezTo>
                <a:cubicBezTo>
                  <a:pt x="719346" y="685961"/>
                  <a:pt x="719161" y="708607"/>
                  <a:pt x="733016" y="722687"/>
                </a:cubicBezTo>
                <a:lnTo>
                  <a:pt x="753910" y="743923"/>
                </a:lnTo>
                <a:lnTo>
                  <a:pt x="542733" y="743923"/>
                </a:lnTo>
                <a:cubicBezTo>
                  <a:pt x="532857" y="743923"/>
                  <a:pt x="523914" y="747926"/>
                  <a:pt x="517443" y="754399"/>
                </a:cubicBezTo>
                <a:lnTo>
                  <a:pt x="506967" y="779690"/>
                </a:lnTo>
                <a:lnTo>
                  <a:pt x="517443" y="804981"/>
                </a:lnTo>
                <a:cubicBezTo>
                  <a:pt x="523916" y="811453"/>
                  <a:pt x="532858" y="815458"/>
                  <a:pt x="542734" y="815457"/>
                </a:cubicBezTo>
                <a:lnTo>
                  <a:pt x="753910" y="815457"/>
                </a:lnTo>
                <a:lnTo>
                  <a:pt x="733016" y="836693"/>
                </a:lnTo>
                <a:cubicBezTo>
                  <a:pt x="719162" y="850774"/>
                  <a:pt x="719346" y="873420"/>
                  <a:pt x="733426" y="887274"/>
                </a:cubicBezTo>
                <a:cubicBezTo>
                  <a:pt x="747507" y="901128"/>
                  <a:pt x="770153" y="900944"/>
                  <a:pt x="784007" y="886863"/>
                </a:cubicBezTo>
                <a:lnTo>
                  <a:pt x="864319" y="805239"/>
                </a:lnTo>
                <a:lnTo>
                  <a:pt x="869302" y="797600"/>
                </a:lnTo>
                <a:lnTo>
                  <a:pt x="871992" y="793612"/>
                </a:lnTo>
                <a:lnTo>
                  <a:pt x="872069" y="793358"/>
                </a:lnTo>
                <a:lnTo>
                  <a:pt x="872080" y="793343"/>
                </a:lnTo>
                <a:lnTo>
                  <a:pt x="872088" y="793303"/>
                </a:lnTo>
                <a:lnTo>
                  <a:pt x="874076" y="786899"/>
                </a:lnTo>
                <a:cubicBezTo>
                  <a:pt x="874552" y="784570"/>
                  <a:pt x="874802" y="782160"/>
                  <a:pt x="874802" y="779690"/>
                </a:cubicBezTo>
                <a:cubicBezTo>
                  <a:pt x="874801" y="777222"/>
                  <a:pt x="874552" y="774810"/>
                  <a:pt x="874075" y="772482"/>
                </a:cubicBezTo>
                <a:lnTo>
                  <a:pt x="872087" y="766077"/>
                </a:lnTo>
                <a:lnTo>
                  <a:pt x="872080" y="766038"/>
                </a:lnTo>
                <a:lnTo>
                  <a:pt x="872070" y="766023"/>
                </a:lnTo>
                <a:lnTo>
                  <a:pt x="871992" y="765768"/>
                </a:lnTo>
                <a:lnTo>
                  <a:pt x="869291" y="761764"/>
                </a:lnTo>
                <a:lnTo>
                  <a:pt x="864318" y="754142"/>
                </a:lnTo>
                <a:lnTo>
                  <a:pt x="784006" y="672518"/>
                </a:lnTo>
                <a:cubicBezTo>
                  <a:pt x="777079" y="665477"/>
                  <a:pt x="767954" y="661911"/>
                  <a:pt x="758801" y="661837"/>
                </a:cubicBezTo>
                <a:close/>
                <a:moveTo>
                  <a:pt x="364661" y="558282"/>
                </a:moveTo>
                <a:cubicBezTo>
                  <a:pt x="355509" y="558355"/>
                  <a:pt x="346384" y="561922"/>
                  <a:pt x="339457" y="568962"/>
                </a:cubicBezTo>
                <a:lnTo>
                  <a:pt x="259145" y="650587"/>
                </a:lnTo>
                <a:lnTo>
                  <a:pt x="254172" y="658209"/>
                </a:lnTo>
                <a:lnTo>
                  <a:pt x="251473" y="662213"/>
                </a:lnTo>
                <a:lnTo>
                  <a:pt x="251394" y="662469"/>
                </a:lnTo>
                <a:lnTo>
                  <a:pt x="251384" y="662482"/>
                </a:lnTo>
                <a:lnTo>
                  <a:pt x="251377" y="662522"/>
                </a:lnTo>
                <a:lnTo>
                  <a:pt x="249388" y="668927"/>
                </a:lnTo>
                <a:cubicBezTo>
                  <a:pt x="248912" y="671255"/>
                  <a:pt x="248662" y="673667"/>
                  <a:pt x="248662" y="676135"/>
                </a:cubicBezTo>
                <a:cubicBezTo>
                  <a:pt x="248662" y="678605"/>
                  <a:pt x="248913" y="681015"/>
                  <a:pt x="249389" y="683344"/>
                </a:cubicBezTo>
                <a:lnTo>
                  <a:pt x="251377" y="689748"/>
                </a:lnTo>
                <a:lnTo>
                  <a:pt x="251383" y="689789"/>
                </a:lnTo>
                <a:lnTo>
                  <a:pt x="251393" y="689803"/>
                </a:lnTo>
                <a:lnTo>
                  <a:pt x="251473" y="690057"/>
                </a:lnTo>
                <a:lnTo>
                  <a:pt x="254161" y="694045"/>
                </a:lnTo>
                <a:lnTo>
                  <a:pt x="259145" y="701683"/>
                </a:lnTo>
                <a:lnTo>
                  <a:pt x="339457" y="783309"/>
                </a:lnTo>
                <a:cubicBezTo>
                  <a:pt x="353311" y="797389"/>
                  <a:pt x="375956" y="797573"/>
                  <a:pt x="390037" y="783719"/>
                </a:cubicBezTo>
                <a:cubicBezTo>
                  <a:pt x="404118" y="769864"/>
                  <a:pt x="404302" y="747219"/>
                  <a:pt x="390448" y="733138"/>
                </a:cubicBezTo>
                <a:lnTo>
                  <a:pt x="369553" y="711902"/>
                </a:lnTo>
                <a:lnTo>
                  <a:pt x="580730" y="711901"/>
                </a:lnTo>
                <a:cubicBezTo>
                  <a:pt x="590607" y="711902"/>
                  <a:pt x="599548" y="707899"/>
                  <a:pt x="606020" y="701426"/>
                </a:cubicBezTo>
                <a:lnTo>
                  <a:pt x="616497" y="676135"/>
                </a:lnTo>
                <a:lnTo>
                  <a:pt x="606021" y="650843"/>
                </a:lnTo>
                <a:cubicBezTo>
                  <a:pt x="599549" y="644371"/>
                  <a:pt x="590606" y="640368"/>
                  <a:pt x="580730" y="640368"/>
                </a:cubicBezTo>
                <a:lnTo>
                  <a:pt x="369554" y="640368"/>
                </a:lnTo>
                <a:lnTo>
                  <a:pt x="390448" y="619133"/>
                </a:lnTo>
                <a:cubicBezTo>
                  <a:pt x="404302" y="605052"/>
                  <a:pt x="404118" y="582406"/>
                  <a:pt x="390038" y="568551"/>
                </a:cubicBezTo>
                <a:lnTo>
                  <a:pt x="390038" y="568553"/>
                </a:lnTo>
                <a:cubicBezTo>
                  <a:pt x="382997" y="561625"/>
                  <a:pt x="373815" y="558207"/>
                  <a:pt x="364661" y="558282"/>
                </a:cubicBezTo>
                <a:close/>
                <a:moveTo>
                  <a:pt x="758801" y="329475"/>
                </a:moveTo>
                <a:cubicBezTo>
                  <a:pt x="749649" y="329401"/>
                  <a:pt x="740466" y="332819"/>
                  <a:pt x="733427" y="339746"/>
                </a:cubicBezTo>
                <a:lnTo>
                  <a:pt x="733426" y="339746"/>
                </a:lnTo>
                <a:cubicBezTo>
                  <a:pt x="719345" y="353600"/>
                  <a:pt x="719161" y="376245"/>
                  <a:pt x="733017" y="390327"/>
                </a:cubicBezTo>
                <a:lnTo>
                  <a:pt x="753909" y="411562"/>
                </a:lnTo>
                <a:lnTo>
                  <a:pt x="542733" y="411561"/>
                </a:lnTo>
                <a:cubicBezTo>
                  <a:pt x="532856" y="411562"/>
                  <a:pt x="523915" y="415565"/>
                  <a:pt x="517443" y="422037"/>
                </a:cubicBezTo>
                <a:lnTo>
                  <a:pt x="506967" y="447329"/>
                </a:lnTo>
                <a:lnTo>
                  <a:pt x="517443" y="472620"/>
                </a:lnTo>
                <a:cubicBezTo>
                  <a:pt x="523916" y="479093"/>
                  <a:pt x="532857" y="483097"/>
                  <a:pt x="542734" y="483095"/>
                </a:cubicBezTo>
                <a:lnTo>
                  <a:pt x="753910" y="483096"/>
                </a:lnTo>
                <a:lnTo>
                  <a:pt x="733016" y="504333"/>
                </a:lnTo>
                <a:cubicBezTo>
                  <a:pt x="719162" y="518413"/>
                  <a:pt x="719345" y="541059"/>
                  <a:pt x="733426" y="554913"/>
                </a:cubicBezTo>
                <a:cubicBezTo>
                  <a:pt x="747507" y="568767"/>
                  <a:pt x="770152" y="568583"/>
                  <a:pt x="784007" y="554503"/>
                </a:cubicBezTo>
                <a:lnTo>
                  <a:pt x="864318" y="472878"/>
                </a:lnTo>
                <a:lnTo>
                  <a:pt x="869302" y="465238"/>
                </a:lnTo>
                <a:lnTo>
                  <a:pt x="871991" y="461251"/>
                </a:lnTo>
                <a:lnTo>
                  <a:pt x="872070" y="460997"/>
                </a:lnTo>
                <a:lnTo>
                  <a:pt x="872079" y="460982"/>
                </a:lnTo>
                <a:lnTo>
                  <a:pt x="872087" y="460942"/>
                </a:lnTo>
                <a:lnTo>
                  <a:pt x="874075" y="454537"/>
                </a:lnTo>
                <a:cubicBezTo>
                  <a:pt x="874551" y="452209"/>
                  <a:pt x="874801" y="449799"/>
                  <a:pt x="874801" y="447329"/>
                </a:cubicBezTo>
                <a:cubicBezTo>
                  <a:pt x="874802" y="444860"/>
                  <a:pt x="874552" y="442449"/>
                  <a:pt x="874076" y="440121"/>
                </a:cubicBezTo>
                <a:lnTo>
                  <a:pt x="872087" y="433715"/>
                </a:lnTo>
                <a:lnTo>
                  <a:pt x="872079" y="433677"/>
                </a:lnTo>
                <a:lnTo>
                  <a:pt x="872071" y="433662"/>
                </a:lnTo>
                <a:lnTo>
                  <a:pt x="871991" y="433407"/>
                </a:lnTo>
                <a:lnTo>
                  <a:pt x="869292" y="429403"/>
                </a:lnTo>
                <a:lnTo>
                  <a:pt x="864319" y="421781"/>
                </a:lnTo>
                <a:lnTo>
                  <a:pt x="784007" y="340156"/>
                </a:lnTo>
                <a:cubicBezTo>
                  <a:pt x="777079" y="333117"/>
                  <a:pt x="767954" y="329550"/>
                  <a:pt x="758801" y="329475"/>
                </a:cubicBezTo>
                <a:close/>
                <a:moveTo>
                  <a:pt x="364662" y="225921"/>
                </a:moveTo>
                <a:cubicBezTo>
                  <a:pt x="355509" y="225995"/>
                  <a:pt x="346383" y="229561"/>
                  <a:pt x="339456" y="236601"/>
                </a:cubicBezTo>
                <a:lnTo>
                  <a:pt x="259145" y="318226"/>
                </a:lnTo>
                <a:lnTo>
                  <a:pt x="254173" y="325848"/>
                </a:lnTo>
                <a:lnTo>
                  <a:pt x="251473" y="329852"/>
                </a:lnTo>
                <a:lnTo>
                  <a:pt x="251394" y="330107"/>
                </a:lnTo>
                <a:lnTo>
                  <a:pt x="251384" y="330122"/>
                </a:lnTo>
                <a:lnTo>
                  <a:pt x="251376" y="330161"/>
                </a:lnTo>
                <a:lnTo>
                  <a:pt x="249389" y="336566"/>
                </a:lnTo>
                <a:cubicBezTo>
                  <a:pt x="248912" y="338894"/>
                  <a:pt x="248662" y="341305"/>
                  <a:pt x="248662" y="343774"/>
                </a:cubicBezTo>
                <a:cubicBezTo>
                  <a:pt x="248662" y="346244"/>
                  <a:pt x="248912" y="348654"/>
                  <a:pt x="249389" y="350982"/>
                </a:cubicBezTo>
                <a:lnTo>
                  <a:pt x="251377" y="357387"/>
                </a:lnTo>
                <a:lnTo>
                  <a:pt x="251384" y="357428"/>
                </a:lnTo>
                <a:lnTo>
                  <a:pt x="251393" y="357443"/>
                </a:lnTo>
                <a:lnTo>
                  <a:pt x="251473" y="357696"/>
                </a:lnTo>
                <a:lnTo>
                  <a:pt x="254161" y="361684"/>
                </a:lnTo>
                <a:lnTo>
                  <a:pt x="259145" y="369323"/>
                </a:lnTo>
                <a:lnTo>
                  <a:pt x="339456" y="450948"/>
                </a:lnTo>
                <a:cubicBezTo>
                  <a:pt x="353310" y="465028"/>
                  <a:pt x="375957" y="465212"/>
                  <a:pt x="390037" y="451358"/>
                </a:cubicBezTo>
                <a:cubicBezTo>
                  <a:pt x="404118" y="437503"/>
                  <a:pt x="404302" y="414858"/>
                  <a:pt x="390448" y="400777"/>
                </a:cubicBezTo>
                <a:lnTo>
                  <a:pt x="369553" y="379542"/>
                </a:lnTo>
                <a:lnTo>
                  <a:pt x="580730" y="379541"/>
                </a:lnTo>
                <a:cubicBezTo>
                  <a:pt x="590606" y="379541"/>
                  <a:pt x="599549" y="375538"/>
                  <a:pt x="606021" y="369065"/>
                </a:cubicBezTo>
                <a:lnTo>
                  <a:pt x="616497" y="343774"/>
                </a:lnTo>
                <a:lnTo>
                  <a:pt x="606021" y="318483"/>
                </a:lnTo>
                <a:cubicBezTo>
                  <a:pt x="599549" y="312010"/>
                  <a:pt x="590606" y="308006"/>
                  <a:pt x="580730" y="308006"/>
                </a:cubicBezTo>
                <a:lnTo>
                  <a:pt x="369553" y="308007"/>
                </a:lnTo>
                <a:lnTo>
                  <a:pt x="390447" y="286772"/>
                </a:lnTo>
                <a:cubicBezTo>
                  <a:pt x="404302" y="272691"/>
                  <a:pt x="404118" y="250045"/>
                  <a:pt x="390038" y="236191"/>
                </a:cubicBezTo>
                <a:cubicBezTo>
                  <a:pt x="382997" y="229264"/>
                  <a:pt x="373816" y="225846"/>
                  <a:pt x="364662" y="225921"/>
                </a:cubicBezTo>
                <a:close/>
                <a:moveTo>
                  <a:pt x="99325" y="0"/>
                </a:moveTo>
                <a:lnTo>
                  <a:pt x="1024137" y="0"/>
                </a:lnTo>
                <a:cubicBezTo>
                  <a:pt x="1078993" y="0"/>
                  <a:pt x="1123462" y="44469"/>
                  <a:pt x="1123462" y="99325"/>
                </a:cubicBezTo>
                <a:lnTo>
                  <a:pt x="1123462" y="1024137"/>
                </a:lnTo>
                <a:cubicBezTo>
                  <a:pt x="1123462" y="1078993"/>
                  <a:pt x="1078993" y="1123462"/>
                  <a:pt x="1024137" y="1123462"/>
                </a:cubicBezTo>
                <a:lnTo>
                  <a:pt x="99325" y="1123462"/>
                </a:lnTo>
                <a:cubicBezTo>
                  <a:pt x="44469" y="1123462"/>
                  <a:pt x="0" y="1078993"/>
                  <a:pt x="0" y="1024137"/>
                </a:cubicBezTo>
                <a:lnTo>
                  <a:pt x="0" y="99325"/>
                </a:lnTo>
                <a:cubicBezTo>
                  <a:pt x="0" y="44469"/>
                  <a:pt x="44469" y="0"/>
                  <a:pt x="99325" y="0"/>
                </a:cubicBezTo>
                <a:close/>
              </a:path>
            </a:pathLst>
          </a:custGeom>
          <a:solidFill>
            <a:srgbClr val="00BCEB"/>
          </a:solidFill>
          <a:ln w="25400" cap="flat" cmpd="sng" algn="ctr">
            <a:noFill/>
            <a:prstDash val="solid"/>
          </a:ln>
          <a:effectLst/>
        </p:spPr>
        <p:txBody>
          <a:bodyPr rtlCol="0" anchor="ctr"/>
          <a:lstStyle/>
          <a:p>
            <a:pPr algn="ctr" defTabSz="342512" fontAlgn="base">
              <a:spcBef>
                <a:spcPct val="0"/>
              </a:spcBef>
              <a:spcAft>
                <a:spcPct val="0"/>
              </a:spcAft>
              <a:defRPr/>
            </a:pPr>
            <a:endParaRPr kumimoji="0" lang="en-US" sz="1400" kern="0">
              <a:solidFill>
                <a:srgbClr val="FFFFFF"/>
              </a:solidFill>
              <a:latin typeface="Noto Sans CJK SC Light"/>
            </a:endParaRPr>
          </a:p>
        </p:txBody>
      </p:sp>
      <p:sp>
        <p:nvSpPr>
          <p:cNvPr id="30" name="Rounded Rectangle 25">
            <a:extLst>
              <a:ext uri="{FF2B5EF4-FFF2-40B4-BE49-F238E27FC236}">
                <a16:creationId xmlns:a16="http://schemas.microsoft.com/office/drawing/2014/main" id="{77B9900C-F0E5-C72C-B865-ABC46E5998C2}"/>
              </a:ext>
            </a:extLst>
          </p:cNvPr>
          <p:cNvSpPr/>
          <p:nvPr/>
        </p:nvSpPr>
        <p:spPr>
          <a:xfrm>
            <a:off x="5408018" y="4579388"/>
            <a:ext cx="338319" cy="322212"/>
          </a:xfrm>
          <a:custGeom>
            <a:avLst/>
            <a:gdLst/>
            <a:ahLst/>
            <a:cxnLst/>
            <a:rect l="l" t="t" r="r" b="b"/>
            <a:pathLst>
              <a:path w="1123462" h="1123462">
                <a:moveTo>
                  <a:pt x="758801" y="661837"/>
                </a:moveTo>
                <a:cubicBezTo>
                  <a:pt x="749648" y="661762"/>
                  <a:pt x="740466" y="665180"/>
                  <a:pt x="733427" y="672107"/>
                </a:cubicBezTo>
                <a:cubicBezTo>
                  <a:pt x="719346" y="685961"/>
                  <a:pt x="719161" y="708607"/>
                  <a:pt x="733016" y="722687"/>
                </a:cubicBezTo>
                <a:lnTo>
                  <a:pt x="753910" y="743923"/>
                </a:lnTo>
                <a:lnTo>
                  <a:pt x="542733" y="743923"/>
                </a:lnTo>
                <a:cubicBezTo>
                  <a:pt x="532857" y="743923"/>
                  <a:pt x="523914" y="747926"/>
                  <a:pt x="517443" y="754399"/>
                </a:cubicBezTo>
                <a:lnTo>
                  <a:pt x="506967" y="779690"/>
                </a:lnTo>
                <a:lnTo>
                  <a:pt x="517443" y="804981"/>
                </a:lnTo>
                <a:cubicBezTo>
                  <a:pt x="523916" y="811453"/>
                  <a:pt x="532858" y="815458"/>
                  <a:pt x="542734" y="815457"/>
                </a:cubicBezTo>
                <a:lnTo>
                  <a:pt x="753910" y="815457"/>
                </a:lnTo>
                <a:lnTo>
                  <a:pt x="733016" y="836693"/>
                </a:lnTo>
                <a:cubicBezTo>
                  <a:pt x="719162" y="850774"/>
                  <a:pt x="719346" y="873420"/>
                  <a:pt x="733426" y="887274"/>
                </a:cubicBezTo>
                <a:cubicBezTo>
                  <a:pt x="747507" y="901128"/>
                  <a:pt x="770153" y="900944"/>
                  <a:pt x="784007" y="886863"/>
                </a:cubicBezTo>
                <a:lnTo>
                  <a:pt x="864319" y="805239"/>
                </a:lnTo>
                <a:lnTo>
                  <a:pt x="869302" y="797600"/>
                </a:lnTo>
                <a:lnTo>
                  <a:pt x="871992" y="793612"/>
                </a:lnTo>
                <a:lnTo>
                  <a:pt x="872069" y="793358"/>
                </a:lnTo>
                <a:lnTo>
                  <a:pt x="872080" y="793343"/>
                </a:lnTo>
                <a:lnTo>
                  <a:pt x="872088" y="793303"/>
                </a:lnTo>
                <a:lnTo>
                  <a:pt x="874076" y="786899"/>
                </a:lnTo>
                <a:cubicBezTo>
                  <a:pt x="874552" y="784570"/>
                  <a:pt x="874802" y="782160"/>
                  <a:pt x="874802" y="779690"/>
                </a:cubicBezTo>
                <a:cubicBezTo>
                  <a:pt x="874801" y="777222"/>
                  <a:pt x="874552" y="774810"/>
                  <a:pt x="874075" y="772482"/>
                </a:cubicBezTo>
                <a:lnTo>
                  <a:pt x="872087" y="766077"/>
                </a:lnTo>
                <a:lnTo>
                  <a:pt x="872080" y="766038"/>
                </a:lnTo>
                <a:lnTo>
                  <a:pt x="872070" y="766023"/>
                </a:lnTo>
                <a:lnTo>
                  <a:pt x="871992" y="765768"/>
                </a:lnTo>
                <a:lnTo>
                  <a:pt x="869291" y="761764"/>
                </a:lnTo>
                <a:lnTo>
                  <a:pt x="864318" y="754142"/>
                </a:lnTo>
                <a:lnTo>
                  <a:pt x="784006" y="672518"/>
                </a:lnTo>
                <a:cubicBezTo>
                  <a:pt x="777079" y="665477"/>
                  <a:pt x="767954" y="661911"/>
                  <a:pt x="758801" y="661837"/>
                </a:cubicBezTo>
                <a:close/>
                <a:moveTo>
                  <a:pt x="364661" y="558282"/>
                </a:moveTo>
                <a:cubicBezTo>
                  <a:pt x="355509" y="558355"/>
                  <a:pt x="346384" y="561922"/>
                  <a:pt x="339457" y="568962"/>
                </a:cubicBezTo>
                <a:lnTo>
                  <a:pt x="259145" y="650587"/>
                </a:lnTo>
                <a:lnTo>
                  <a:pt x="254172" y="658209"/>
                </a:lnTo>
                <a:lnTo>
                  <a:pt x="251473" y="662213"/>
                </a:lnTo>
                <a:lnTo>
                  <a:pt x="251394" y="662469"/>
                </a:lnTo>
                <a:lnTo>
                  <a:pt x="251384" y="662482"/>
                </a:lnTo>
                <a:lnTo>
                  <a:pt x="251377" y="662522"/>
                </a:lnTo>
                <a:lnTo>
                  <a:pt x="249388" y="668927"/>
                </a:lnTo>
                <a:cubicBezTo>
                  <a:pt x="248912" y="671255"/>
                  <a:pt x="248662" y="673667"/>
                  <a:pt x="248662" y="676135"/>
                </a:cubicBezTo>
                <a:cubicBezTo>
                  <a:pt x="248662" y="678605"/>
                  <a:pt x="248913" y="681015"/>
                  <a:pt x="249389" y="683344"/>
                </a:cubicBezTo>
                <a:lnTo>
                  <a:pt x="251377" y="689748"/>
                </a:lnTo>
                <a:lnTo>
                  <a:pt x="251383" y="689789"/>
                </a:lnTo>
                <a:lnTo>
                  <a:pt x="251393" y="689803"/>
                </a:lnTo>
                <a:lnTo>
                  <a:pt x="251473" y="690057"/>
                </a:lnTo>
                <a:lnTo>
                  <a:pt x="254161" y="694045"/>
                </a:lnTo>
                <a:lnTo>
                  <a:pt x="259145" y="701683"/>
                </a:lnTo>
                <a:lnTo>
                  <a:pt x="339457" y="783309"/>
                </a:lnTo>
                <a:cubicBezTo>
                  <a:pt x="353311" y="797389"/>
                  <a:pt x="375956" y="797573"/>
                  <a:pt x="390037" y="783719"/>
                </a:cubicBezTo>
                <a:cubicBezTo>
                  <a:pt x="404118" y="769864"/>
                  <a:pt x="404302" y="747219"/>
                  <a:pt x="390448" y="733138"/>
                </a:cubicBezTo>
                <a:lnTo>
                  <a:pt x="369553" y="711902"/>
                </a:lnTo>
                <a:lnTo>
                  <a:pt x="580730" y="711901"/>
                </a:lnTo>
                <a:cubicBezTo>
                  <a:pt x="590607" y="711902"/>
                  <a:pt x="599548" y="707899"/>
                  <a:pt x="606020" y="701426"/>
                </a:cubicBezTo>
                <a:lnTo>
                  <a:pt x="616497" y="676135"/>
                </a:lnTo>
                <a:lnTo>
                  <a:pt x="606021" y="650843"/>
                </a:lnTo>
                <a:cubicBezTo>
                  <a:pt x="599549" y="644371"/>
                  <a:pt x="590606" y="640368"/>
                  <a:pt x="580730" y="640368"/>
                </a:cubicBezTo>
                <a:lnTo>
                  <a:pt x="369554" y="640368"/>
                </a:lnTo>
                <a:lnTo>
                  <a:pt x="390448" y="619133"/>
                </a:lnTo>
                <a:cubicBezTo>
                  <a:pt x="404302" y="605052"/>
                  <a:pt x="404118" y="582406"/>
                  <a:pt x="390038" y="568551"/>
                </a:cubicBezTo>
                <a:lnTo>
                  <a:pt x="390038" y="568553"/>
                </a:lnTo>
                <a:cubicBezTo>
                  <a:pt x="382997" y="561625"/>
                  <a:pt x="373815" y="558207"/>
                  <a:pt x="364661" y="558282"/>
                </a:cubicBezTo>
                <a:close/>
                <a:moveTo>
                  <a:pt x="758801" y="329475"/>
                </a:moveTo>
                <a:cubicBezTo>
                  <a:pt x="749649" y="329401"/>
                  <a:pt x="740466" y="332819"/>
                  <a:pt x="733427" y="339746"/>
                </a:cubicBezTo>
                <a:lnTo>
                  <a:pt x="733426" y="339746"/>
                </a:lnTo>
                <a:cubicBezTo>
                  <a:pt x="719345" y="353600"/>
                  <a:pt x="719161" y="376245"/>
                  <a:pt x="733017" y="390327"/>
                </a:cubicBezTo>
                <a:lnTo>
                  <a:pt x="753909" y="411562"/>
                </a:lnTo>
                <a:lnTo>
                  <a:pt x="542733" y="411561"/>
                </a:lnTo>
                <a:cubicBezTo>
                  <a:pt x="532856" y="411562"/>
                  <a:pt x="523915" y="415565"/>
                  <a:pt x="517443" y="422037"/>
                </a:cubicBezTo>
                <a:lnTo>
                  <a:pt x="506967" y="447329"/>
                </a:lnTo>
                <a:lnTo>
                  <a:pt x="517443" y="472620"/>
                </a:lnTo>
                <a:cubicBezTo>
                  <a:pt x="523916" y="479093"/>
                  <a:pt x="532857" y="483097"/>
                  <a:pt x="542734" y="483095"/>
                </a:cubicBezTo>
                <a:lnTo>
                  <a:pt x="753910" y="483096"/>
                </a:lnTo>
                <a:lnTo>
                  <a:pt x="733016" y="504333"/>
                </a:lnTo>
                <a:cubicBezTo>
                  <a:pt x="719162" y="518413"/>
                  <a:pt x="719345" y="541059"/>
                  <a:pt x="733426" y="554913"/>
                </a:cubicBezTo>
                <a:cubicBezTo>
                  <a:pt x="747507" y="568767"/>
                  <a:pt x="770152" y="568583"/>
                  <a:pt x="784007" y="554503"/>
                </a:cubicBezTo>
                <a:lnTo>
                  <a:pt x="864318" y="472878"/>
                </a:lnTo>
                <a:lnTo>
                  <a:pt x="869302" y="465238"/>
                </a:lnTo>
                <a:lnTo>
                  <a:pt x="871991" y="461251"/>
                </a:lnTo>
                <a:lnTo>
                  <a:pt x="872070" y="460997"/>
                </a:lnTo>
                <a:lnTo>
                  <a:pt x="872079" y="460982"/>
                </a:lnTo>
                <a:lnTo>
                  <a:pt x="872087" y="460942"/>
                </a:lnTo>
                <a:lnTo>
                  <a:pt x="874075" y="454537"/>
                </a:lnTo>
                <a:cubicBezTo>
                  <a:pt x="874551" y="452209"/>
                  <a:pt x="874801" y="449799"/>
                  <a:pt x="874801" y="447329"/>
                </a:cubicBezTo>
                <a:cubicBezTo>
                  <a:pt x="874802" y="444860"/>
                  <a:pt x="874552" y="442449"/>
                  <a:pt x="874076" y="440121"/>
                </a:cubicBezTo>
                <a:lnTo>
                  <a:pt x="872087" y="433715"/>
                </a:lnTo>
                <a:lnTo>
                  <a:pt x="872079" y="433677"/>
                </a:lnTo>
                <a:lnTo>
                  <a:pt x="872071" y="433662"/>
                </a:lnTo>
                <a:lnTo>
                  <a:pt x="871991" y="433407"/>
                </a:lnTo>
                <a:lnTo>
                  <a:pt x="869292" y="429403"/>
                </a:lnTo>
                <a:lnTo>
                  <a:pt x="864319" y="421781"/>
                </a:lnTo>
                <a:lnTo>
                  <a:pt x="784007" y="340156"/>
                </a:lnTo>
                <a:cubicBezTo>
                  <a:pt x="777079" y="333117"/>
                  <a:pt x="767954" y="329550"/>
                  <a:pt x="758801" y="329475"/>
                </a:cubicBezTo>
                <a:close/>
                <a:moveTo>
                  <a:pt x="364662" y="225921"/>
                </a:moveTo>
                <a:cubicBezTo>
                  <a:pt x="355509" y="225995"/>
                  <a:pt x="346383" y="229561"/>
                  <a:pt x="339456" y="236601"/>
                </a:cubicBezTo>
                <a:lnTo>
                  <a:pt x="259145" y="318226"/>
                </a:lnTo>
                <a:lnTo>
                  <a:pt x="254173" y="325848"/>
                </a:lnTo>
                <a:lnTo>
                  <a:pt x="251473" y="329852"/>
                </a:lnTo>
                <a:lnTo>
                  <a:pt x="251394" y="330107"/>
                </a:lnTo>
                <a:lnTo>
                  <a:pt x="251384" y="330122"/>
                </a:lnTo>
                <a:lnTo>
                  <a:pt x="251376" y="330161"/>
                </a:lnTo>
                <a:lnTo>
                  <a:pt x="249389" y="336566"/>
                </a:lnTo>
                <a:cubicBezTo>
                  <a:pt x="248912" y="338894"/>
                  <a:pt x="248662" y="341305"/>
                  <a:pt x="248662" y="343774"/>
                </a:cubicBezTo>
                <a:cubicBezTo>
                  <a:pt x="248662" y="346244"/>
                  <a:pt x="248912" y="348654"/>
                  <a:pt x="249389" y="350982"/>
                </a:cubicBezTo>
                <a:lnTo>
                  <a:pt x="251377" y="357387"/>
                </a:lnTo>
                <a:lnTo>
                  <a:pt x="251384" y="357428"/>
                </a:lnTo>
                <a:lnTo>
                  <a:pt x="251393" y="357443"/>
                </a:lnTo>
                <a:lnTo>
                  <a:pt x="251473" y="357696"/>
                </a:lnTo>
                <a:lnTo>
                  <a:pt x="254161" y="361684"/>
                </a:lnTo>
                <a:lnTo>
                  <a:pt x="259145" y="369323"/>
                </a:lnTo>
                <a:lnTo>
                  <a:pt x="339456" y="450948"/>
                </a:lnTo>
                <a:cubicBezTo>
                  <a:pt x="353310" y="465028"/>
                  <a:pt x="375957" y="465212"/>
                  <a:pt x="390037" y="451358"/>
                </a:cubicBezTo>
                <a:cubicBezTo>
                  <a:pt x="404118" y="437503"/>
                  <a:pt x="404302" y="414858"/>
                  <a:pt x="390448" y="400777"/>
                </a:cubicBezTo>
                <a:lnTo>
                  <a:pt x="369553" y="379542"/>
                </a:lnTo>
                <a:lnTo>
                  <a:pt x="580730" y="379541"/>
                </a:lnTo>
                <a:cubicBezTo>
                  <a:pt x="590606" y="379541"/>
                  <a:pt x="599549" y="375538"/>
                  <a:pt x="606021" y="369065"/>
                </a:cubicBezTo>
                <a:lnTo>
                  <a:pt x="616497" y="343774"/>
                </a:lnTo>
                <a:lnTo>
                  <a:pt x="606021" y="318483"/>
                </a:lnTo>
                <a:cubicBezTo>
                  <a:pt x="599549" y="312010"/>
                  <a:pt x="590606" y="308006"/>
                  <a:pt x="580730" y="308006"/>
                </a:cubicBezTo>
                <a:lnTo>
                  <a:pt x="369553" y="308007"/>
                </a:lnTo>
                <a:lnTo>
                  <a:pt x="390447" y="286772"/>
                </a:lnTo>
                <a:cubicBezTo>
                  <a:pt x="404302" y="272691"/>
                  <a:pt x="404118" y="250045"/>
                  <a:pt x="390038" y="236191"/>
                </a:cubicBezTo>
                <a:cubicBezTo>
                  <a:pt x="382997" y="229264"/>
                  <a:pt x="373816" y="225846"/>
                  <a:pt x="364662" y="225921"/>
                </a:cubicBezTo>
                <a:close/>
                <a:moveTo>
                  <a:pt x="99325" y="0"/>
                </a:moveTo>
                <a:lnTo>
                  <a:pt x="1024137" y="0"/>
                </a:lnTo>
                <a:cubicBezTo>
                  <a:pt x="1078993" y="0"/>
                  <a:pt x="1123462" y="44469"/>
                  <a:pt x="1123462" y="99325"/>
                </a:cubicBezTo>
                <a:lnTo>
                  <a:pt x="1123462" y="1024137"/>
                </a:lnTo>
                <a:cubicBezTo>
                  <a:pt x="1123462" y="1078993"/>
                  <a:pt x="1078993" y="1123462"/>
                  <a:pt x="1024137" y="1123462"/>
                </a:cubicBezTo>
                <a:lnTo>
                  <a:pt x="99325" y="1123462"/>
                </a:lnTo>
                <a:cubicBezTo>
                  <a:pt x="44469" y="1123462"/>
                  <a:pt x="0" y="1078993"/>
                  <a:pt x="0" y="1024137"/>
                </a:cubicBezTo>
                <a:lnTo>
                  <a:pt x="0" y="99325"/>
                </a:lnTo>
                <a:cubicBezTo>
                  <a:pt x="0" y="44469"/>
                  <a:pt x="44469" y="0"/>
                  <a:pt x="99325" y="0"/>
                </a:cubicBezTo>
                <a:close/>
              </a:path>
            </a:pathLst>
          </a:custGeom>
          <a:solidFill>
            <a:srgbClr val="00BCEB"/>
          </a:solidFill>
          <a:ln w="25400" cap="flat" cmpd="sng" algn="ctr">
            <a:noFill/>
            <a:prstDash val="solid"/>
          </a:ln>
          <a:effectLst/>
        </p:spPr>
        <p:txBody>
          <a:bodyPr rtlCol="0" anchor="ctr"/>
          <a:lstStyle/>
          <a:p>
            <a:pPr algn="ctr" defTabSz="342512" fontAlgn="base">
              <a:spcBef>
                <a:spcPct val="0"/>
              </a:spcBef>
              <a:spcAft>
                <a:spcPct val="0"/>
              </a:spcAft>
              <a:defRPr/>
            </a:pPr>
            <a:endParaRPr kumimoji="0" lang="en-US" sz="1400" kern="0">
              <a:solidFill>
                <a:srgbClr val="FFFFFF"/>
              </a:solidFill>
              <a:latin typeface="Noto Sans CJK SC Light"/>
            </a:endParaRPr>
          </a:p>
        </p:txBody>
      </p:sp>
      <p:cxnSp>
        <p:nvCxnSpPr>
          <p:cNvPr id="36" name="直线连接符 45">
            <a:extLst>
              <a:ext uri="{FF2B5EF4-FFF2-40B4-BE49-F238E27FC236}">
                <a16:creationId xmlns:a16="http://schemas.microsoft.com/office/drawing/2014/main" id="{77D091D9-83CD-E74A-F581-9598480E55C5}"/>
              </a:ext>
            </a:extLst>
          </p:cNvPr>
          <p:cNvCxnSpPr>
            <a:cxnSpLocks/>
            <a:endCxn id="8" idx="2"/>
          </p:cNvCxnSpPr>
          <p:nvPr/>
        </p:nvCxnSpPr>
        <p:spPr>
          <a:xfrm flipV="1">
            <a:off x="4919674" y="2440442"/>
            <a:ext cx="301882" cy="264137"/>
          </a:xfrm>
          <a:prstGeom prst="line">
            <a:avLst/>
          </a:prstGeom>
          <a:noFill/>
          <a:ln w="6350" cap="flat" cmpd="sng" algn="ctr">
            <a:solidFill>
              <a:schemeClr val="bg1"/>
            </a:solidFill>
            <a:prstDash val="solid"/>
            <a:miter lim="800000"/>
          </a:ln>
          <a:effectLst/>
        </p:spPr>
      </p:cxnSp>
      <p:cxnSp>
        <p:nvCxnSpPr>
          <p:cNvPr id="37" name="直线连接符 48">
            <a:extLst>
              <a:ext uri="{FF2B5EF4-FFF2-40B4-BE49-F238E27FC236}">
                <a16:creationId xmlns:a16="http://schemas.microsoft.com/office/drawing/2014/main" id="{0A516860-16C6-06B3-4027-A818F4EB3E7F}"/>
              </a:ext>
            </a:extLst>
          </p:cNvPr>
          <p:cNvCxnSpPr>
            <a:cxnSpLocks/>
          </p:cNvCxnSpPr>
          <p:nvPr/>
        </p:nvCxnSpPr>
        <p:spPr>
          <a:xfrm flipV="1">
            <a:off x="3690130" y="3896343"/>
            <a:ext cx="1412609" cy="621204"/>
          </a:xfrm>
          <a:prstGeom prst="line">
            <a:avLst/>
          </a:prstGeom>
          <a:noFill/>
          <a:ln w="6350" cap="flat" cmpd="sng" algn="ctr">
            <a:solidFill>
              <a:schemeClr val="bg1"/>
            </a:solidFill>
            <a:prstDash val="solid"/>
            <a:miter lim="800000"/>
          </a:ln>
          <a:effectLst/>
        </p:spPr>
      </p:cxnSp>
      <p:cxnSp>
        <p:nvCxnSpPr>
          <p:cNvPr id="38" name="直线连接符 51">
            <a:extLst>
              <a:ext uri="{FF2B5EF4-FFF2-40B4-BE49-F238E27FC236}">
                <a16:creationId xmlns:a16="http://schemas.microsoft.com/office/drawing/2014/main" id="{C447E945-715F-71BB-901C-77F8A8C4E6F3}"/>
              </a:ext>
            </a:extLst>
          </p:cNvPr>
          <p:cNvCxnSpPr>
            <a:cxnSpLocks/>
            <a:stCxn id="393" idx="5"/>
          </p:cNvCxnSpPr>
          <p:nvPr/>
        </p:nvCxnSpPr>
        <p:spPr>
          <a:xfrm>
            <a:off x="5396182" y="2308904"/>
            <a:ext cx="4627656" cy="2162941"/>
          </a:xfrm>
          <a:prstGeom prst="line">
            <a:avLst/>
          </a:prstGeom>
          <a:noFill/>
          <a:ln w="6350" cap="flat" cmpd="sng" algn="ctr">
            <a:solidFill>
              <a:schemeClr val="accent5"/>
            </a:solidFill>
            <a:prstDash val="solid"/>
            <a:miter lim="800000"/>
          </a:ln>
          <a:effectLst/>
        </p:spPr>
      </p:cxnSp>
      <p:cxnSp>
        <p:nvCxnSpPr>
          <p:cNvPr id="39" name="直线连接符 55">
            <a:extLst>
              <a:ext uri="{FF2B5EF4-FFF2-40B4-BE49-F238E27FC236}">
                <a16:creationId xmlns:a16="http://schemas.microsoft.com/office/drawing/2014/main" id="{3C4D0B46-6B4B-7B81-1511-5B3254815127}"/>
              </a:ext>
            </a:extLst>
          </p:cNvPr>
          <p:cNvCxnSpPr>
            <a:cxnSpLocks/>
            <a:stCxn id="393" idx="4"/>
          </p:cNvCxnSpPr>
          <p:nvPr/>
        </p:nvCxnSpPr>
        <p:spPr>
          <a:xfrm>
            <a:off x="5284557" y="2352940"/>
            <a:ext cx="4739281" cy="2184224"/>
          </a:xfrm>
          <a:prstGeom prst="line">
            <a:avLst/>
          </a:prstGeom>
          <a:noFill/>
          <a:ln w="6350" cap="flat" cmpd="sng" algn="ctr">
            <a:solidFill>
              <a:schemeClr val="accent5"/>
            </a:solidFill>
            <a:prstDash val="solid"/>
            <a:miter lim="800000"/>
          </a:ln>
          <a:effectLst/>
        </p:spPr>
      </p:cxnSp>
      <p:sp>
        <p:nvSpPr>
          <p:cNvPr id="41" name="Oval 11">
            <a:extLst>
              <a:ext uri="{FF2B5EF4-FFF2-40B4-BE49-F238E27FC236}">
                <a16:creationId xmlns:a16="http://schemas.microsoft.com/office/drawing/2014/main" id="{599AE109-83A3-F775-06E7-142178C050D7}"/>
              </a:ext>
            </a:extLst>
          </p:cNvPr>
          <p:cNvSpPr/>
          <p:nvPr/>
        </p:nvSpPr>
        <p:spPr>
          <a:xfrm rot="8100000">
            <a:off x="8732204" y="5020884"/>
            <a:ext cx="1310863" cy="322212"/>
          </a:xfrm>
          <a:prstGeom prst="ellipse">
            <a:avLst/>
          </a:prstGeom>
          <a:noFill/>
          <a:ln w="25400" cap="flat" cmpd="sng" algn="ctr">
            <a:solidFill>
              <a:srgbClr val="828282">
                <a:lumMod val="20000"/>
                <a:lumOff val="80000"/>
              </a:srgbClr>
            </a:solidFill>
            <a:prstDash val="solid"/>
          </a:ln>
          <a:effectLst/>
        </p:spPr>
        <p:txBody>
          <a:bodyPr rtlCol="0" anchor="ctr"/>
          <a:lstStyle/>
          <a:p>
            <a:pPr marL="0" marR="0" lvl="0" indent="0" algn="ctr" defTabSz="342900" eaLnBrk="1" fontAlgn="base" latinLnBrk="0" hangingPunct="1">
              <a:lnSpc>
                <a:spcPct val="100000"/>
              </a:lnSpc>
              <a:spcBef>
                <a:spcPct val="0"/>
              </a:spcBef>
              <a:spcAft>
                <a:spcPct val="0"/>
              </a:spcAft>
              <a:buClrTx/>
              <a:buSzTx/>
              <a:buFontTx/>
              <a:buNone/>
              <a:tabLst/>
              <a:defRPr/>
            </a:pPr>
            <a:endParaRPr kumimoji="0" lang="en-US" sz="1400" b="0" i="0" u="none" strike="noStrike" kern="0" cap="none" spc="0" normalizeH="0" baseline="0" noProof="0">
              <a:ln>
                <a:noFill/>
              </a:ln>
              <a:solidFill>
                <a:srgbClr val="FFFFFF"/>
              </a:solidFill>
              <a:effectLst/>
              <a:uLnTx/>
              <a:uFillTx/>
              <a:latin typeface="Noto Sans CJK SC Light"/>
            </a:endParaRPr>
          </a:p>
        </p:txBody>
      </p:sp>
      <p:sp>
        <p:nvSpPr>
          <p:cNvPr id="42" name="Oval 11">
            <a:extLst>
              <a:ext uri="{FF2B5EF4-FFF2-40B4-BE49-F238E27FC236}">
                <a16:creationId xmlns:a16="http://schemas.microsoft.com/office/drawing/2014/main" id="{AC0D8051-2595-7C68-2947-9B8163C1A51D}"/>
              </a:ext>
            </a:extLst>
          </p:cNvPr>
          <p:cNvSpPr/>
          <p:nvPr/>
        </p:nvSpPr>
        <p:spPr>
          <a:xfrm rot="5400000">
            <a:off x="9347296" y="5163642"/>
            <a:ext cx="1248453" cy="338319"/>
          </a:xfrm>
          <a:prstGeom prst="ellipse">
            <a:avLst/>
          </a:prstGeom>
          <a:noFill/>
          <a:ln w="25400" cap="flat" cmpd="sng" algn="ctr">
            <a:solidFill>
              <a:srgbClr val="828282">
                <a:lumMod val="20000"/>
                <a:lumOff val="80000"/>
              </a:srgbClr>
            </a:solidFill>
            <a:prstDash val="solid"/>
          </a:ln>
          <a:effectLst/>
        </p:spPr>
        <p:txBody>
          <a:bodyPr rtlCol="0" anchor="ctr"/>
          <a:lstStyle/>
          <a:p>
            <a:pPr marL="0" marR="0" lvl="0" indent="0" algn="ctr" defTabSz="342900" eaLnBrk="1" fontAlgn="base" latinLnBrk="0" hangingPunct="1">
              <a:lnSpc>
                <a:spcPct val="100000"/>
              </a:lnSpc>
              <a:spcBef>
                <a:spcPct val="0"/>
              </a:spcBef>
              <a:spcAft>
                <a:spcPct val="0"/>
              </a:spcAft>
              <a:buClrTx/>
              <a:buSzTx/>
              <a:buFontTx/>
              <a:buNone/>
              <a:tabLst/>
              <a:defRPr/>
            </a:pPr>
            <a:endParaRPr kumimoji="0" lang="en-US" sz="1400" b="0" i="0" u="none" strike="noStrike" kern="0" cap="none" spc="0" normalizeH="0" baseline="0" noProof="0">
              <a:ln>
                <a:noFill/>
              </a:ln>
              <a:solidFill>
                <a:srgbClr val="FFFFFF"/>
              </a:solidFill>
              <a:effectLst/>
              <a:uLnTx/>
              <a:uFillTx/>
              <a:latin typeface="Noto Sans CJK SC Light"/>
            </a:endParaRPr>
          </a:p>
        </p:txBody>
      </p:sp>
      <p:sp>
        <p:nvSpPr>
          <p:cNvPr id="47" name="Oval 11">
            <a:extLst>
              <a:ext uri="{FF2B5EF4-FFF2-40B4-BE49-F238E27FC236}">
                <a16:creationId xmlns:a16="http://schemas.microsoft.com/office/drawing/2014/main" id="{F5392B15-1DFB-451B-0A63-D1F97525C38C}"/>
              </a:ext>
            </a:extLst>
          </p:cNvPr>
          <p:cNvSpPr/>
          <p:nvPr/>
        </p:nvSpPr>
        <p:spPr>
          <a:xfrm rot="2700000">
            <a:off x="9945737" y="5015145"/>
            <a:ext cx="1248453" cy="338319"/>
          </a:xfrm>
          <a:prstGeom prst="ellipse">
            <a:avLst/>
          </a:prstGeom>
          <a:noFill/>
          <a:ln w="25400" cap="flat" cmpd="sng" algn="ctr">
            <a:solidFill>
              <a:srgbClr val="828282">
                <a:lumMod val="20000"/>
                <a:lumOff val="80000"/>
              </a:srgbClr>
            </a:solidFill>
            <a:prstDash val="solid"/>
          </a:ln>
          <a:effectLst/>
        </p:spPr>
        <p:txBody>
          <a:bodyPr rtlCol="0" anchor="ctr"/>
          <a:lstStyle/>
          <a:p>
            <a:pPr marL="0" marR="0" lvl="0" indent="0" algn="ctr" defTabSz="342900" eaLnBrk="1" fontAlgn="base" latinLnBrk="0" hangingPunct="1">
              <a:lnSpc>
                <a:spcPct val="100000"/>
              </a:lnSpc>
              <a:spcBef>
                <a:spcPct val="0"/>
              </a:spcBef>
              <a:spcAft>
                <a:spcPct val="0"/>
              </a:spcAft>
              <a:buClrTx/>
              <a:buSzTx/>
              <a:buFontTx/>
              <a:buNone/>
              <a:tabLst/>
              <a:defRPr/>
            </a:pPr>
            <a:endParaRPr kumimoji="0" lang="en-US" sz="1400" b="0" i="0" u="none" strike="noStrike" kern="0" cap="none" spc="0" normalizeH="0" baseline="0" noProof="0">
              <a:ln>
                <a:noFill/>
              </a:ln>
              <a:solidFill>
                <a:srgbClr val="FFFFFF"/>
              </a:solidFill>
              <a:effectLst/>
              <a:uLnTx/>
              <a:uFillTx/>
              <a:latin typeface="Noto Sans CJK SC Light"/>
            </a:endParaRPr>
          </a:p>
        </p:txBody>
      </p:sp>
      <p:sp>
        <p:nvSpPr>
          <p:cNvPr id="54" name="Rounded Rectangle 25">
            <a:extLst>
              <a:ext uri="{FF2B5EF4-FFF2-40B4-BE49-F238E27FC236}">
                <a16:creationId xmlns:a16="http://schemas.microsoft.com/office/drawing/2014/main" id="{1DF8C92F-7FDD-1C94-28A1-64D5252B811E}"/>
              </a:ext>
            </a:extLst>
          </p:cNvPr>
          <p:cNvSpPr/>
          <p:nvPr/>
        </p:nvSpPr>
        <p:spPr>
          <a:xfrm>
            <a:off x="4824768" y="2708748"/>
            <a:ext cx="338319" cy="322212"/>
          </a:xfrm>
          <a:custGeom>
            <a:avLst/>
            <a:gdLst/>
            <a:ahLst/>
            <a:cxnLst/>
            <a:rect l="l" t="t" r="r" b="b"/>
            <a:pathLst>
              <a:path w="1123462" h="1123462">
                <a:moveTo>
                  <a:pt x="758801" y="661837"/>
                </a:moveTo>
                <a:cubicBezTo>
                  <a:pt x="749648" y="661762"/>
                  <a:pt x="740466" y="665180"/>
                  <a:pt x="733427" y="672107"/>
                </a:cubicBezTo>
                <a:cubicBezTo>
                  <a:pt x="719346" y="685961"/>
                  <a:pt x="719161" y="708607"/>
                  <a:pt x="733016" y="722687"/>
                </a:cubicBezTo>
                <a:lnTo>
                  <a:pt x="753910" y="743923"/>
                </a:lnTo>
                <a:lnTo>
                  <a:pt x="542733" y="743923"/>
                </a:lnTo>
                <a:cubicBezTo>
                  <a:pt x="532857" y="743923"/>
                  <a:pt x="523914" y="747926"/>
                  <a:pt x="517443" y="754399"/>
                </a:cubicBezTo>
                <a:lnTo>
                  <a:pt x="506967" y="779690"/>
                </a:lnTo>
                <a:lnTo>
                  <a:pt x="517443" y="804981"/>
                </a:lnTo>
                <a:cubicBezTo>
                  <a:pt x="523916" y="811453"/>
                  <a:pt x="532858" y="815458"/>
                  <a:pt x="542734" y="815457"/>
                </a:cubicBezTo>
                <a:lnTo>
                  <a:pt x="753910" y="815457"/>
                </a:lnTo>
                <a:lnTo>
                  <a:pt x="733016" y="836693"/>
                </a:lnTo>
                <a:cubicBezTo>
                  <a:pt x="719162" y="850774"/>
                  <a:pt x="719346" y="873420"/>
                  <a:pt x="733426" y="887274"/>
                </a:cubicBezTo>
                <a:cubicBezTo>
                  <a:pt x="747507" y="901128"/>
                  <a:pt x="770153" y="900944"/>
                  <a:pt x="784007" y="886863"/>
                </a:cubicBezTo>
                <a:lnTo>
                  <a:pt x="864319" y="805239"/>
                </a:lnTo>
                <a:lnTo>
                  <a:pt x="869302" y="797600"/>
                </a:lnTo>
                <a:lnTo>
                  <a:pt x="871992" y="793612"/>
                </a:lnTo>
                <a:lnTo>
                  <a:pt x="872069" y="793358"/>
                </a:lnTo>
                <a:lnTo>
                  <a:pt x="872080" y="793343"/>
                </a:lnTo>
                <a:lnTo>
                  <a:pt x="872088" y="793303"/>
                </a:lnTo>
                <a:lnTo>
                  <a:pt x="874076" y="786899"/>
                </a:lnTo>
                <a:cubicBezTo>
                  <a:pt x="874552" y="784570"/>
                  <a:pt x="874802" y="782160"/>
                  <a:pt x="874802" y="779690"/>
                </a:cubicBezTo>
                <a:cubicBezTo>
                  <a:pt x="874801" y="777222"/>
                  <a:pt x="874552" y="774810"/>
                  <a:pt x="874075" y="772482"/>
                </a:cubicBezTo>
                <a:lnTo>
                  <a:pt x="872087" y="766077"/>
                </a:lnTo>
                <a:lnTo>
                  <a:pt x="872080" y="766038"/>
                </a:lnTo>
                <a:lnTo>
                  <a:pt x="872070" y="766023"/>
                </a:lnTo>
                <a:lnTo>
                  <a:pt x="871992" y="765768"/>
                </a:lnTo>
                <a:lnTo>
                  <a:pt x="869291" y="761764"/>
                </a:lnTo>
                <a:lnTo>
                  <a:pt x="864318" y="754142"/>
                </a:lnTo>
                <a:lnTo>
                  <a:pt x="784006" y="672518"/>
                </a:lnTo>
                <a:cubicBezTo>
                  <a:pt x="777079" y="665477"/>
                  <a:pt x="767954" y="661911"/>
                  <a:pt x="758801" y="661837"/>
                </a:cubicBezTo>
                <a:close/>
                <a:moveTo>
                  <a:pt x="364661" y="558282"/>
                </a:moveTo>
                <a:cubicBezTo>
                  <a:pt x="355509" y="558355"/>
                  <a:pt x="346384" y="561922"/>
                  <a:pt x="339457" y="568962"/>
                </a:cubicBezTo>
                <a:lnTo>
                  <a:pt x="259145" y="650587"/>
                </a:lnTo>
                <a:lnTo>
                  <a:pt x="254172" y="658209"/>
                </a:lnTo>
                <a:lnTo>
                  <a:pt x="251473" y="662213"/>
                </a:lnTo>
                <a:lnTo>
                  <a:pt x="251394" y="662469"/>
                </a:lnTo>
                <a:lnTo>
                  <a:pt x="251384" y="662482"/>
                </a:lnTo>
                <a:lnTo>
                  <a:pt x="251377" y="662522"/>
                </a:lnTo>
                <a:lnTo>
                  <a:pt x="249388" y="668927"/>
                </a:lnTo>
                <a:cubicBezTo>
                  <a:pt x="248912" y="671255"/>
                  <a:pt x="248662" y="673667"/>
                  <a:pt x="248662" y="676135"/>
                </a:cubicBezTo>
                <a:cubicBezTo>
                  <a:pt x="248662" y="678605"/>
                  <a:pt x="248913" y="681015"/>
                  <a:pt x="249389" y="683344"/>
                </a:cubicBezTo>
                <a:lnTo>
                  <a:pt x="251377" y="689748"/>
                </a:lnTo>
                <a:lnTo>
                  <a:pt x="251383" y="689789"/>
                </a:lnTo>
                <a:lnTo>
                  <a:pt x="251393" y="689803"/>
                </a:lnTo>
                <a:lnTo>
                  <a:pt x="251473" y="690057"/>
                </a:lnTo>
                <a:lnTo>
                  <a:pt x="254161" y="694045"/>
                </a:lnTo>
                <a:lnTo>
                  <a:pt x="259145" y="701683"/>
                </a:lnTo>
                <a:lnTo>
                  <a:pt x="339457" y="783309"/>
                </a:lnTo>
                <a:cubicBezTo>
                  <a:pt x="353311" y="797389"/>
                  <a:pt x="375956" y="797573"/>
                  <a:pt x="390037" y="783719"/>
                </a:cubicBezTo>
                <a:cubicBezTo>
                  <a:pt x="404118" y="769864"/>
                  <a:pt x="404302" y="747219"/>
                  <a:pt x="390448" y="733138"/>
                </a:cubicBezTo>
                <a:lnTo>
                  <a:pt x="369553" y="711902"/>
                </a:lnTo>
                <a:lnTo>
                  <a:pt x="580730" y="711901"/>
                </a:lnTo>
                <a:cubicBezTo>
                  <a:pt x="590607" y="711902"/>
                  <a:pt x="599548" y="707899"/>
                  <a:pt x="606020" y="701426"/>
                </a:cubicBezTo>
                <a:lnTo>
                  <a:pt x="616497" y="676135"/>
                </a:lnTo>
                <a:lnTo>
                  <a:pt x="606021" y="650843"/>
                </a:lnTo>
                <a:cubicBezTo>
                  <a:pt x="599549" y="644371"/>
                  <a:pt x="590606" y="640368"/>
                  <a:pt x="580730" y="640368"/>
                </a:cubicBezTo>
                <a:lnTo>
                  <a:pt x="369554" y="640368"/>
                </a:lnTo>
                <a:lnTo>
                  <a:pt x="390448" y="619133"/>
                </a:lnTo>
                <a:cubicBezTo>
                  <a:pt x="404302" y="605052"/>
                  <a:pt x="404118" y="582406"/>
                  <a:pt x="390038" y="568551"/>
                </a:cubicBezTo>
                <a:lnTo>
                  <a:pt x="390038" y="568553"/>
                </a:lnTo>
                <a:cubicBezTo>
                  <a:pt x="382997" y="561625"/>
                  <a:pt x="373815" y="558207"/>
                  <a:pt x="364661" y="558282"/>
                </a:cubicBezTo>
                <a:close/>
                <a:moveTo>
                  <a:pt x="758801" y="329475"/>
                </a:moveTo>
                <a:cubicBezTo>
                  <a:pt x="749649" y="329401"/>
                  <a:pt x="740466" y="332819"/>
                  <a:pt x="733427" y="339746"/>
                </a:cubicBezTo>
                <a:lnTo>
                  <a:pt x="733426" y="339746"/>
                </a:lnTo>
                <a:cubicBezTo>
                  <a:pt x="719345" y="353600"/>
                  <a:pt x="719161" y="376245"/>
                  <a:pt x="733017" y="390327"/>
                </a:cubicBezTo>
                <a:lnTo>
                  <a:pt x="753909" y="411562"/>
                </a:lnTo>
                <a:lnTo>
                  <a:pt x="542733" y="411561"/>
                </a:lnTo>
                <a:cubicBezTo>
                  <a:pt x="532856" y="411562"/>
                  <a:pt x="523915" y="415565"/>
                  <a:pt x="517443" y="422037"/>
                </a:cubicBezTo>
                <a:lnTo>
                  <a:pt x="506967" y="447329"/>
                </a:lnTo>
                <a:lnTo>
                  <a:pt x="517443" y="472620"/>
                </a:lnTo>
                <a:cubicBezTo>
                  <a:pt x="523916" y="479093"/>
                  <a:pt x="532857" y="483097"/>
                  <a:pt x="542734" y="483095"/>
                </a:cubicBezTo>
                <a:lnTo>
                  <a:pt x="753910" y="483096"/>
                </a:lnTo>
                <a:lnTo>
                  <a:pt x="733016" y="504333"/>
                </a:lnTo>
                <a:cubicBezTo>
                  <a:pt x="719162" y="518413"/>
                  <a:pt x="719345" y="541059"/>
                  <a:pt x="733426" y="554913"/>
                </a:cubicBezTo>
                <a:cubicBezTo>
                  <a:pt x="747507" y="568767"/>
                  <a:pt x="770152" y="568583"/>
                  <a:pt x="784007" y="554503"/>
                </a:cubicBezTo>
                <a:lnTo>
                  <a:pt x="864318" y="472878"/>
                </a:lnTo>
                <a:lnTo>
                  <a:pt x="869302" y="465238"/>
                </a:lnTo>
                <a:lnTo>
                  <a:pt x="871991" y="461251"/>
                </a:lnTo>
                <a:lnTo>
                  <a:pt x="872070" y="460997"/>
                </a:lnTo>
                <a:lnTo>
                  <a:pt x="872079" y="460982"/>
                </a:lnTo>
                <a:lnTo>
                  <a:pt x="872087" y="460942"/>
                </a:lnTo>
                <a:lnTo>
                  <a:pt x="874075" y="454537"/>
                </a:lnTo>
                <a:cubicBezTo>
                  <a:pt x="874551" y="452209"/>
                  <a:pt x="874801" y="449799"/>
                  <a:pt x="874801" y="447329"/>
                </a:cubicBezTo>
                <a:cubicBezTo>
                  <a:pt x="874802" y="444860"/>
                  <a:pt x="874552" y="442449"/>
                  <a:pt x="874076" y="440121"/>
                </a:cubicBezTo>
                <a:lnTo>
                  <a:pt x="872087" y="433715"/>
                </a:lnTo>
                <a:lnTo>
                  <a:pt x="872079" y="433677"/>
                </a:lnTo>
                <a:lnTo>
                  <a:pt x="872071" y="433662"/>
                </a:lnTo>
                <a:lnTo>
                  <a:pt x="871991" y="433407"/>
                </a:lnTo>
                <a:lnTo>
                  <a:pt x="869292" y="429403"/>
                </a:lnTo>
                <a:lnTo>
                  <a:pt x="864319" y="421781"/>
                </a:lnTo>
                <a:lnTo>
                  <a:pt x="784007" y="340156"/>
                </a:lnTo>
                <a:cubicBezTo>
                  <a:pt x="777079" y="333117"/>
                  <a:pt x="767954" y="329550"/>
                  <a:pt x="758801" y="329475"/>
                </a:cubicBezTo>
                <a:close/>
                <a:moveTo>
                  <a:pt x="364662" y="225921"/>
                </a:moveTo>
                <a:cubicBezTo>
                  <a:pt x="355509" y="225995"/>
                  <a:pt x="346383" y="229561"/>
                  <a:pt x="339456" y="236601"/>
                </a:cubicBezTo>
                <a:lnTo>
                  <a:pt x="259145" y="318226"/>
                </a:lnTo>
                <a:lnTo>
                  <a:pt x="254173" y="325848"/>
                </a:lnTo>
                <a:lnTo>
                  <a:pt x="251473" y="329852"/>
                </a:lnTo>
                <a:lnTo>
                  <a:pt x="251394" y="330107"/>
                </a:lnTo>
                <a:lnTo>
                  <a:pt x="251384" y="330122"/>
                </a:lnTo>
                <a:lnTo>
                  <a:pt x="251376" y="330161"/>
                </a:lnTo>
                <a:lnTo>
                  <a:pt x="249389" y="336566"/>
                </a:lnTo>
                <a:cubicBezTo>
                  <a:pt x="248912" y="338894"/>
                  <a:pt x="248662" y="341305"/>
                  <a:pt x="248662" y="343774"/>
                </a:cubicBezTo>
                <a:cubicBezTo>
                  <a:pt x="248662" y="346244"/>
                  <a:pt x="248912" y="348654"/>
                  <a:pt x="249389" y="350982"/>
                </a:cubicBezTo>
                <a:lnTo>
                  <a:pt x="251377" y="357387"/>
                </a:lnTo>
                <a:lnTo>
                  <a:pt x="251384" y="357428"/>
                </a:lnTo>
                <a:lnTo>
                  <a:pt x="251393" y="357443"/>
                </a:lnTo>
                <a:lnTo>
                  <a:pt x="251473" y="357696"/>
                </a:lnTo>
                <a:lnTo>
                  <a:pt x="254161" y="361684"/>
                </a:lnTo>
                <a:lnTo>
                  <a:pt x="259145" y="369323"/>
                </a:lnTo>
                <a:lnTo>
                  <a:pt x="339456" y="450948"/>
                </a:lnTo>
                <a:cubicBezTo>
                  <a:pt x="353310" y="465028"/>
                  <a:pt x="375957" y="465212"/>
                  <a:pt x="390037" y="451358"/>
                </a:cubicBezTo>
                <a:cubicBezTo>
                  <a:pt x="404118" y="437503"/>
                  <a:pt x="404302" y="414858"/>
                  <a:pt x="390448" y="400777"/>
                </a:cubicBezTo>
                <a:lnTo>
                  <a:pt x="369553" y="379542"/>
                </a:lnTo>
                <a:lnTo>
                  <a:pt x="580730" y="379541"/>
                </a:lnTo>
                <a:cubicBezTo>
                  <a:pt x="590606" y="379541"/>
                  <a:pt x="599549" y="375538"/>
                  <a:pt x="606021" y="369065"/>
                </a:cubicBezTo>
                <a:lnTo>
                  <a:pt x="616497" y="343774"/>
                </a:lnTo>
                <a:lnTo>
                  <a:pt x="606021" y="318483"/>
                </a:lnTo>
                <a:cubicBezTo>
                  <a:pt x="599549" y="312010"/>
                  <a:pt x="590606" y="308006"/>
                  <a:pt x="580730" y="308006"/>
                </a:cubicBezTo>
                <a:lnTo>
                  <a:pt x="369553" y="308007"/>
                </a:lnTo>
                <a:lnTo>
                  <a:pt x="390447" y="286772"/>
                </a:lnTo>
                <a:cubicBezTo>
                  <a:pt x="404302" y="272691"/>
                  <a:pt x="404118" y="250045"/>
                  <a:pt x="390038" y="236191"/>
                </a:cubicBezTo>
                <a:cubicBezTo>
                  <a:pt x="382997" y="229264"/>
                  <a:pt x="373816" y="225846"/>
                  <a:pt x="364662" y="225921"/>
                </a:cubicBezTo>
                <a:close/>
                <a:moveTo>
                  <a:pt x="99325" y="0"/>
                </a:moveTo>
                <a:lnTo>
                  <a:pt x="1024137" y="0"/>
                </a:lnTo>
                <a:cubicBezTo>
                  <a:pt x="1078993" y="0"/>
                  <a:pt x="1123462" y="44469"/>
                  <a:pt x="1123462" y="99325"/>
                </a:cubicBezTo>
                <a:lnTo>
                  <a:pt x="1123462" y="1024137"/>
                </a:lnTo>
                <a:cubicBezTo>
                  <a:pt x="1123462" y="1078993"/>
                  <a:pt x="1078993" y="1123462"/>
                  <a:pt x="1024137" y="1123462"/>
                </a:cubicBezTo>
                <a:lnTo>
                  <a:pt x="99325" y="1123462"/>
                </a:lnTo>
                <a:cubicBezTo>
                  <a:pt x="44469" y="1123462"/>
                  <a:pt x="0" y="1078993"/>
                  <a:pt x="0" y="1024137"/>
                </a:cubicBezTo>
                <a:lnTo>
                  <a:pt x="0" y="99325"/>
                </a:lnTo>
                <a:cubicBezTo>
                  <a:pt x="0" y="44469"/>
                  <a:pt x="44469" y="0"/>
                  <a:pt x="99325" y="0"/>
                </a:cubicBezTo>
                <a:close/>
              </a:path>
            </a:pathLst>
          </a:custGeom>
          <a:solidFill>
            <a:srgbClr val="3C3C3C">
              <a:lumMod val="25000"/>
              <a:lumOff val="75000"/>
            </a:srgbClr>
          </a:solidFill>
          <a:ln w="25400" cap="flat" cmpd="sng" algn="ctr">
            <a:noFill/>
            <a:prstDash val="solid"/>
          </a:ln>
          <a:effectLst/>
        </p:spPr>
        <p:txBody>
          <a:bodyPr rtlCol="0" anchor="ctr"/>
          <a:lstStyle/>
          <a:p>
            <a:pPr marL="0" marR="0" lvl="0" indent="0" algn="ctr" defTabSz="342512" eaLnBrk="1" fontAlgn="base" latinLnBrk="0" hangingPunct="1">
              <a:lnSpc>
                <a:spcPct val="100000"/>
              </a:lnSpc>
              <a:spcBef>
                <a:spcPct val="0"/>
              </a:spcBef>
              <a:spcAft>
                <a:spcPct val="0"/>
              </a:spcAft>
              <a:buClrTx/>
              <a:buSzTx/>
              <a:buFontTx/>
              <a:buNone/>
              <a:tabLst/>
              <a:defRPr/>
            </a:pPr>
            <a:endParaRPr kumimoji="0" lang="en-US" sz="1400" b="0" i="0" u="none" strike="noStrike" kern="0" cap="none" spc="0" normalizeH="0" baseline="0" noProof="0">
              <a:ln>
                <a:noFill/>
              </a:ln>
              <a:solidFill>
                <a:srgbClr val="2968AF">
                  <a:lumMod val="50000"/>
                </a:srgbClr>
              </a:solidFill>
              <a:effectLst/>
              <a:uLnTx/>
              <a:uFillTx/>
              <a:latin typeface="Noto Sans CJK SC Light"/>
            </a:endParaRPr>
          </a:p>
        </p:txBody>
      </p:sp>
      <p:sp>
        <p:nvSpPr>
          <p:cNvPr id="55" name="Rounded Rectangle 25">
            <a:extLst>
              <a:ext uri="{FF2B5EF4-FFF2-40B4-BE49-F238E27FC236}">
                <a16:creationId xmlns:a16="http://schemas.microsoft.com/office/drawing/2014/main" id="{7161B878-C05B-E1DB-39E1-36828BC697E3}"/>
              </a:ext>
            </a:extLst>
          </p:cNvPr>
          <p:cNvSpPr/>
          <p:nvPr/>
        </p:nvSpPr>
        <p:spPr>
          <a:xfrm>
            <a:off x="4958426" y="2836041"/>
            <a:ext cx="338319" cy="322212"/>
          </a:xfrm>
          <a:custGeom>
            <a:avLst/>
            <a:gdLst/>
            <a:ahLst/>
            <a:cxnLst/>
            <a:rect l="l" t="t" r="r" b="b"/>
            <a:pathLst>
              <a:path w="1123462" h="1123462">
                <a:moveTo>
                  <a:pt x="758801" y="661837"/>
                </a:moveTo>
                <a:cubicBezTo>
                  <a:pt x="749648" y="661762"/>
                  <a:pt x="740466" y="665180"/>
                  <a:pt x="733427" y="672107"/>
                </a:cubicBezTo>
                <a:cubicBezTo>
                  <a:pt x="719346" y="685961"/>
                  <a:pt x="719161" y="708607"/>
                  <a:pt x="733016" y="722687"/>
                </a:cubicBezTo>
                <a:lnTo>
                  <a:pt x="753910" y="743923"/>
                </a:lnTo>
                <a:lnTo>
                  <a:pt x="542733" y="743923"/>
                </a:lnTo>
                <a:cubicBezTo>
                  <a:pt x="532857" y="743923"/>
                  <a:pt x="523914" y="747926"/>
                  <a:pt x="517443" y="754399"/>
                </a:cubicBezTo>
                <a:lnTo>
                  <a:pt x="506967" y="779690"/>
                </a:lnTo>
                <a:lnTo>
                  <a:pt x="517443" y="804981"/>
                </a:lnTo>
                <a:cubicBezTo>
                  <a:pt x="523916" y="811453"/>
                  <a:pt x="532858" y="815458"/>
                  <a:pt x="542734" y="815457"/>
                </a:cubicBezTo>
                <a:lnTo>
                  <a:pt x="753910" y="815457"/>
                </a:lnTo>
                <a:lnTo>
                  <a:pt x="733016" y="836693"/>
                </a:lnTo>
                <a:cubicBezTo>
                  <a:pt x="719162" y="850774"/>
                  <a:pt x="719346" y="873420"/>
                  <a:pt x="733426" y="887274"/>
                </a:cubicBezTo>
                <a:cubicBezTo>
                  <a:pt x="747507" y="901128"/>
                  <a:pt x="770153" y="900944"/>
                  <a:pt x="784007" y="886863"/>
                </a:cubicBezTo>
                <a:lnTo>
                  <a:pt x="864319" y="805239"/>
                </a:lnTo>
                <a:lnTo>
                  <a:pt x="869302" y="797600"/>
                </a:lnTo>
                <a:lnTo>
                  <a:pt x="871992" y="793612"/>
                </a:lnTo>
                <a:lnTo>
                  <a:pt x="872069" y="793358"/>
                </a:lnTo>
                <a:lnTo>
                  <a:pt x="872080" y="793343"/>
                </a:lnTo>
                <a:lnTo>
                  <a:pt x="872088" y="793303"/>
                </a:lnTo>
                <a:lnTo>
                  <a:pt x="874076" y="786899"/>
                </a:lnTo>
                <a:cubicBezTo>
                  <a:pt x="874552" y="784570"/>
                  <a:pt x="874802" y="782160"/>
                  <a:pt x="874802" y="779690"/>
                </a:cubicBezTo>
                <a:cubicBezTo>
                  <a:pt x="874801" y="777222"/>
                  <a:pt x="874552" y="774810"/>
                  <a:pt x="874075" y="772482"/>
                </a:cubicBezTo>
                <a:lnTo>
                  <a:pt x="872087" y="766077"/>
                </a:lnTo>
                <a:lnTo>
                  <a:pt x="872080" y="766038"/>
                </a:lnTo>
                <a:lnTo>
                  <a:pt x="872070" y="766023"/>
                </a:lnTo>
                <a:lnTo>
                  <a:pt x="871992" y="765768"/>
                </a:lnTo>
                <a:lnTo>
                  <a:pt x="869291" y="761764"/>
                </a:lnTo>
                <a:lnTo>
                  <a:pt x="864318" y="754142"/>
                </a:lnTo>
                <a:lnTo>
                  <a:pt x="784006" y="672518"/>
                </a:lnTo>
                <a:cubicBezTo>
                  <a:pt x="777079" y="665477"/>
                  <a:pt x="767954" y="661911"/>
                  <a:pt x="758801" y="661837"/>
                </a:cubicBezTo>
                <a:close/>
                <a:moveTo>
                  <a:pt x="364661" y="558282"/>
                </a:moveTo>
                <a:cubicBezTo>
                  <a:pt x="355509" y="558355"/>
                  <a:pt x="346384" y="561922"/>
                  <a:pt x="339457" y="568962"/>
                </a:cubicBezTo>
                <a:lnTo>
                  <a:pt x="259145" y="650587"/>
                </a:lnTo>
                <a:lnTo>
                  <a:pt x="254172" y="658209"/>
                </a:lnTo>
                <a:lnTo>
                  <a:pt x="251473" y="662213"/>
                </a:lnTo>
                <a:lnTo>
                  <a:pt x="251394" y="662469"/>
                </a:lnTo>
                <a:lnTo>
                  <a:pt x="251384" y="662482"/>
                </a:lnTo>
                <a:lnTo>
                  <a:pt x="251377" y="662522"/>
                </a:lnTo>
                <a:lnTo>
                  <a:pt x="249388" y="668927"/>
                </a:lnTo>
                <a:cubicBezTo>
                  <a:pt x="248912" y="671255"/>
                  <a:pt x="248662" y="673667"/>
                  <a:pt x="248662" y="676135"/>
                </a:cubicBezTo>
                <a:cubicBezTo>
                  <a:pt x="248662" y="678605"/>
                  <a:pt x="248913" y="681015"/>
                  <a:pt x="249389" y="683344"/>
                </a:cubicBezTo>
                <a:lnTo>
                  <a:pt x="251377" y="689748"/>
                </a:lnTo>
                <a:lnTo>
                  <a:pt x="251383" y="689789"/>
                </a:lnTo>
                <a:lnTo>
                  <a:pt x="251393" y="689803"/>
                </a:lnTo>
                <a:lnTo>
                  <a:pt x="251473" y="690057"/>
                </a:lnTo>
                <a:lnTo>
                  <a:pt x="254161" y="694045"/>
                </a:lnTo>
                <a:lnTo>
                  <a:pt x="259145" y="701683"/>
                </a:lnTo>
                <a:lnTo>
                  <a:pt x="339457" y="783309"/>
                </a:lnTo>
                <a:cubicBezTo>
                  <a:pt x="353311" y="797389"/>
                  <a:pt x="375956" y="797573"/>
                  <a:pt x="390037" y="783719"/>
                </a:cubicBezTo>
                <a:cubicBezTo>
                  <a:pt x="404118" y="769864"/>
                  <a:pt x="404302" y="747219"/>
                  <a:pt x="390448" y="733138"/>
                </a:cubicBezTo>
                <a:lnTo>
                  <a:pt x="369553" y="711902"/>
                </a:lnTo>
                <a:lnTo>
                  <a:pt x="580730" y="711901"/>
                </a:lnTo>
                <a:cubicBezTo>
                  <a:pt x="590607" y="711902"/>
                  <a:pt x="599548" y="707899"/>
                  <a:pt x="606020" y="701426"/>
                </a:cubicBezTo>
                <a:lnTo>
                  <a:pt x="616497" y="676135"/>
                </a:lnTo>
                <a:lnTo>
                  <a:pt x="606021" y="650843"/>
                </a:lnTo>
                <a:cubicBezTo>
                  <a:pt x="599549" y="644371"/>
                  <a:pt x="590606" y="640368"/>
                  <a:pt x="580730" y="640368"/>
                </a:cubicBezTo>
                <a:lnTo>
                  <a:pt x="369554" y="640368"/>
                </a:lnTo>
                <a:lnTo>
                  <a:pt x="390448" y="619133"/>
                </a:lnTo>
                <a:cubicBezTo>
                  <a:pt x="404302" y="605052"/>
                  <a:pt x="404118" y="582406"/>
                  <a:pt x="390038" y="568551"/>
                </a:cubicBezTo>
                <a:lnTo>
                  <a:pt x="390038" y="568553"/>
                </a:lnTo>
                <a:cubicBezTo>
                  <a:pt x="382997" y="561625"/>
                  <a:pt x="373815" y="558207"/>
                  <a:pt x="364661" y="558282"/>
                </a:cubicBezTo>
                <a:close/>
                <a:moveTo>
                  <a:pt x="758801" y="329475"/>
                </a:moveTo>
                <a:cubicBezTo>
                  <a:pt x="749649" y="329401"/>
                  <a:pt x="740466" y="332819"/>
                  <a:pt x="733427" y="339746"/>
                </a:cubicBezTo>
                <a:lnTo>
                  <a:pt x="733426" y="339746"/>
                </a:lnTo>
                <a:cubicBezTo>
                  <a:pt x="719345" y="353600"/>
                  <a:pt x="719161" y="376245"/>
                  <a:pt x="733017" y="390327"/>
                </a:cubicBezTo>
                <a:lnTo>
                  <a:pt x="753909" y="411562"/>
                </a:lnTo>
                <a:lnTo>
                  <a:pt x="542733" y="411561"/>
                </a:lnTo>
                <a:cubicBezTo>
                  <a:pt x="532856" y="411562"/>
                  <a:pt x="523915" y="415565"/>
                  <a:pt x="517443" y="422037"/>
                </a:cubicBezTo>
                <a:lnTo>
                  <a:pt x="506967" y="447329"/>
                </a:lnTo>
                <a:lnTo>
                  <a:pt x="517443" y="472620"/>
                </a:lnTo>
                <a:cubicBezTo>
                  <a:pt x="523916" y="479093"/>
                  <a:pt x="532857" y="483097"/>
                  <a:pt x="542734" y="483095"/>
                </a:cubicBezTo>
                <a:lnTo>
                  <a:pt x="753910" y="483096"/>
                </a:lnTo>
                <a:lnTo>
                  <a:pt x="733016" y="504333"/>
                </a:lnTo>
                <a:cubicBezTo>
                  <a:pt x="719162" y="518413"/>
                  <a:pt x="719345" y="541059"/>
                  <a:pt x="733426" y="554913"/>
                </a:cubicBezTo>
                <a:cubicBezTo>
                  <a:pt x="747507" y="568767"/>
                  <a:pt x="770152" y="568583"/>
                  <a:pt x="784007" y="554503"/>
                </a:cubicBezTo>
                <a:lnTo>
                  <a:pt x="864318" y="472878"/>
                </a:lnTo>
                <a:lnTo>
                  <a:pt x="869302" y="465238"/>
                </a:lnTo>
                <a:lnTo>
                  <a:pt x="871991" y="461251"/>
                </a:lnTo>
                <a:lnTo>
                  <a:pt x="872070" y="460997"/>
                </a:lnTo>
                <a:lnTo>
                  <a:pt x="872079" y="460982"/>
                </a:lnTo>
                <a:lnTo>
                  <a:pt x="872087" y="460942"/>
                </a:lnTo>
                <a:lnTo>
                  <a:pt x="874075" y="454537"/>
                </a:lnTo>
                <a:cubicBezTo>
                  <a:pt x="874551" y="452209"/>
                  <a:pt x="874801" y="449799"/>
                  <a:pt x="874801" y="447329"/>
                </a:cubicBezTo>
                <a:cubicBezTo>
                  <a:pt x="874802" y="444860"/>
                  <a:pt x="874552" y="442449"/>
                  <a:pt x="874076" y="440121"/>
                </a:cubicBezTo>
                <a:lnTo>
                  <a:pt x="872087" y="433715"/>
                </a:lnTo>
                <a:lnTo>
                  <a:pt x="872079" y="433677"/>
                </a:lnTo>
                <a:lnTo>
                  <a:pt x="872071" y="433662"/>
                </a:lnTo>
                <a:lnTo>
                  <a:pt x="871991" y="433407"/>
                </a:lnTo>
                <a:lnTo>
                  <a:pt x="869292" y="429403"/>
                </a:lnTo>
                <a:lnTo>
                  <a:pt x="864319" y="421781"/>
                </a:lnTo>
                <a:lnTo>
                  <a:pt x="784007" y="340156"/>
                </a:lnTo>
                <a:cubicBezTo>
                  <a:pt x="777079" y="333117"/>
                  <a:pt x="767954" y="329550"/>
                  <a:pt x="758801" y="329475"/>
                </a:cubicBezTo>
                <a:close/>
                <a:moveTo>
                  <a:pt x="364662" y="225921"/>
                </a:moveTo>
                <a:cubicBezTo>
                  <a:pt x="355509" y="225995"/>
                  <a:pt x="346383" y="229561"/>
                  <a:pt x="339456" y="236601"/>
                </a:cubicBezTo>
                <a:lnTo>
                  <a:pt x="259145" y="318226"/>
                </a:lnTo>
                <a:lnTo>
                  <a:pt x="254173" y="325848"/>
                </a:lnTo>
                <a:lnTo>
                  <a:pt x="251473" y="329852"/>
                </a:lnTo>
                <a:lnTo>
                  <a:pt x="251394" y="330107"/>
                </a:lnTo>
                <a:lnTo>
                  <a:pt x="251384" y="330122"/>
                </a:lnTo>
                <a:lnTo>
                  <a:pt x="251376" y="330161"/>
                </a:lnTo>
                <a:lnTo>
                  <a:pt x="249389" y="336566"/>
                </a:lnTo>
                <a:cubicBezTo>
                  <a:pt x="248912" y="338894"/>
                  <a:pt x="248662" y="341305"/>
                  <a:pt x="248662" y="343774"/>
                </a:cubicBezTo>
                <a:cubicBezTo>
                  <a:pt x="248662" y="346244"/>
                  <a:pt x="248912" y="348654"/>
                  <a:pt x="249389" y="350982"/>
                </a:cubicBezTo>
                <a:lnTo>
                  <a:pt x="251377" y="357387"/>
                </a:lnTo>
                <a:lnTo>
                  <a:pt x="251384" y="357428"/>
                </a:lnTo>
                <a:lnTo>
                  <a:pt x="251393" y="357443"/>
                </a:lnTo>
                <a:lnTo>
                  <a:pt x="251473" y="357696"/>
                </a:lnTo>
                <a:lnTo>
                  <a:pt x="254161" y="361684"/>
                </a:lnTo>
                <a:lnTo>
                  <a:pt x="259145" y="369323"/>
                </a:lnTo>
                <a:lnTo>
                  <a:pt x="339456" y="450948"/>
                </a:lnTo>
                <a:cubicBezTo>
                  <a:pt x="353310" y="465028"/>
                  <a:pt x="375957" y="465212"/>
                  <a:pt x="390037" y="451358"/>
                </a:cubicBezTo>
                <a:cubicBezTo>
                  <a:pt x="404118" y="437503"/>
                  <a:pt x="404302" y="414858"/>
                  <a:pt x="390448" y="400777"/>
                </a:cubicBezTo>
                <a:lnTo>
                  <a:pt x="369553" y="379542"/>
                </a:lnTo>
                <a:lnTo>
                  <a:pt x="580730" y="379541"/>
                </a:lnTo>
                <a:cubicBezTo>
                  <a:pt x="590606" y="379541"/>
                  <a:pt x="599549" y="375538"/>
                  <a:pt x="606021" y="369065"/>
                </a:cubicBezTo>
                <a:lnTo>
                  <a:pt x="616497" y="343774"/>
                </a:lnTo>
                <a:lnTo>
                  <a:pt x="606021" y="318483"/>
                </a:lnTo>
                <a:cubicBezTo>
                  <a:pt x="599549" y="312010"/>
                  <a:pt x="590606" y="308006"/>
                  <a:pt x="580730" y="308006"/>
                </a:cubicBezTo>
                <a:lnTo>
                  <a:pt x="369553" y="308007"/>
                </a:lnTo>
                <a:lnTo>
                  <a:pt x="390447" y="286772"/>
                </a:lnTo>
                <a:cubicBezTo>
                  <a:pt x="404302" y="272691"/>
                  <a:pt x="404118" y="250045"/>
                  <a:pt x="390038" y="236191"/>
                </a:cubicBezTo>
                <a:cubicBezTo>
                  <a:pt x="382997" y="229264"/>
                  <a:pt x="373816" y="225846"/>
                  <a:pt x="364662" y="225921"/>
                </a:cubicBezTo>
                <a:close/>
                <a:moveTo>
                  <a:pt x="99325" y="0"/>
                </a:moveTo>
                <a:lnTo>
                  <a:pt x="1024137" y="0"/>
                </a:lnTo>
                <a:cubicBezTo>
                  <a:pt x="1078993" y="0"/>
                  <a:pt x="1123462" y="44469"/>
                  <a:pt x="1123462" y="99325"/>
                </a:cubicBezTo>
                <a:lnTo>
                  <a:pt x="1123462" y="1024137"/>
                </a:lnTo>
                <a:cubicBezTo>
                  <a:pt x="1123462" y="1078993"/>
                  <a:pt x="1078993" y="1123462"/>
                  <a:pt x="1024137" y="1123462"/>
                </a:cubicBezTo>
                <a:lnTo>
                  <a:pt x="99325" y="1123462"/>
                </a:lnTo>
                <a:cubicBezTo>
                  <a:pt x="44469" y="1123462"/>
                  <a:pt x="0" y="1078993"/>
                  <a:pt x="0" y="1024137"/>
                </a:cubicBezTo>
                <a:lnTo>
                  <a:pt x="0" y="99325"/>
                </a:lnTo>
                <a:cubicBezTo>
                  <a:pt x="0" y="44469"/>
                  <a:pt x="44469" y="0"/>
                  <a:pt x="99325" y="0"/>
                </a:cubicBezTo>
                <a:close/>
              </a:path>
            </a:pathLst>
          </a:custGeom>
          <a:solidFill>
            <a:srgbClr val="3C3C3C">
              <a:lumMod val="25000"/>
              <a:lumOff val="75000"/>
            </a:srgbClr>
          </a:solidFill>
          <a:ln w="25400" cap="flat" cmpd="sng" algn="ctr">
            <a:noFill/>
            <a:prstDash val="solid"/>
          </a:ln>
          <a:effectLst/>
        </p:spPr>
        <p:txBody>
          <a:bodyPr rtlCol="0" anchor="ctr"/>
          <a:lstStyle/>
          <a:p>
            <a:pPr marL="0" marR="0" lvl="0" indent="0" algn="ctr" defTabSz="342512" eaLnBrk="1" fontAlgn="base" latinLnBrk="0" hangingPunct="1">
              <a:lnSpc>
                <a:spcPct val="100000"/>
              </a:lnSpc>
              <a:spcBef>
                <a:spcPct val="0"/>
              </a:spcBef>
              <a:spcAft>
                <a:spcPct val="0"/>
              </a:spcAft>
              <a:buClrTx/>
              <a:buSzTx/>
              <a:buFontTx/>
              <a:buNone/>
              <a:tabLst/>
              <a:defRPr/>
            </a:pPr>
            <a:endParaRPr kumimoji="0" lang="en-US" sz="1400" b="0" i="0" u="none" strike="noStrike" kern="0" cap="none" spc="0" normalizeH="0" baseline="0" noProof="0">
              <a:ln>
                <a:noFill/>
              </a:ln>
              <a:solidFill>
                <a:srgbClr val="2968AF">
                  <a:lumMod val="50000"/>
                </a:srgbClr>
              </a:solidFill>
              <a:effectLst/>
              <a:uLnTx/>
              <a:uFillTx/>
              <a:latin typeface="Noto Sans CJK SC Light"/>
            </a:endParaRPr>
          </a:p>
        </p:txBody>
      </p:sp>
      <p:cxnSp>
        <p:nvCxnSpPr>
          <p:cNvPr id="56" name="直线连接符 124">
            <a:extLst>
              <a:ext uri="{FF2B5EF4-FFF2-40B4-BE49-F238E27FC236}">
                <a16:creationId xmlns:a16="http://schemas.microsoft.com/office/drawing/2014/main" id="{99C81ED3-9184-704F-5095-03754B37334F}"/>
              </a:ext>
            </a:extLst>
          </p:cNvPr>
          <p:cNvCxnSpPr>
            <a:cxnSpLocks/>
          </p:cNvCxnSpPr>
          <p:nvPr/>
        </p:nvCxnSpPr>
        <p:spPr>
          <a:xfrm>
            <a:off x="4985731" y="3157169"/>
            <a:ext cx="0" cy="311921"/>
          </a:xfrm>
          <a:prstGeom prst="line">
            <a:avLst/>
          </a:prstGeom>
          <a:noFill/>
          <a:ln w="6350" cap="flat" cmpd="sng" algn="ctr">
            <a:solidFill>
              <a:srgbClr val="13D4C8"/>
            </a:solidFill>
            <a:prstDash val="solid"/>
            <a:miter lim="800000"/>
          </a:ln>
          <a:effectLst/>
        </p:spPr>
      </p:cxnSp>
      <p:cxnSp>
        <p:nvCxnSpPr>
          <p:cNvPr id="57" name="直线连接符 127">
            <a:extLst>
              <a:ext uri="{FF2B5EF4-FFF2-40B4-BE49-F238E27FC236}">
                <a16:creationId xmlns:a16="http://schemas.microsoft.com/office/drawing/2014/main" id="{8B1B7D17-B523-6DDE-0EAF-1067F835ED4F}"/>
              </a:ext>
            </a:extLst>
          </p:cNvPr>
          <p:cNvCxnSpPr>
            <a:cxnSpLocks/>
          </p:cNvCxnSpPr>
          <p:nvPr/>
        </p:nvCxnSpPr>
        <p:spPr>
          <a:xfrm>
            <a:off x="5037307" y="3153992"/>
            <a:ext cx="0" cy="311921"/>
          </a:xfrm>
          <a:prstGeom prst="line">
            <a:avLst/>
          </a:prstGeom>
          <a:noFill/>
          <a:ln w="6350" cap="flat" cmpd="sng" algn="ctr">
            <a:solidFill>
              <a:srgbClr val="13D4C8"/>
            </a:solidFill>
            <a:prstDash val="solid"/>
            <a:miter lim="800000"/>
          </a:ln>
          <a:effectLst/>
        </p:spPr>
      </p:cxnSp>
      <p:sp>
        <p:nvSpPr>
          <p:cNvPr id="358" name="Rounded Rectangle 25">
            <a:extLst>
              <a:ext uri="{FF2B5EF4-FFF2-40B4-BE49-F238E27FC236}">
                <a16:creationId xmlns:a16="http://schemas.microsoft.com/office/drawing/2014/main" id="{EE09BA00-79C3-6E83-2FF9-7689358851FF}"/>
              </a:ext>
            </a:extLst>
          </p:cNvPr>
          <p:cNvSpPr/>
          <p:nvPr/>
        </p:nvSpPr>
        <p:spPr>
          <a:xfrm>
            <a:off x="9770945" y="4444085"/>
            <a:ext cx="338319" cy="322212"/>
          </a:xfrm>
          <a:custGeom>
            <a:avLst/>
            <a:gdLst/>
            <a:ahLst/>
            <a:cxnLst/>
            <a:rect l="l" t="t" r="r" b="b"/>
            <a:pathLst>
              <a:path w="1123462" h="1123462">
                <a:moveTo>
                  <a:pt x="758801" y="661837"/>
                </a:moveTo>
                <a:cubicBezTo>
                  <a:pt x="749648" y="661762"/>
                  <a:pt x="740466" y="665180"/>
                  <a:pt x="733427" y="672107"/>
                </a:cubicBezTo>
                <a:cubicBezTo>
                  <a:pt x="719346" y="685961"/>
                  <a:pt x="719161" y="708607"/>
                  <a:pt x="733016" y="722687"/>
                </a:cubicBezTo>
                <a:lnTo>
                  <a:pt x="753910" y="743923"/>
                </a:lnTo>
                <a:lnTo>
                  <a:pt x="542733" y="743923"/>
                </a:lnTo>
                <a:cubicBezTo>
                  <a:pt x="532857" y="743923"/>
                  <a:pt x="523914" y="747926"/>
                  <a:pt x="517443" y="754399"/>
                </a:cubicBezTo>
                <a:lnTo>
                  <a:pt x="506967" y="779690"/>
                </a:lnTo>
                <a:lnTo>
                  <a:pt x="517443" y="804981"/>
                </a:lnTo>
                <a:cubicBezTo>
                  <a:pt x="523916" y="811453"/>
                  <a:pt x="532858" y="815458"/>
                  <a:pt x="542734" y="815457"/>
                </a:cubicBezTo>
                <a:lnTo>
                  <a:pt x="753910" y="815457"/>
                </a:lnTo>
                <a:lnTo>
                  <a:pt x="733016" y="836693"/>
                </a:lnTo>
                <a:cubicBezTo>
                  <a:pt x="719162" y="850774"/>
                  <a:pt x="719346" y="873420"/>
                  <a:pt x="733426" y="887274"/>
                </a:cubicBezTo>
                <a:cubicBezTo>
                  <a:pt x="747507" y="901128"/>
                  <a:pt x="770153" y="900944"/>
                  <a:pt x="784007" y="886863"/>
                </a:cubicBezTo>
                <a:lnTo>
                  <a:pt x="864319" y="805239"/>
                </a:lnTo>
                <a:lnTo>
                  <a:pt x="869302" y="797600"/>
                </a:lnTo>
                <a:lnTo>
                  <a:pt x="871992" y="793612"/>
                </a:lnTo>
                <a:lnTo>
                  <a:pt x="872069" y="793358"/>
                </a:lnTo>
                <a:lnTo>
                  <a:pt x="872080" y="793343"/>
                </a:lnTo>
                <a:lnTo>
                  <a:pt x="872088" y="793303"/>
                </a:lnTo>
                <a:lnTo>
                  <a:pt x="874076" y="786899"/>
                </a:lnTo>
                <a:cubicBezTo>
                  <a:pt x="874552" y="784570"/>
                  <a:pt x="874802" y="782160"/>
                  <a:pt x="874802" y="779690"/>
                </a:cubicBezTo>
                <a:cubicBezTo>
                  <a:pt x="874801" y="777222"/>
                  <a:pt x="874552" y="774810"/>
                  <a:pt x="874075" y="772482"/>
                </a:cubicBezTo>
                <a:lnTo>
                  <a:pt x="872087" y="766077"/>
                </a:lnTo>
                <a:lnTo>
                  <a:pt x="872080" y="766038"/>
                </a:lnTo>
                <a:lnTo>
                  <a:pt x="872070" y="766023"/>
                </a:lnTo>
                <a:lnTo>
                  <a:pt x="871992" y="765768"/>
                </a:lnTo>
                <a:lnTo>
                  <a:pt x="869291" y="761764"/>
                </a:lnTo>
                <a:lnTo>
                  <a:pt x="864318" y="754142"/>
                </a:lnTo>
                <a:lnTo>
                  <a:pt x="784006" y="672518"/>
                </a:lnTo>
                <a:cubicBezTo>
                  <a:pt x="777079" y="665477"/>
                  <a:pt x="767954" y="661911"/>
                  <a:pt x="758801" y="661837"/>
                </a:cubicBezTo>
                <a:close/>
                <a:moveTo>
                  <a:pt x="364661" y="558282"/>
                </a:moveTo>
                <a:cubicBezTo>
                  <a:pt x="355509" y="558355"/>
                  <a:pt x="346384" y="561922"/>
                  <a:pt x="339457" y="568962"/>
                </a:cubicBezTo>
                <a:lnTo>
                  <a:pt x="259145" y="650587"/>
                </a:lnTo>
                <a:lnTo>
                  <a:pt x="254172" y="658209"/>
                </a:lnTo>
                <a:lnTo>
                  <a:pt x="251473" y="662213"/>
                </a:lnTo>
                <a:lnTo>
                  <a:pt x="251394" y="662469"/>
                </a:lnTo>
                <a:lnTo>
                  <a:pt x="251384" y="662482"/>
                </a:lnTo>
                <a:lnTo>
                  <a:pt x="251377" y="662522"/>
                </a:lnTo>
                <a:lnTo>
                  <a:pt x="249388" y="668927"/>
                </a:lnTo>
                <a:cubicBezTo>
                  <a:pt x="248912" y="671255"/>
                  <a:pt x="248662" y="673667"/>
                  <a:pt x="248662" y="676135"/>
                </a:cubicBezTo>
                <a:cubicBezTo>
                  <a:pt x="248662" y="678605"/>
                  <a:pt x="248913" y="681015"/>
                  <a:pt x="249389" y="683344"/>
                </a:cubicBezTo>
                <a:lnTo>
                  <a:pt x="251377" y="689748"/>
                </a:lnTo>
                <a:lnTo>
                  <a:pt x="251383" y="689789"/>
                </a:lnTo>
                <a:lnTo>
                  <a:pt x="251393" y="689803"/>
                </a:lnTo>
                <a:lnTo>
                  <a:pt x="251473" y="690057"/>
                </a:lnTo>
                <a:lnTo>
                  <a:pt x="254161" y="694045"/>
                </a:lnTo>
                <a:lnTo>
                  <a:pt x="259145" y="701683"/>
                </a:lnTo>
                <a:lnTo>
                  <a:pt x="339457" y="783309"/>
                </a:lnTo>
                <a:cubicBezTo>
                  <a:pt x="353311" y="797389"/>
                  <a:pt x="375956" y="797573"/>
                  <a:pt x="390037" y="783719"/>
                </a:cubicBezTo>
                <a:cubicBezTo>
                  <a:pt x="404118" y="769864"/>
                  <a:pt x="404302" y="747219"/>
                  <a:pt x="390448" y="733138"/>
                </a:cubicBezTo>
                <a:lnTo>
                  <a:pt x="369553" y="711902"/>
                </a:lnTo>
                <a:lnTo>
                  <a:pt x="580730" y="711901"/>
                </a:lnTo>
                <a:cubicBezTo>
                  <a:pt x="590607" y="711902"/>
                  <a:pt x="599548" y="707899"/>
                  <a:pt x="606020" y="701426"/>
                </a:cubicBezTo>
                <a:lnTo>
                  <a:pt x="616497" y="676135"/>
                </a:lnTo>
                <a:lnTo>
                  <a:pt x="606021" y="650843"/>
                </a:lnTo>
                <a:cubicBezTo>
                  <a:pt x="599549" y="644371"/>
                  <a:pt x="590606" y="640368"/>
                  <a:pt x="580730" y="640368"/>
                </a:cubicBezTo>
                <a:lnTo>
                  <a:pt x="369554" y="640368"/>
                </a:lnTo>
                <a:lnTo>
                  <a:pt x="390448" y="619133"/>
                </a:lnTo>
                <a:cubicBezTo>
                  <a:pt x="404302" y="605052"/>
                  <a:pt x="404118" y="582406"/>
                  <a:pt x="390038" y="568551"/>
                </a:cubicBezTo>
                <a:lnTo>
                  <a:pt x="390038" y="568553"/>
                </a:lnTo>
                <a:cubicBezTo>
                  <a:pt x="382997" y="561625"/>
                  <a:pt x="373815" y="558207"/>
                  <a:pt x="364661" y="558282"/>
                </a:cubicBezTo>
                <a:close/>
                <a:moveTo>
                  <a:pt x="758801" y="329475"/>
                </a:moveTo>
                <a:cubicBezTo>
                  <a:pt x="749649" y="329401"/>
                  <a:pt x="740466" y="332819"/>
                  <a:pt x="733427" y="339746"/>
                </a:cubicBezTo>
                <a:lnTo>
                  <a:pt x="733426" y="339746"/>
                </a:lnTo>
                <a:cubicBezTo>
                  <a:pt x="719345" y="353600"/>
                  <a:pt x="719161" y="376245"/>
                  <a:pt x="733017" y="390327"/>
                </a:cubicBezTo>
                <a:lnTo>
                  <a:pt x="753909" y="411562"/>
                </a:lnTo>
                <a:lnTo>
                  <a:pt x="542733" y="411561"/>
                </a:lnTo>
                <a:cubicBezTo>
                  <a:pt x="532856" y="411562"/>
                  <a:pt x="523915" y="415565"/>
                  <a:pt x="517443" y="422037"/>
                </a:cubicBezTo>
                <a:lnTo>
                  <a:pt x="506967" y="447329"/>
                </a:lnTo>
                <a:lnTo>
                  <a:pt x="517443" y="472620"/>
                </a:lnTo>
                <a:cubicBezTo>
                  <a:pt x="523916" y="479093"/>
                  <a:pt x="532857" y="483097"/>
                  <a:pt x="542734" y="483095"/>
                </a:cubicBezTo>
                <a:lnTo>
                  <a:pt x="753910" y="483096"/>
                </a:lnTo>
                <a:lnTo>
                  <a:pt x="733016" y="504333"/>
                </a:lnTo>
                <a:cubicBezTo>
                  <a:pt x="719162" y="518413"/>
                  <a:pt x="719345" y="541059"/>
                  <a:pt x="733426" y="554913"/>
                </a:cubicBezTo>
                <a:cubicBezTo>
                  <a:pt x="747507" y="568767"/>
                  <a:pt x="770152" y="568583"/>
                  <a:pt x="784007" y="554503"/>
                </a:cubicBezTo>
                <a:lnTo>
                  <a:pt x="864318" y="472878"/>
                </a:lnTo>
                <a:lnTo>
                  <a:pt x="869302" y="465238"/>
                </a:lnTo>
                <a:lnTo>
                  <a:pt x="871991" y="461251"/>
                </a:lnTo>
                <a:lnTo>
                  <a:pt x="872070" y="460997"/>
                </a:lnTo>
                <a:lnTo>
                  <a:pt x="872079" y="460982"/>
                </a:lnTo>
                <a:lnTo>
                  <a:pt x="872087" y="460942"/>
                </a:lnTo>
                <a:lnTo>
                  <a:pt x="874075" y="454537"/>
                </a:lnTo>
                <a:cubicBezTo>
                  <a:pt x="874551" y="452209"/>
                  <a:pt x="874801" y="449799"/>
                  <a:pt x="874801" y="447329"/>
                </a:cubicBezTo>
                <a:cubicBezTo>
                  <a:pt x="874802" y="444860"/>
                  <a:pt x="874552" y="442449"/>
                  <a:pt x="874076" y="440121"/>
                </a:cubicBezTo>
                <a:lnTo>
                  <a:pt x="872087" y="433715"/>
                </a:lnTo>
                <a:lnTo>
                  <a:pt x="872079" y="433677"/>
                </a:lnTo>
                <a:lnTo>
                  <a:pt x="872071" y="433662"/>
                </a:lnTo>
                <a:lnTo>
                  <a:pt x="871991" y="433407"/>
                </a:lnTo>
                <a:lnTo>
                  <a:pt x="869292" y="429403"/>
                </a:lnTo>
                <a:lnTo>
                  <a:pt x="864319" y="421781"/>
                </a:lnTo>
                <a:lnTo>
                  <a:pt x="784007" y="340156"/>
                </a:lnTo>
                <a:cubicBezTo>
                  <a:pt x="777079" y="333117"/>
                  <a:pt x="767954" y="329550"/>
                  <a:pt x="758801" y="329475"/>
                </a:cubicBezTo>
                <a:close/>
                <a:moveTo>
                  <a:pt x="364662" y="225921"/>
                </a:moveTo>
                <a:cubicBezTo>
                  <a:pt x="355509" y="225995"/>
                  <a:pt x="346383" y="229561"/>
                  <a:pt x="339456" y="236601"/>
                </a:cubicBezTo>
                <a:lnTo>
                  <a:pt x="259145" y="318226"/>
                </a:lnTo>
                <a:lnTo>
                  <a:pt x="254173" y="325848"/>
                </a:lnTo>
                <a:lnTo>
                  <a:pt x="251473" y="329852"/>
                </a:lnTo>
                <a:lnTo>
                  <a:pt x="251394" y="330107"/>
                </a:lnTo>
                <a:lnTo>
                  <a:pt x="251384" y="330122"/>
                </a:lnTo>
                <a:lnTo>
                  <a:pt x="251376" y="330161"/>
                </a:lnTo>
                <a:lnTo>
                  <a:pt x="249389" y="336566"/>
                </a:lnTo>
                <a:cubicBezTo>
                  <a:pt x="248912" y="338894"/>
                  <a:pt x="248662" y="341305"/>
                  <a:pt x="248662" y="343774"/>
                </a:cubicBezTo>
                <a:cubicBezTo>
                  <a:pt x="248662" y="346244"/>
                  <a:pt x="248912" y="348654"/>
                  <a:pt x="249389" y="350982"/>
                </a:cubicBezTo>
                <a:lnTo>
                  <a:pt x="251377" y="357387"/>
                </a:lnTo>
                <a:lnTo>
                  <a:pt x="251384" y="357428"/>
                </a:lnTo>
                <a:lnTo>
                  <a:pt x="251393" y="357443"/>
                </a:lnTo>
                <a:lnTo>
                  <a:pt x="251473" y="357696"/>
                </a:lnTo>
                <a:lnTo>
                  <a:pt x="254161" y="361684"/>
                </a:lnTo>
                <a:lnTo>
                  <a:pt x="259145" y="369323"/>
                </a:lnTo>
                <a:lnTo>
                  <a:pt x="339456" y="450948"/>
                </a:lnTo>
                <a:cubicBezTo>
                  <a:pt x="353310" y="465028"/>
                  <a:pt x="375957" y="465212"/>
                  <a:pt x="390037" y="451358"/>
                </a:cubicBezTo>
                <a:cubicBezTo>
                  <a:pt x="404118" y="437503"/>
                  <a:pt x="404302" y="414858"/>
                  <a:pt x="390448" y="400777"/>
                </a:cubicBezTo>
                <a:lnTo>
                  <a:pt x="369553" y="379542"/>
                </a:lnTo>
                <a:lnTo>
                  <a:pt x="580730" y="379541"/>
                </a:lnTo>
                <a:cubicBezTo>
                  <a:pt x="590606" y="379541"/>
                  <a:pt x="599549" y="375538"/>
                  <a:pt x="606021" y="369065"/>
                </a:cubicBezTo>
                <a:lnTo>
                  <a:pt x="616497" y="343774"/>
                </a:lnTo>
                <a:lnTo>
                  <a:pt x="606021" y="318483"/>
                </a:lnTo>
                <a:cubicBezTo>
                  <a:pt x="599549" y="312010"/>
                  <a:pt x="590606" y="308006"/>
                  <a:pt x="580730" y="308006"/>
                </a:cubicBezTo>
                <a:lnTo>
                  <a:pt x="369553" y="308007"/>
                </a:lnTo>
                <a:lnTo>
                  <a:pt x="390447" y="286772"/>
                </a:lnTo>
                <a:cubicBezTo>
                  <a:pt x="404302" y="272691"/>
                  <a:pt x="404118" y="250045"/>
                  <a:pt x="390038" y="236191"/>
                </a:cubicBezTo>
                <a:cubicBezTo>
                  <a:pt x="382997" y="229264"/>
                  <a:pt x="373816" y="225846"/>
                  <a:pt x="364662" y="225921"/>
                </a:cubicBezTo>
                <a:close/>
                <a:moveTo>
                  <a:pt x="99325" y="0"/>
                </a:moveTo>
                <a:lnTo>
                  <a:pt x="1024137" y="0"/>
                </a:lnTo>
                <a:cubicBezTo>
                  <a:pt x="1078993" y="0"/>
                  <a:pt x="1123462" y="44469"/>
                  <a:pt x="1123462" y="99325"/>
                </a:cubicBezTo>
                <a:lnTo>
                  <a:pt x="1123462" y="1024137"/>
                </a:lnTo>
                <a:cubicBezTo>
                  <a:pt x="1123462" y="1078993"/>
                  <a:pt x="1078993" y="1123462"/>
                  <a:pt x="1024137" y="1123462"/>
                </a:cubicBezTo>
                <a:lnTo>
                  <a:pt x="99325" y="1123462"/>
                </a:lnTo>
                <a:cubicBezTo>
                  <a:pt x="44469" y="1123462"/>
                  <a:pt x="0" y="1078993"/>
                  <a:pt x="0" y="1024137"/>
                </a:cubicBezTo>
                <a:lnTo>
                  <a:pt x="0" y="99325"/>
                </a:lnTo>
                <a:cubicBezTo>
                  <a:pt x="0" y="44469"/>
                  <a:pt x="44469" y="0"/>
                  <a:pt x="99325" y="0"/>
                </a:cubicBezTo>
                <a:close/>
              </a:path>
            </a:pathLst>
          </a:custGeom>
          <a:solidFill>
            <a:schemeClr val="bg1">
              <a:lumMod val="75000"/>
            </a:schemeClr>
          </a:solidFill>
          <a:ln w="25400" cap="flat" cmpd="sng" algn="ctr">
            <a:noFill/>
            <a:prstDash val="solid"/>
          </a:ln>
          <a:effectLst/>
        </p:spPr>
        <p:txBody>
          <a:bodyPr rtlCol="0" anchor="ctr"/>
          <a:lstStyle/>
          <a:p>
            <a:pPr algn="ctr" defTabSz="342512" fontAlgn="base">
              <a:spcBef>
                <a:spcPct val="0"/>
              </a:spcBef>
              <a:spcAft>
                <a:spcPct val="0"/>
              </a:spcAft>
              <a:defRPr/>
            </a:pPr>
            <a:endParaRPr kumimoji="0" lang="en-US" sz="1400" kern="0">
              <a:solidFill>
                <a:srgbClr val="FFFFFF"/>
              </a:solidFill>
              <a:latin typeface="Noto Sans CJK SC Light"/>
            </a:endParaRPr>
          </a:p>
        </p:txBody>
      </p:sp>
      <p:sp>
        <p:nvSpPr>
          <p:cNvPr id="359" name="Rounded Rectangle 25">
            <a:extLst>
              <a:ext uri="{FF2B5EF4-FFF2-40B4-BE49-F238E27FC236}">
                <a16:creationId xmlns:a16="http://schemas.microsoft.com/office/drawing/2014/main" id="{FA57B646-5AAA-EF10-FE77-A3B37E60A1F0}"/>
              </a:ext>
            </a:extLst>
          </p:cNvPr>
          <p:cNvSpPr/>
          <p:nvPr/>
        </p:nvSpPr>
        <p:spPr>
          <a:xfrm>
            <a:off x="9904602" y="4571379"/>
            <a:ext cx="338319" cy="322212"/>
          </a:xfrm>
          <a:custGeom>
            <a:avLst/>
            <a:gdLst/>
            <a:ahLst/>
            <a:cxnLst/>
            <a:rect l="l" t="t" r="r" b="b"/>
            <a:pathLst>
              <a:path w="1123462" h="1123462">
                <a:moveTo>
                  <a:pt x="758801" y="661837"/>
                </a:moveTo>
                <a:cubicBezTo>
                  <a:pt x="749648" y="661762"/>
                  <a:pt x="740466" y="665180"/>
                  <a:pt x="733427" y="672107"/>
                </a:cubicBezTo>
                <a:cubicBezTo>
                  <a:pt x="719346" y="685961"/>
                  <a:pt x="719161" y="708607"/>
                  <a:pt x="733016" y="722687"/>
                </a:cubicBezTo>
                <a:lnTo>
                  <a:pt x="753910" y="743923"/>
                </a:lnTo>
                <a:lnTo>
                  <a:pt x="542733" y="743923"/>
                </a:lnTo>
                <a:cubicBezTo>
                  <a:pt x="532857" y="743923"/>
                  <a:pt x="523914" y="747926"/>
                  <a:pt x="517443" y="754399"/>
                </a:cubicBezTo>
                <a:lnTo>
                  <a:pt x="506967" y="779690"/>
                </a:lnTo>
                <a:lnTo>
                  <a:pt x="517443" y="804981"/>
                </a:lnTo>
                <a:cubicBezTo>
                  <a:pt x="523916" y="811453"/>
                  <a:pt x="532858" y="815458"/>
                  <a:pt x="542734" y="815457"/>
                </a:cubicBezTo>
                <a:lnTo>
                  <a:pt x="753910" y="815457"/>
                </a:lnTo>
                <a:lnTo>
                  <a:pt x="733016" y="836693"/>
                </a:lnTo>
                <a:cubicBezTo>
                  <a:pt x="719162" y="850774"/>
                  <a:pt x="719346" y="873420"/>
                  <a:pt x="733426" y="887274"/>
                </a:cubicBezTo>
                <a:cubicBezTo>
                  <a:pt x="747507" y="901128"/>
                  <a:pt x="770153" y="900944"/>
                  <a:pt x="784007" y="886863"/>
                </a:cubicBezTo>
                <a:lnTo>
                  <a:pt x="864319" y="805239"/>
                </a:lnTo>
                <a:lnTo>
                  <a:pt x="869302" y="797600"/>
                </a:lnTo>
                <a:lnTo>
                  <a:pt x="871992" y="793612"/>
                </a:lnTo>
                <a:lnTo>
                  <a:pt x="872069" y="793358"/>
                </a:lnTo>
                <a:lnTo>
                  <a:pt x="872080" y="793343"/>
                </a:lnTo>
                <a:lnTo>
                  <a:pt x="872088" y="793303"/>
                </a:lnTo>
                <a:lnTo>
                  <a:pt x="874076" y="786899"/>
                </a:lnTo>
                <a:cubicBezTo>
                  <a:pt x="874552" y="784570"/>
                  <a:pt x="874802" y="782160"/>
                  <a:pt x="874802" y="779690"/>
                </a:cubicBezTo>
                <a:cubicBezTo>
                  <a:pt x="874801" y="777222"/>
                  <a:pt x="874552" y="774810"/>
                  <a:pt x="874075" y="772482"/>
                </a:cubicBezTo>
                <a:lnTo>
                  <a:pt x="872087" y="766077"/>
                </a:lnTo>
                <a:lnTo>
                  <a:pt x="872080" y="766038"/>
                </a:lnTo>
                <a:lnTo>
                  <a:pt x="872070" y="766023"/>
                </a:lnTo>
                <a:lnTo>
                  <a:pt x="871992" y="765768"/>
                </a:lnTo>
                <a:lnTo>
                  <a:pt x="869291" y="761764"/>
                </a:lnTo>
                <a:lnTo>
                  <a:pt x="864318" y="754142"/>
                </a:lnTo>
                <a:lnTo>
                  <a:pt x="784006" y="672518"/>
                </a:lnTo>
                <a:cubicBezTo>
                  <a:pt x="777079" y="665477"/>
                  <a:pt x="767954" y="661911"/>
                  <a:pt x="758801" y="661837"/>
                </a:cubicBezTo>
                <a:close/>
                <a:moveTo>
                  <a:pt x="364661" y="558282"/>
                </a:moveTo>
                <a:cubicBezTo>
                  <a:pt x="355509" y="558355"/>
                  <a:pt x="346384" y="561922"/>
                  <a:pt x="339457" y="568962"/>
                </a:cubicBezTo>
                <a:lnTo>
                  <a:pt x="259145" y="650587"/>
                </a:lnTo>
                <a:lnTo>
                  <a:pt x="254172" y="658209"/>
                </a:lnTo>
                <a:lnTo>
                  <a:pt x="251473" y="662213"/>
                </a:lnTo>
                <a:lnTo>
                  <a:pt x="251394" y="662469"/>
                </a:lnTo>
                <a:lnTo>
                  <a:pt x="251384" y="662482"/>
                </a:lnTo>
                <a:lnTo>
                  <a:pt x="251377" y="662522"/>
                </a:lnTo>
                <a:lnTo>
                  <a:pt x="249388" y="668927"/>
                </a:lnTo>
                <a:cubicBezTo>
                  <a:pt x="248912" y="671255"/>
                  <a:pt x="248662" y="673667"/>
                  <a:pt x="248662" y="676135"/>
                </a:cubicBezTo>
                <a:cubicBezTo>
                  <a:pt x="248662" y="678605"/>
                  <a:pt x="248913" y="681015"/>
                  <a:pt x="249389" y="683344"/>
                </a:cubicBezTo>
                <a:lnTo>
                  <a:pt x="251377" y="689748"/>
                </a:lnTo>
                <a:lnTo>
                  <a:pt x="251383" y="689789"/>
                </a:lnTo>
                <a:lnTo>
                  <a:pt x="251393" y="689803"/>
                </a:lnTo>
                <a:lnTo>
                  <a:pt x="251473" y="690057"/>
                </a:lnTo>
                <a:lnTo>
                  <a:pt x="254161" y="694045"/>
                </a:lnTo>
                <a:lnTo>
                  <a:pt x="259145" y="701683"/>
                </a:lnTo>
                <a:lnTo>
                  <a:pt x="339457" y="783309"/>
                </a:lnTo>
                <a:cubicBezTo>
                  <a:pt x="353311" y="797389"/>
                  <a:pt x="375956" y="797573"/>
                  <a:pt x="390037" y="783719"/>
                </a:cubicBezTo>
                <a:cubicBezTo>
                  <a:pt x="404118" y="769864"/>
                  <a:pt x="404302" y="747219"/>
                  <a:pt x="390448" y="733138"/>
                </a:cubicBezTo>
                <a:lnTo>
                  <a:pt x="369553" y="711902"/>
                </a:lnTo>
                <a:lnTo>
                  <a:pt x="580730" y="711901"/>
                </a:lnTo>
                <a:cubicBezTo>
                  <a:pt x="590607" y="711902"/>
                  <a:pt x="599548" y="707899"/>
                  <a:pt x="606020" y="701426"/>
                </a:cubicBezTo>
                <a:lnTo>
                  <a:pt x="616497" y="676135"/>
                </a:lnTo>
                <a:lnTo>
                  <a:pt x="606021" y="650843"/>
                </a:lnTo>
                <a:cubicBezTo>
                  <a:pt x="599549" y="644371"/>
                  <a:pt x="590606" y="640368"/>
                  <a:pt x="580730" y="640368"/>
                </a:cubicBezTo>
                <a:lnTo>
                  <a:pt x="369554" y="640368"/>
                </a:lnTo>
                <a:lnTo>
                  <a:pt x="390448" y="619133"/>
                </a:lnTo>
                <a:cubicBezTo>
                  <a:pt x="404302" y="605052"/>
                  <a:pt x="404118" y="582406"/>
                  <a:pt x="390038" y="568551"/>
                </a:cubicBezTo>
                <a:lnTo>
                  <a:pt x="390038" y="568553"/>
                </a:lnTo>
                <a:cubicBezTo>
                  <a:pt x="382997" y="561625"/>
                  <a:pt x="373815" y="558207"/>
                  <a:pt x="364661" y="558282"/>
                </a:cubicBezTo>
                <a:close/>
                <a:moveTo>
                  <a:pt x="758801" y="329475"/>
                </a:moveTo>
                <a:cubicBezTo>
                  <a:pt x="749649" y="329401"/>
                  <a:pt x="740466" y="332819"/>
                  <a:pt x="733427" y="339746"/>
                </a:cubicBezTo>
                <a:lnTo>
                  <a:pt x="733426" y="339746"/>
                </a:lnTo>
                <a:cubicBezTo>
                  <a:pt x="719345" y="353600"/>
                  <a:pt x="719161" y="376245"/>
                  <a:pt x="733017" y="390327"/>
                </a:cubicBezTo>
                <a:lnTo>
                  <a:pt x="753909" y="411562"/>
                </a:lnTo>
                <a:lnTo>
                  <a:pt x="542733" y="411561"/>
                </a:lnTo>
                <a:cubicBezTo>
                  <a:pt x="532856" y="411562"/>
                  <a:pt x="523915" y="415565"/>
                  <a:pt x="517443" y="422037"/>
                </a:cubicBezTo>
                <a:lnTo>
                  <a:pt x="506967" y="447329"/>
                </a:lnTo>
                <a:lnTo>
                  <a:pt x="517443" y="472620"/>
                </a:lnTo>
                <a:cubicBezTo>
                  <a:pt x="523916" y="479093"/>
                  <a:pt x="532857" y="483097"/>
                  <a:pt x="542734" y="483095"/>
                </a:cubicBezTo>
                <a:lnTo>
                  <a:pt x="753910" y="483096"/>
                </a:lnTo>
                <a:lnTo>
                  <a:pt x="733016" y="504333"/>
                </a:lnTo>
                <a:cubicBezTo>
                  <a:pt x="719162" y="518413"/>
                  <a:pt x="719345" y="541059"/>
                  <a:pt x="733426" y="554913"/>
                </a:cubicBezTo>
                <a:cubicBezTo>
                  <a:pt x="747507" y="568767"/>
                  <a:pt x="770152" y="568583"/>
                  <a:pt x="784007" y="554503"/>
                </a:cubicBezTo>
                <a:lnTo>
                  <a:pt x="864318" y="472878"/>
                </a:lnTo>
                <a:lnTo>
                  <a:pt x="869302" y="465238"/>
                </a:lnTo>
                <a:lnTo>
                  <a:pt x="871991" y="461251"/>
                </a:lnTo>
                <a:lnTo>
                  <a:pt x="872070" y="460997"/>
                </a:lnTo>
                <a:lnTo>
                  <a:pt x="872079" y="460982"/>
                </a:lnTo>
                <a:lnTo>
                  <a:pt x="872087" y="460942"/>
                </a:lnTo>
                <a:lnTo>
                  <a:pt x="874075" y="454537"/>
                </a:lnTo>
                <a:cubicBezTo>
                  <a:pt x="874551" y="452209"/>
                  <a:pt x="874801" y="449799"/>
                  <a:pt x="874801" y="447329"/>
                </a:cubicBezTo>
                <a:cubicBezTo>
                  <a:pt x="874802" y="444860"/>
                  <a:pt x="874552" y="442449"/>
                  <a:pt x="874076" y="440121"/>
                </a:cubicBezTo>
                <a:lnTo>
                  <a:pt x="872087" y="433715"/>
                </a:lnTo>
                <a:lnTo>
                  <a:pt x="872079" y="433677"/>
                </a:lnTo>
                <a:lnTo>
                  <a:pt x="872071" y="433662"/>
                </a:lnTo>
                <a:lnTo>
                  <a:pt x="871991" y="433407"/>
                </a:lnTo>
                <a:lnTo>
                  <a:pt x="869292" y="429403"/>
                </a:lnTo>
                <a:lnTo>
                  <a:pt x="864319" y="421781"/>
                </a:lnTo>
                <a:lnTo>
                  <a:pt x="784007" y="340156"/>
                </a:lnTo>
                <a:cubicBezTo>
                  <a:pt x="777079" y="333117"/>
                  <a:pt x="767954" y="329550"/>
                  <a:pt x="758801" y="329475"/>
                </a:cubicBezTo>
                <a:close/>
                <a:moveTo>
                  <a:pt x="364662" y="225921"/>
                </a:moveTo>
                <a:cubicBezTo>
                  <a:pt x="355509" y="225995"/>
                  <a:pt x="346383" y="229561"/>
                  <a:pt x="339456" y="236601"/>
                </a:cubicBezTo>
                <a:lnTo>
                  <a:pt x="259145" y="318226"/>
                </a:lnTo>
                <a:lnTo>
                  <a:pt x="254173" y="325848"/>
                </a:lnTo>
                <a:lnTo>
                  <a:pt x="251473" y="329852"/>
                </a:lnTo>
                <a:lnTo>
                  <a:pt x="251394" y="330107"/>
                </a:lnTo>
                <a:lnTo>
                  <a:pt x="251384" y="330122"/>
                </a:lnTo>
                <a:lnTo>
                  <a:pt x="251376" y="330161"/>
                </a:lnTo>
                <a:lnTo>
                  <a:pt x="249389" y="336566"/>
                </a:lnTo>
                <a:cubicBezTo>
                  <a:pt x="248912" y="338894"/>
                  <a:pt x="248662" y="341305"/>
                  <a:pt x="248662" y="343774"/>
                </a:cubicBezTo>
                <a:cubicBezTo>
                  <a:pt x="248662" y="346244"/>
                  <a:pt x="248912" y="348654"/>
                  <a:pt x="249389" y="350982"/>
                </a:cubicBezTo>
                <a:lnTo>
                  <a:pt x="251377" y="357387"/>
                </a:lnTo>
                <a:lnTo>
                  <a:pt x="251384" y="357428"/>
                </a:lnTo>
                <a:lnTo>
                  <a:pt x="251393" y="357443"/>
                </a:lnTo>
                <a:lnTo>
                  <a:pt x="251473" y="357696"/>
                </a:lnTo>
                <a:lnTo>
                  <a:pt x="254161" y="361684"/>
                </a:lnTo>
                <a:lnTo>
                  <a:pt x="259145" y="369323"/>
                </a:lnTo>
                <a:lnTo>
                  <a:pt x="339456" y="450948"/>
                </a:lnTo>
                <a:cubicBezTo>
                  <a:pt x="353310" y="465028"/>
                  <a:pt x="375957" y="465212"/>
                  <a:pt x="390037" y="451358"/>
                </a:cubicBezTo>
                <a:cubicBezTo>
                  <a:pt x="404118" y="437503"/>
                  <a:pt x="404302" y="414858"/>
                  <a:pt x="390448" y="400777"/>
                </a:cubicBezTo>
                <a:lnTo>
                  <a:pt x="369553" y="379542"/>
                </a:lnTo>
                <a:lnTo>
                  <a:pt x="580730" y="379541"/>
                </a:lnTo>
                <a:cubicBezTo>
                  <a:pt x="590606" y="379541"/>
                  <a:pt x="599549" y="375538"/>
                  <a:pt x="606021" y="369065"/>
                </a:cubicBezTo>
                <a:lnTo>
                  <a:pt x="616497" y="343774"/>
                </a:lnTo>
                <a:lnTo>
                  <a:pt x="606021" y="318483"/>
                </a:lnTo>
                <a:cubicBezTo>
                  <a:pt x="599549" y="312010"/>
                  <a:pt x="590606" y="308006"/>
                  <a:pt x="580730" y="308006"/>
                </a:cubicBezTo>
                <a:lnTo>
                  <a:pt x="369553" y="308007"/>
                </a:lnTo>
                <a:lnTo>
                  <a:pt x="390447" y="286772"/>
                </a:lnTo>
                <a:cubicBezTo>
                  <a:pt x="404302" y="272691"/>
                  <a:pt x="404118" y="250045"/>
                  <a:pt x="390038" y="236191"/>
                </a:cubicBezTo>
                <a:cubicBezTo>
                  <a:pt x="382997" y="229264"/>
                  <a:pt x="373816" y="225846"/>
                  <a:pt x="364662" y="225921"/>
                </a:cubicBezTo>
                <a:close/>
                <a:moveTo>
                  <a:pt x="99325" y="0"/>
                </a:moveTo>
                <a:lnTo>
                  <a:pt x="1024137" y="0"/>
                </a:lnTo>
                <a:cubicBezTo>
                  <a:pt x="1078993" y="0"/>
                  <a:pt x="1123462" y="44469"/>
                  <a:pt x="1123462" y="99325"/>
                </a:cubicBezTo>
                <a:lnTo>
                  <a:pt x="1123462" y="1024137"/>
                </a:lnTo>
                <a:cubicBezTo>
                  <a:pt x="1123462" y="1078993"/>
                  <a:pt x="1078993" y="1123462"/>
                  <a:pt x="1024137" y="1123462"/>
                </a:cubicBezTo>
                <a:lnTo>
                  <a:pt x="99325" y="1123462"/>
                </a:lnTo>
                <a:cubicBezTo>
                  <a:pt x="44469" y="1123462"/>
                  <a:pt x="0" y="1078993"/>
                  <a:pt x="0" y="1024137"/>
                </a:cubicBezTo>
                <a:lnTo>
                  <a:pt x="0" y="99325"/>
                </a:lnTo>
                <a:cubicBezTo>
                  <a:pt x="0" y="44469"/>
                  <a:pt x="44469" y="0"/>
                  <a:pt x="99325" y="0"/>
                </a:cubicBezTo>
                <a:close/>
              </a:path>
            </a:pathLst>
          </a:custGeom>
          <a:solidFill>
            <a:schemeClr val="bg1">
              <a:lumMod val="75000"/>
            </a:schemeClr>
          </a:solidFill>
          <a:ln w="25400" cap="flat" cmpd="sng" algn="ctr">
            <a:noFill/>
            <a:prstDash val="solid"/>
          </a:ln>
          <a:effectLst/>
        </p:spPr>
        <p:txBody>
          <a:bodyPr rtlCol="0" anchor="ctr"/>
          <a:lstStyle/>
          <a:p>
            <a:pPr algn="ctr" defTabSz="342512" fontAlgn="base">
              <a:spcBef>
                <a:spcPct val="0"/>
              </a:spcBef>
              <a:spcAft>
                <a:spcPct val="0"/>
              </a:spcAft>
              <a:defRPr/>
            </a:pPr>
            <a:endParaRPr kumimoji="0" lang="en-US" sz="1400" kern="0">
              <a:solidFill>
                <a:srgbClr val="FFFFFF"/>
              </a:solidFill>
              <a:latin typeface="Noto Sans CJK SC Light"/>
            </a:endParaRPr>
          </a:p>
        </p:txBody>
      </p:sp>
      <p:sp>
        <p:nvSpPr>
          <p:cNvPr id="360" name="Rounded Rectangle 25">
            <a:extLst>
              <a:ext uri="{FF2B5EF4-FFF2-40B4-BE49-F238E27FC236}">
                <a16:creationId xmlns:a16="http://schemas.microsoft.com/office/drawing/2014/main" id="{BCD1FEB6-5371-96BD-0A92-6C473971C5FD}"/>
              </a:ext>
            </a:extLst>
          </p:cNvPr>
          <p:cNvSpPr/>
          <p:nvPr/>
        </p:nvSpPr>
        <p:spPr>
          <a:xfrm>
            <a:off x="9050551" y="1231617"/>
            <a:ext cx="338319" cy="322212"/>
          </a:xfrm>
          <a:custGeom>
            <a:avLst/>
            <a:gdLst/>
            <a:ahLst/>
            <a:cxnLst/>
            <a:rect l="l" t="t" r="r" b="b"/>
            <a:pathLst>
              <a:path w="1123462" h="1123462">
                <a:moveTo>
                  <a:pt x="758801" y="661837"/>
                </a:moveTo>
                <a:cubicBezTo>
                  <a:pt x="749648" y="661762"/>
                  <a:pt x="740466" y="665180"/>
                  <a:pt x="733427" y="672107"/>
                </a:cubicBezTo>
                <a:cubicBezTo>
                  <a:pt x="719346" y="685961"/>
                  <a:pt x="719161" y="708607"/>
                  <a:pt x="733016" y="722687"/>
                </a:cubicBezTo>
                <a:lnTo>
                  <a:pt x="753910" y="743923"/>
                </a:lnTo>
                <a:lnTo>
                  <a:pt x="542733" y="743923"/>
                </a:lnTo>
                <a:cubicBezTo>
                  <a:pt x="532857" y="743923"/>
                  <a:pt x="523914" y="747926"/>
                  <a:pt x="517443" y="754399"/>
                </a:cubicBezTo>
                <a:lnTo>
                  <a:pt x="506967" y="779690"/>
                </a:lnTo>
                <a:lnTo>
                  <a:pt x="517443" y="804981"/>
                </a:lnTo>
                <a:cubicBezTo>
                  <a:pt x="523916" y="811453"/>
                  <a:pt x="532858" y="815458"/>
                  <a:pt x="542734" y="815457"/>
                </a:cubicBezTo>
                <a:lnTo>
                  <a:pt x="753910" y="815457"/>
                </a:lnTo>
                <a:lnTo>
                  <a:pt x="733016" y="836693"/>
                </a:lnTo>
                <a:cubicBezTo>
                  <a:pt x="719162" y="850774"/>
                  <a:pt x="719346" y="873420"/>
                  <a:pt x="733426" y="887274"/>
                </a:cubicBezTo>
                <a:cubicBezTo>
                  <a:pt x="747507" y="901128"/>
                  <a:pt x="770153" y="900944"/>
                  <a:pt x="784007" y="886863"/>
                </a:cubicBezTo>
                <a:lnTo>
                  <a:pt x="864319" y="805239"/>
                </a:lnTo>
                <a:lnTo>
                  <a:pt x="869302" y="797600"/>
                </a:lnTo>
                <a:lnTo>
                  <a:pt x="871992" y="793612"/>
                </a:lnTo>
                <a:lnTo>
                  <a:pt x="872069" y="793358"/>
                </a:lnTo>
                <a:lnTo>
                  <a:pt x="872080" y="793343"/>
                </a:lnTo>
                <a:lnTo>
                  <a:pt x="872088" y="793303"/>
                </a:lnTo>
                <a:lnTo>
                  <a:pt x="874076" y="786899"/>
                </a:lnTo>
                <a:cubicBezTo>
                  <a:pt x="874552" y="784570"/>
                  <a:pt x="874802" y="782160"/>
                  <a:pt x="874802" y="779690"/>
                </a:cubicBezTo>
                <a:cubicBezTo>
                  <a:pt x="874801" y="777222"/>
                  <a:pt x="874552" y="774810"/>
                  <a:pt x="874075" y="772482"/>
                </a:cubicBezTo>
                <a:lnTo>
                  <a:pt x="872087" y="766077"/>
                </a:lnTo>
                <a:lnTo>
                  <a:pt x="872080" y="766038"/>
                </a:lnTo>
                <a:lnTo>
                  <a:pt x="872070" y="766023"/>
                </a:lnTo>
                <a:lnTo>
                  <a:pt x="871992" y="765768"/>
                </a:lnTo>
                <a:lnTo>
                  <a:pt x="869291" y="761764"/>
                </a:lnTo>
                <a:lnTo>
                  <a:pt x="864318" y="754142"/>
                </a:lnTo>
                <a:lnTo>
                  <a:pt x="784006" y="672518"/>
                </a:lnTo>
                <a:cubicBezTo>
                  <a:pt x="777079" y="665477"/>
                  <a:pt x="767954" y="661911"/>
                  <a:pt x="758801" y="661837"/>
                </a:cubicBezTo>
                <a:close/>
                <a:moveTo>
                  <a:pt x="364661" y="558282"/>
                </a:moveTo>
                <a:cubicBezTo>
                  <a:pt x="355509" y="558355"/>
                  <a:pt x="346384" y="561922"/>
                  <a:pt x="339457" y="568962"/>
                </a:cubicBezTo>
                <a:lnTo>
                  <a:pt x="259145" y="650587"/>
                </a:lnTo>
                <a:lnTo>
                  <a:pt x="254172" y="658209"/>
                </a:lnTo>
                <a:lnTo>
                  <a:pt x="251473" y="662213"/>
                </a:lnTo>
                <a:lnTo>
                  <a:pt x="251394" y="662469"/>
                </a:lnTo>
                <a:lnTo>
                  <a:pt x="251384" y="662482"/>
                </a:lnTo>
                <a:lnTo>
                  <a:pt x="251377" y="662522"/>
                </a:lnTo>
                <a:lnTo>
                  <a:pt x="249388" y="668927"/>
                </a:lnTo>
                <a:cubicBezTo>
                  <a:pt x="248912" y="671255"/>
                  <a:pt x="248662" y="673667"/>
                  <a:pt x="248662" y="676135"/>
                </a:cubicBezTo>
                <a:cubicBezTo>
                  <a:pt x="248662" y="678605"/>
                  <a:pt x="248913" y="681015"/>
                  <a:pt x="249389" y="683344"/>
                </a:cubicBezTo>
                <a:lnTo>
                  <a:pt x="251377" y="689748"/>
                </a:lnTo>
                <a:lnTo>
                  <a:pt x="251383" y="689789"/>
                </a:lnTo>
                <a:lnTo>
                  <a:pt x="251393" y="689803"/>
                </a:lnTo>
                <a:lnTo>
                  <a:pt x="251473" y="690057"/>
                </a:lnTo>
                <a:lnTo>
                  <a:pt x="254161" y="694045"/>
                </a:lnTo>
                <a:lnTo>
                  <a:pt x="259145" y="701683"/>
                </a:lnTo>
                <a:lnTo>
                  <a:pt x="339457" y="783309"/>
                </a:lnTo>
                <a:cubicBezTo>
                  <a:pt x="353311" y="797389"/>
                  <a:pt x="375956" y="797573"/>
                  <a:pt x="390037" y="783719"/>
                </a:cubicBezTo>
                <a:cubicBezTo>
                  <a:pt x="404118" y="769864"/>
                  <a:pt x="404302" y="747219"/>
                  <a:pt x="390448" y="733138"/>
                </a:cubicBezTo>
                <a:lnTo>
                  <a:pt x="369553" y="711902"/>
                </a:lnTo>
                <a:lnTo>
                  <a:pt x="580730" y="711901"/>
                </a:lnTo>
                <a:cubicBezTo>
                  <a:pt x="590607" y="711902"/>
                  <a:pt x="599548" y="707899"/>
                  <a:pt x="606020" y="701426"/>
                </a:cubicBezTo>
                <a:lnTo>
                  <a:pt x="616497" y="676135"/>
                </a:lnTo>
                <a:lnTo>
                  <a:pt x="606021" y="650843"/>
                </a:lnTo>
                <a:cubicBezTo>
                  <a:pt x="599549" y="644371"/>
                  <a:pt x="590606" y="640368"/>
                  <a:pt x="580730" y="640368"/>
                </a:cubicBezTo>
                <a:lnTo>
                  <a:pt x="369554" y="640368"/>
                </a:lnTo>
                <a:lnTo>
                  <a:pt x="390448" y="619133"/>
                </a:lnTo>
                <a:cubicBezTo>
                  <a:pt x="404302" y="605052"/>
                  <a:pt x="404118" y="582406"/>
                  <a:pt x="390038" y="568551"/>
                </a:cubicBezTo>
                <a:lnTo>
                  <a:pt x="390038" y="568553"/>
                </a:lnTo>
                <a:cubicBezTo>
                  <a:pt x="382997" y="561625"/>
                  <a:pt x="373815" y="558207"/>
                  <a:pt x="364661" y="558282"/>
                </a:cubicBezTo>
                <a:close/>
                <a:moveTo>
                  <a:pt x="758801" y="329475"/>
                </a:moveTo>
                <a:cubicBezTo>
                  <a:pt x="749649" y="329401"/>
                  <a:pt x="740466" y="332819"/>
                  <a:pt x="733427" y="339746"/>
                </a:cubicBezTo>
                <a:lnTo>
                  <a:pt x="733426" y="339746"/>
                </a:lnTo>
                <a:cubicBezTo>
                  <a:pt x="719345" y="353600"/>
                  <a:pt x="719161" y="376245"/>
                  <a:pt x="733017" y="390327"/>
                </a:cubicBezTo>
                <a:lnTo>
                  <a:pt x="753909" y="411562"/>
                </a:lnTo>
                <a:lnTo>
                  <a:pt x="542733" y="411561"/>
                </a:lnTo>
                <a:cubicBezTo>
                  <a:pt x="532856" y="411562"/>
                  <a:pt x="523915" y="415565"/>
                  <a:pt x="517443" y="422037"/>
                </a:cubicBezTo>
                <a:lnTo>
                  <a:pt x="506967" y="447329"/>
                </a:lnTo>
                <a:lnTo>
                  <a:pt x="517443" y="472620"/>
                </a:lnTo>
                <a:cubicBezTo>
                  <a:pt x="523916" y="479093"/>
                  <a:pt x="532857" y="483097"/>
                  <a:pt x="542734" y="483095"/>
                </a:cubicBezTo>
                <a:lnTo>
                  <a:pt x="753910" y="483096"/>
                </a:lnTo>
                <a:lnTo>
                  <a:pt x="733016" y="504333"/>
                </a:lnTo>
                <a:cubicBezTo>
                  <a:pt x="719162" y="518413"/>
                  <a:pt x="719345" y="541059"/>
                  <a:pt x="733426" y="554913"/>
                </a:cubicBezTo>
                <a:cubicBezTo>
                  <a:pt x="747507" y="568767"/>
                  <a:pt x="770152" y="568583"/>
                  <a:pt x="784007" y="554503"/>
                </a:cubicBezTo>
                <a:lnTo>
                  <a:pt x="864318" y="472878"/>
                </a:lnTo>
                <a:lnTo>
                  <a:pt x="869302" y="465238"/>
                </a:lnTo>
                <a:lnTo>
                  <a:pt x="871991" y="461251"/>
                </a:lnTo>
                <a:lnTo>
                  <a:pt x="872070" y="460997"/>
                </a:lnTo>
                <a:lnTo>
                  <a:pt x="872079" y="460982"/>
                </a:lnTo>
                <a:lnTo>
                  <a:pt x="872087" y="460942"/>
                </a:lnTo>
                <a:lnTo>
                  <a:pt x="874075" y="454537"/>
                </a:lnTo>
                <a:cubicBezTo>
                  <a:pt x="874551" y="452209"/>
                  <a:pt x="874801" y="449799"/>
                  <a:pt x="874801" y="447329"/>
                </a:cubicBezTo>
                <a:cubicBezTo>
                  <a:pt x="874802" y="444860"/>
                  <a:pt x="874552" y="442449"/>
                  <a:pt x="874076" y="440121"/>
                </a:cubicBezTo>
                <a:lnTo>
                  <a:pt x="872087" y="433715"/>
                </a:lnTo>
                <a:lnTo>
                  <a:pt x="872079" y="433677"/>
                </a:lnTo>
                <a:lnTo>
                  <a:pt x="872071" y="433662"/>
                </a:lnTo>
                <a:lnTo>
                  <a:pt x="871991" y="433407"/>
                </a:lnTo>
                <a:lnTo>
                  <a:pt x="869292" y="429403"/>
                </a:lnTo>
                <a:lnTo>
                  <a:pt x="864319" y="421781"/>
                </a:lnTo>
                <a:lnTo>
                  <a:pt x="784007" y="340156"/>
                </a:lnTo>
                <a:cubicBezTo>
                  <a:pt x="777079" y="333117"/>
                  <a:pt x="767954" y="329550"/>
                  <a:pt x="758801" y="329475"/>
                </a:cubicBezTo>
                <a:close/>
                <a:moveTo>
                  <a:pt x="364662" y="225921"/>
                </a:moveTo>
                <a:cubicBezTo>
                  <a:pt x="355509" y="225995"/>
                  <a:pt x="346383" y="229561"/>
                  <a:pt x="339456" y="236601"/>
                </a:cubicBezTo>
                <a:lnTo>
                  <a:pt x="259145" y="318226"/>
                </a:lnTo>
                <a:lnTo>
                  <a:pt x="254173" y="325848"/>
                </a:lnTo>
                <a:lnTo>
                  <a:pt x="251473" y="329852"/>
                </a:lnTo>
                <a:lnTo>
                  <a:pt x="251394" y="330107"/>
                </a:lnTo>
                <a:lnTo>
                  <a:pt x="251384" y="330122"/>
                </a:lnTo>
                <a:lnTo>
                  <a:pt x="251376" y="330161"/>
                </a:lnTo>
                <a:lnTo>
                  <a:pt x="249389" y="336566"/>
                </a:lnTo>
                <a:cubicBezTo>
                  <a:pt x="248912" y="338894"/>
                  <a:pt x="248662" y="341305"/>
                  <a:pt x="248662" y="343774"/>
                </a:cubicBezTo>
                <a:cubicBezTo>
                  <a:pt x="248662" y="346244"/>
                  <a:pt x="248912" y="348654"/>
                  <a:pt x="249389" y="350982"/>
                </a:cubicBezTo>
                <a:lnTo>
                  <a:pt x="251377" y="357387"/>
                </a:lnTo>
                <a:lnTo>
                  <a:pt x="251384" y="357428"/>
                </a:lnTo>
                <a:lnTo>
                  <a:pt x="251393" y="357443"/>
                </a:lnTo>
                <a:lnTo>
                  <a:pt x="251473" y="357696"/>
                </a:lnTo>
                <a:lnTo>
                  <a:pt x="254161" y="361684"/>
                </a:lnTo>
                <a:lnTo>
                  <a:pt x="259145" y="369323"/>
                </a:lnTo>
                <a:lnTo>
                  <a:pt x="339456" y="450948"/>
                </a:lnTo>
                <a:cubicBezTo>
                  <a:pt x="353310" y="465028"/>
                  <a:pt x="375957" y="465212"/>
                  <a:pt x="390037" y="451358"/>
                </a:cubicBezTo>
                <a:cubicBezTo>
                  <a:pt x="404118" y="437503"/>
                  <a:pt x="404302" y="414858"/>
                  <a:pt x="390448" y="400777"/>
                </a:cubicBezTo>
                <a:lnTo>
                  <a:pt x="369553" y="379542"/>
                </a:lnTo>
                <a:lnTo>
                  <a:pt x="580730" y="379541"/>
                </a:lnTo>
                <a:cubicBezTo>
                  <a:pt x="590606" y="379541"/>
                  <a:pt x="599549" y="375538"/>
                  <a:pt x="606021" y="369065"/>
                </a:cubicBezTo>
                <a:lnTo>
                  <a:pt x="616497" y="343774"/>
                </a:lnTo>
                <a:lnTo>
                  <a:pt x="606021" y="318483"/>
                </a:lnTo>
                <a:cubicBezTo>
                  <a:pt x="599549" y="312010"/>
                  <a:pt x="590606" y="308006"/>
                  <a:pt x="580730" y="308006"/>
                </a:cubicBezTo>
                <a:lnTo>
                  <a:pt x="369553" y="308007"/>
                </a:lnTo>
                <a:lnTo>
                  <a:pt x="390447" y="286772"/>
                </a:lnTo>
                <a:cubicBezTo>
                  <a:pt x="404302" y="272691"/>
                  <a:pt x="404118" y="250045"/>
                  <a:pt x="390038" y="236191"/>
                </a:cubicBezTo>
                <a:cubicBezTo>
                  <a:pt x="382997" y="229264"/>
                  <a:pt x="373816" y="225846"/>
                  <a:pt x="364662" y="225921"/>
                </a:cubicBezTo>
                <a:close/>
                <a:moveTo>
                  <a:pt x="99325" y="0"/>
                </a:moveTo>
                <a:lnTo>
                  <a:pt x="1024137" y="0"/>
                </a:lnTo>
                <a:cubicBezTo>
                  <a:pt x="1078993" y="0"/>
                  <a:pt x="1123462" y="44469"/>
                  <a:pt x="1123462" y="99325"/>
                </a:cubicBezTo>
                <a:lnTo>
                  <a:pt x="1123462" y="1024137"/>
                </a:lnTo>
                <a:cubicBezTo>
                  <a:pt x="1123462" y="1078993"/>
                  <a:pt x="1078993" y="1123462"/>
                  <a:pt x="1024137" y="1123462"/>
                </a:cubicBezTo>
                <a:lnTo>
                  <a:pt x="99325" y="1123462"/>
                </a:lnTo>
                <a:cubicBezTo>
                  <a:pt x="44469" y="1123462"/>
                  <a:pt x="0" y="1078993"/>
                  <a:pt x="0" y="1024137"/>
                </a:cubicBezTo>
                <a:lnTo>
                  <a:pt x="0" y="99325"/>
                </a:lnTo>
                <a:cubicBezTo>
                  <a:pt x="0" y="44469"/>
                  <a:pt x="44469" y="0"/>
                  <a:pt x="99325" y="0"/>
                </a:cubicBezTo>
                <a:close/>
              </a:path>
            </a:pathLst>
          </a:custGeom>
          <a:solidFill>
            <a:srgbClr val="00BCEB">
              <a:alpha val="49844"/>
            </a:srgbClr>
          </a:solidFill>
          <a:ln w="25400" cap="flat" cmpd="sng" algn="ctr">
            <a:noFill/>
            <a:prstDash val="solid"/>
          </a:ln>
          <a:effectLst/>
        </p:spPr>
        <p:txBody>
          <a:bodyPr rtlCol="0" anchor="ctr"/>
          <a:lstStyle/>
          <a:p>
            <a:pPr algn="ctr" defTabSz="342512" fontAlgn="base">
              <a:spcBef>
                <a:spcPct val="0"/>
              </a:spcBef>
              <a:spcAft>
                <a:spcPct val="0"/>
              </a:spcAft>
            </a:pPr>
            <a:endParaRPr kumimoji="0" lang="en-US" sz="1400" kern="0">
              <a:solidFill>
                <a:srgbClr val="FFFFFF"/>
              </a:solidFill>
              <a:latin typeface="Noto Sans CJK SC Light"/>
            </a:endParaRPr>
          </a:p>
        </p:txBody>
      </p:sp>
      <p:sp>
        <p:nvSpPr>
          <p:cNvPr id="361" name="Rounded Rectangle 25">
            <a:extLst>
              <a:ext uri="{FF2B5EF4-FFF2-40B4-BE49-F238E27FC236}">
                <a16:creationId xmlns:a16="http://schemas.microsoft.com/office/drawing/2014/main" id="{F6A54B46-E9D4-03C7-435B-C89B524D8877}"/>
              </a:ext>
            </a:extLst>
          </p:cNvPr>
          <p:cNvSpPr/>
          <p:nvPr/>
        </p:nvSpPr>
        <p:spPr>
          <a:xfrm>
            <a:off x="9184209" y="1358911"/>
            <a:ext cx="338319" cy="322212"/>
          </a:xfrm>
          <a:custGeom>
            <a:avLst/>
            <a:gdLst/>
            <a:ahLst/>
            <a:cxnLst/>
            <a:rect l="l" t="t" r="r" b="b"/>
            <a:pathLst>
              <a:path w="1123462" h="1123462">
                <a:moveTo>
                  <a:pt x="758801" y="661837"/>
                </a:moveTo>
                <a:cubicBezTo>
                  <a:pt x="749648" y="661762"/>
                  <a:pt x="740466" y="665180"/>
                  <a:pt x="733427" y="672107"/>
                </a:cubicBezTo>
                <a:cubicBezTo>
                  <a:pt x="719346" y="685961"/>
                  <a:pt x="719161" y="708607"/>
                  <a:pt x="733016" y="722687"/>
                </a:cubicBezTo>
                <a:lnTo>
                  <a:pt x="753910" y="743923"/>
                </a:lnTo>
                <a:lnTo>
                  <a:pt x="542733" y="743923"/>
                </a:lnTo>
                <a:cubicBezTo>
                  <a:pt x="532857" y="743923"/>
                  <a:pt x="523914" y="747926"/>
                  <a:pt x="517443" y="754399"/>
                </a:cubicBezTo>
                <a:lnTo>
                  <a:pt x="506967" y="779690"/>
                </a:lnTo>
                <a:lnTo>
                  <a:pt x="517443" y="804981"/>
                </a:lnTo>
                <a:cubicBezTo>
                  <a:pt x="523916" y="811453"/>
                  <a:pt x="532858" y="815458"/>
                  <a:pt x="542734" y="815457"/>
                </a:cubicBezTo>
                <a:lnTo>
                  <a:pt x="753910" y="815457"/>
                </a:lnTo>
                <a:lnTo>
                  <a:pt x="733016" y="836693"/>
                </a:lnTo>
                <a:cubicBezTo>
                  <a:pt x="719162" y="850774"/>
                  <a:pt x="719346" y="873420"/>
                  <a:pt x="733426" y="887274"/>
                </a:cubicBezTo>
                <a:cubicBezTo>
                  <a:pt x="747507" y="901128"/>
                  <a:pt x="770153" y="900944"/>
                  <a:pt x="784007" y="886863"/>
                </a:cubicBezTo>
                <a:lnTo>
                  <a:pt x="864319" y="805239"/>
                </a:lnTo>
                <a:lnTo>
                  <a:pt x="869302" y="797600"/>
                </a:lnTo>
                <a:lnTo>
                  <a:pt x="871992" y="793612"/>
                </a:lnTo>
                <a:lnTo>
                  <a:pt x="872069" y="793358"/>
                </a:lnTo>
                <a:lnTo>
                  <a:pt x="872080" y="793343"/>
                </a:lnTo>
                <a:lnTo>
                  <a:pt x="872088" y="793303"/>
                </a:lnTo>
                <a:lnTo>
                  <a:pt x="874076" y="786899"/>
                </a:lnTo>
                <a:cubicBezTo>
                  <a:pt x="874552" y="784570"/>
                  <a:pt x="874802" y="782160"/>
                  <a:pt x="874802" y="779690"/>
                </a:cubicBezTo>
                <a:cubicBezTo>
                  <a:pt x="874801" y="777222"/>
                  <a:pt x="874552" y="774810"/>
                  <a:pt x="874075" y="772482"/>
                </a:cubicBezTo>
                <a:lnTo>
                  <a:pt x="872087" y="766077"/>
                </a:lnTo>
                <a:lnTo>
                  <a:pt x="872080" y="766038"/>
                </a:lnTo>
                <a:lnTo>
                  <a:pt x="872070" y="766023"/>
                </a:lnTo>
                <a:lnTo>
                  <a:pt x="871992" y="765768"/>
                </a:lnTo>
                <a:lnTo>
                  <a:pt x="869291" y="761764"/>
                </a:lnTo>
                <a:lnTo>
                  <a:pt x="864318" y="754142"/>
                </a:lnTo>
                <a:lnTo>
                  <a:pt x="784006" y="672518"/>
                </a:lnTo>
                <a:cubicBezTo>
                  <a:pt x="777079" y="665477"/>
                  <a:pt x="767954" y="661911"/>
                  <a:pt x="758801" y="661837"/>
                </a:cubicBezTo>
                <a:close/>
                <a:moveTo>
                  <a:pt x="364661" y="558282"/>
                </a:moveTo>
                <a:cubicBezTo>
                  <a:pt x="355509" y="558355"/>
                  <a:pt x="346384" y="561922"/>
                  <a:pt x="339457" y="568962"/>
                </a:cubicBezTo>
                <a:lnTo>
                  <a:pt x="259145" y="650587"/>
                </a:lnTo>
                <a:lnTo>
                  <a:pt x="254172" y="658209"/>
                </a:lnTo>
                <a:lnTo>
                  <a:pt x="251473" y="662213"/>
                </a:lnTo>
                <a:lnTo>
                  <a:pt x="251394" y="662469"/>
                </a:lnTo>
                <a:lnTo>
                  <a:pt x="251384" y="662482"/>
                </a:lnTo>
                <a:lnTo>
                  <a:pt x="251377" y="662522"/>
                </a:lnTo>
                <a:lnTo>
                  <a:pt x="249388" y="668927"/>
                </a:lnTo>
                <a:cubicBezTo>
                  <a:pt x="248912" y="671255"/>
                  <a:pt x="248662" y="673667"/>
                  <a:pt x="248662" y="676135"/>
                </a:cubicBezTo>
                <a:cubicBezTo>
                  <a:pt x="248662" y="678605"/>
                  <a:pt x="248913" y="681015"/>
                  <a:pt x="249389" y="683344"/>
                </a:cubicBezTo>
                <a:lnTo>
                  <a:pt x="251377" y="689748"/>
                </a:lnTo>
                <a:lnTo>
                  <a:pt x="251383" y="689789"/>
                </a:lnTo>
                <a:lnTo>
                  <a:pt x="251393" y="689803"/>
                </a:lnTo>
                <a:lnTo>
                  <a:pt x="251473" y="690057"/>
                </a:lnTo>
                <a:lnTo>
                  <a:pt x="254161" y="694045"/>
                </a:lnTo>
                <a:lnTo>
                  <a:pt x="259145" y="701683"/>
                </a:lnTo>
                <a:lnTo>
                  <a:pt x="339457" y="783309"/>
                </a:lnTo>
                <a:cubicBezTo>
                  <a:pt x="353311" y="797389"/>
                  <a:pt x="375956" y="797573"/>
                  <a:pt x="390037" y="783719"/>
                </a:cubicBezTo>
                <a:cubicBezTo>
                  <a:pt x="404118" y="769864"/>
                  <a:pt x="404302" y="747219"/>
                  <a:pt x="390448" y="733138"/>
                </a:cubicBezTo>
                <a:lnTo>
                  <a:pt x="369553" y="711902"/>
                </a:lnTo>
                <a:lnTo>
                  <a:pt x="580730" y="711901"/>
                </a:lnTo>
                <a:cubicBezTo>
                  <a:pt x="590607" y="711902"/>
                  <a:pt x="599548" y="707899"/>
                  <a:pt x="606020" y="701426"/>
                </a:cubicBezTo>
                <a:lnTo>
                  <a:pt x="616497" y="676135"/>
                </a:lnTo>
                <a:lnTo>
                  <a:pt x="606021" y="650843"/>
                </a:lnTo>
                <a:cubicBezTo>
                  <a:pt x="599549" y="644371"/>
                  <a:pt x="590606" y="640368"/>
                  <a:pt x="580730" y="640368"/>
                </a:cubicBezTo>
                <a:lnTo>
                  <a:pt x="369554" y="640368"/>
                </a:lnTo>
                <a:lnTo>
                  <a:pt x="390448" y="619133"/>
                </a:lnTo>
                <a:cubicBezTo>
                  <a:pt x="404302" y="605052"/>
                  <a:pt x="404118" y="582406"/>
                  <a:pt x="390038" y="568551"/>
                </a:cubicBezTo>
                <a:lnTo>
                  <a:pt x="390038" y="568553"/>
                </a:lnTo>
                <a:cubicBezTo>
                  <a:pt x="382997" y="561625"/>
                  <a:pt x="373815" y="558207"/>
                  <a:pt x="364661" y="558282"/>
                </a:cubicBezTo>
                <a:close/>
                <a:moveTo>
                  <a:pt x="758801" y="329475"/>
                </a:moveTo>
                <a:cubicBezTo>
                  <a:pt x="749649" y="329401"/>
                  <a:pt x="740466" y="332819"/>
                  <a:pt x="733427" y="339746"/>
                </a:cubicBezTo>
                <a:lnTo>
                  <a:pt x="733426" y="339746"/>
                </a:lnTo>
                <a:cubicBezTo>
                  <a:pt x="719345" y="353600"/>
                  <a:pt x="719161" y="376245"/>
                  <a:pt x="733017" y="390327"/>
                </a:cubicBezTo>
                <a:lnTo>
                  <a:pt x="753909" y="411562"/>
                </a:lnTo>
                <a:lnTo>
                  <a:pt x="542733" y="411561"/>
                </a:lnTo>
                <a:cubicBezTo>
                  <a:pt x="532856" y="411562"/>
                  <a:pt x="523915" y="415565"/>
                  <a:pt x="517443" y="422037"/>
                </a:cubicBezTo>
                <a:lnTo>
                  <a:pt x="506967" y="447329"/>
                </a:lnTo>
                <a:lnTo>
                  <a:pt x="517443" y="472620"/>
                </a:lnTo>
                <a:cubicBezTo>
                  <a:pt x="523916" y="479093"/>
                  <a:pt x="532857" y="483097"/>
                  <a:pt x="542734" y="483095"/>
                </a:cubicBezTo>
                <a:lnTo>
                  <a:pt x="753910" y="483096"/>
                </a:lnTo>
                <a:lnTo>
                  <a:pt x="733016" y="504333"/>
                </a:lnTo>
                <a:cubicBezTo>
                  <a:pt x="719162" y="518413"/>
                  <a:pt x="719345" y="541059"/>
                  <a:pt x="733426" y="554913"/>
                </a:cubicBezTo>
                <a:cubicBezTo>
                  <a:pt x="747507" y="568767"/>
                  <a:pt x="770152" y="568583"/>
                  <a:pt x="784007" y="554503"/>
                </a:cubicBezTo>
                <a:lnTo>
                  <a:pt x="864318" y="472878"/>
                </a:lnTo>
                <a:lnTo>
                  <a:pt x="869302" y="465238"/>
                </a:lnTo>
                <a:lnTo>
                  <a:pt x="871991" y="461251"/>
                </a:lnTo>
                <a:lnTo>
                  <a:pt x="872070" y="460997"/>
                </a:lnTo>
                <a:lnTo>
                  <a:pt x="872079" y="460982"/>
                </a:lnTo>
                <a:lnTo>
                  <a:pt x="872087" y="460942"/>
                </a:lnTo>
                <a:lnTo>
                  <a:pt x="874075" y="454537"/>
                </a:lnTo>
                <a:cubicBezTo>
                  <a:pt x="874551" y="452209"/>
                  <a:pt x="874801" y="449799"/>
                  <a:pt x="874801" y="447329"/>
                </a:cubicBezTo>
                <a:cubicBezTo>
                  <a:pt x="874802" y="444860"/>
                  <a:pt x="874552" y="442449"/>
                  <a:pt x="874076" y="440121"/>
                </a:cubicBezTo>
                <a:lnTo>
                  <a:pt x="872087" y="433715"/>
                </a:lnTo>
                <a:lnTo>
                  <a:pt x="872079" y="433677"/>
                </a:lnTo>
                <a:lnTo>
                  <a:pt x="872071" y="433662"/>
                </a:lnTo>
                <a:lnTo>
                  <a:pt x="871991" y="433407"/>
                </a:lnTo>
                <a:lnTo>
                  <a:pt x="869292" y="429403"/>
                </a:lnTo>
                <a:lnTo>
                  <a:pt x="864319" y="421781"/>
                </a:lnTo>
                <a:lnTo>
                  <a:pt x="784007" y="340156"/>
                </a:lnTo>
                <a:cubicBezTo>
                  <a:pt x="777079" y="333117"/>
                  <a:pt x="767954" y="329550"/>
                  <a:pt x="758801" y="329475"/>
                </a:cubicBezTo>
                <a:close/>
                <a:moveTo>
                  <a:pt x="364662" y="225921"/>
                </a:moveTo>
                <a:cubicBezTo>
                  <a:pt x="355509" y="225995"/>
                  <a:pt x="346383" y="229561"/>
                  <a:pt x="339456" y="236601"/>
                </a:cubicBezTo>
                <a:lnTo>
                  <a:pt x="259145" y="318226"/>
                </a:lnTo>
                <a:lnTo>
                  <a:pt x="254173" y="325848"/>
                </a:lnTo>
                <a:lnTo>
                  <a:pt x="251473" y="329852"/>
                </a:lnTo>
                <a:lnTo>
                  <a:pt x="251394" y="330107"/>
                </a:lnTo>
                <a:lnTo>
                  <a:pt x="251384" y="330122"/>
                </a:lnTo>
                <a:lnTo>
                  <a:pt x="251376" y="330161"/>
                </a:lnTo>
                <a:lnTo>
                  <a:pt x="249389" y="336566"/>
                </a:lnTo>
                <a:cubicBezTo>
                  <a:pt x="248912" y="338894"/>
                  <a:pt x="248662" y="341305"/>
                  <a:pt x="248662" y="343774"/>
                </a:cubicBezTo>
                <a:cubicBezTo>
                  <a:pt x="248662" y="346244"/>
                  <a:pt x="248912" y="348654"/>
                  <a:pt x="249389" y="350982"/>
                </a:cubicBezTo>
                <a:lnTo>
                  <a:pt x="251377" y="357387"/>
                </a:lnTo>
                <a:lnTo>
                  <a:pt x="251384" y="357428"/>
                </a:lnTo>
                <a:lnTo>
                  <a:pt x="251393" y="357443"/>
                </a:lnTo>
                <a:lnTo>
                  <a:pt x="251473" y="357696"/>
                </a:lnTo>
                <a:lnTo>
                  <a:pt x="254161" y="361684"/>
                </a:lnTo>
                <a:lnTo>
                  <a:pt x="259145" y="369323"/>
                </a:lnTo>
                <a:lnTo>
                  <a:pt x="339456" y="450948"/>
                </a:lnTo>
                <a:cubicBezTo>
                  <a:pt x="353310" y="465028"/>
                  <a:pt x="375957" y="465212"/>
                  <a:pt x="390037" y="451358"/>
                </a:cubicBezTo>
                <a:cubicBezTo>
                  <a:pt x="404118" y="437503"/>
                  <a:pt x="404302" y="414858"/>
                  <a:pt x="390448" y="400777"/>
                </a:cubicBezTo>
                <a:lnTo>
                  <a:pt x="369553" y="379542"/>
                </a:lnTo>
                <a:lnTo>
                  <a:pt x="580730" y="379541"/>
                </a:lnTo>
                <a:cubicBezTo>
                  <a:pt x="590606" y="379541"/>
                  <a:pt x="599549" y="375538"/>
                  <a:pt x="606021" y="369065"/>
                </a:cubicBezTo>
                <a:lnTo>
                  <a:pt x="616497" y="343774"/>
                </a:lnTo>
                <a:lnTo>
                  <a:pt x="606021" y="318483"/>
                </a:lnTo>
                <a:cubicBezTo>
                  <a:pt x="599549" y="312010"/>
                  <a:pt x="590606" y="308006"/>
                  <a:pt x="580730" y="308006"/>
                </a:cubicBezTo>
                <a:lnTo>
                  <a:pt x="369553" y="308007"/>
                </a:lnTo>
                <a:lnTo>
                  <a:pt x="390447" y="286772"/>
                </a:lnTo>
                <a:cubicBezTo>
                  <a:pt x="404302" y="272691"/>
                  <a:pt x="404118" y="250045"/>
                  <a:pt x="390038" y="236191"/>
                </a:cubicBezTo>
                <a:cubicBezTo>
                  <a:pt x="382997" y="229264"/>
                  <a:pt x="373816" y="225846"/>
                  <a:pt x="364662" y="225921"/>
                </a:cubicBezTo>
                <a:close/>
                <a:moveTo>
                  <a:pt x="99325" y="0"/>
                </a:moveTo>
                <a:lnTo>
                  <a:pt x="1024137" y="0"/>
                </a:lnTo>
                <a:cubicBezTo>
                  <a:pt x="1078993" y="0"/>
                  <a:pt x="1123462" y="44469"/>
                  <a:pt x="1123462" y="99325"/>
                </a:cubicBezTo>
                <a:lnTo>
                  <a:pt x="1123462" y="1024137"/>
                </a:lnTo>
                <a:cubicBezTo>
                  <a:pt x="1123462" y="1078993"/>
                  <a:pt x="1078993" y="1123462"/>
                  <a:pt x="1024137" y="1123462"/>
                </a:cubicBezTo>
                <a:lnTo>
                  <a:pt x="99325" y="1123462"/>
                </a:lnTo>
                <a:cubicBezTo>
                  <a:pt x="44469" y="1123462"/>
                  <a:pt x="0" y="1078993"/>
                  <a:pt x="0" y="1024137"/>
                </a:cubicBezTo>
                <a:lnTo>
                  <a:pt x="0" y="99325"/>
                </a:lnTo>
                <a:cubicBezTo>
                  <a:pt x="0" y="44469"/>
                  <a:pt x="44469" y="0"/>
                  <a:pt x="99325" y="0"/>
                </a:cubicBezTo>
                <a:close/>
              </a:path>
            </a:pathLst>
          </a:custGeom>
          <a:solidFill>
            <a:srgbClr val="00BCEB">
              <a:alpha val="49844"/>
            </a:srgbClr>
          </a:solidFill>
          <a:ln w="25400" cap="flat" cmpd="sng" algn="ctr">
            <a:noFill/>
            <a:prstDash val="solid"/>
          </a:ln>
          <a:effectLst/>
        </p:spPr>
        <p:txBody>
          <a:bodyPr rtlCol="0" anchor="ctr"/>
          <a:lstStyle/>
          <a:p>
            <a:pPr algn="ctr" defTabSz="342512" fontAlgn="base">
              <a:spcBef>
                <a:spcPct val="0"/>
              </a:spcBef>
              <a:spcAft>
                <a:spcPct val="0"/>
              </a:spcAft>
            </a:pPr>
            <a:endParaRPr kumimoji="0" lang="en-US" sz="1400" kern="0">
              <a:solidFill>
                <a:srgbClr val="FFFFFF"/>
              </a:solidFill>
              <a:latin typeface="Noto Sans CJK SC Light"/>
            </a:endParaRPr>
          </a:p>
        </p:txBody>
      </p:sp>
      <p:grpSp>
        <p:nvGrpSpPr>
          <p:cNvPr id="377" name="Group 1336">
            <a:extLst>
              <a:ext uri="{FF2B5EF4-FFF2-40B4-BE49-F238E27FC236}">
                <a16:creationId xmlns:a16="http://schemas.microsoft.com/office/drawing/2014/main" id="{B1208DA7-6648-810B-225D-5AA799C9F793}"/>
              </a:ext>
            </a:extLst>
          </p:cNvPr>
          <p:cNvGrpSpPr>
            <a:grpSpLocks noChangeAspect="1"/>
          </p:cNvGrpSpPr>
          <p:nvPr/>
        </p:nvGrpSpPr>
        <p:grpSpPr>
          <a:xfrm>
            <a:off x="3114423" y="1960158"/>
            <a:ext cx="315725" cy="300694"/>
            <a:chOff x="6308368" y="2479328"/>
            <a:chExt cx="466343" cy="466344"/>
          </a:xfrm>
        </p:grpSpPr>
        <p:sp>
          <p:nvSpPr>
            <p:cNvPr id="378" name="Oval 1337">
              <a:extLst>
                <a:ext uri="{FF2B5EF4-FFF2-40B4-BE49-F238E27FC236}">
                  <a16:creationId xmlns:a16="http://schemas.microsoft.com/office/drawing/2014/main" id="{D3934091-A68C-EEFB-92F3-0ED28D17B737}"/>
                </a:ext>
              </a:extLst>
            </p:cNvPr>
            <p:cNvSpPr/>
            <p:nvPr/>
          </p:nvSpPr>
          <p:spPr bwMode="auto">
            <a:xfrm>
              <a:off x="6308368" y="2479328"/>
              <a:ext cx="466343" cy="466344"/>
            </a:xfrm>
            <a:prstGeom prst="ellipse">
              <a:avLst/>
            </a:prstGeom>
            <a:solidFill>
              <a:srgbClr val="676767"/>
            </a:solidFill>
            <a:ln w="9525" cap="flat" cmpd="sng" algn="ctr">
              <a:noFill/>
              <a:prstDash val="solid"/>
            </a:ln>
            <a:effectLst/>
          </p:spPr>
          <p:txBody>
            <a:bodyPr lIns="68574" tIns="34287" rIns="68574" bIns="34287" rtlCol="0" anchor="ctr"/>
            <a:lstStyle/>
            <a:p>
              <a:pPr algn="ctr" defTabSz="685327">
                <a:defRPr/>
              </a:pPr>
              <a:endParaRPr kumimoji="0" lang="en-US" sz="1400" kern="0" err="1">
                <a:solidFill>
                  <a:srgbClr val="A6A6A6">
                    <a:lumMod val="50000"/>
                  </a:srgbClr>
                </a:solidFill>
                <a:latin typeface="Noto Sans CJK SC Light"/>
                <a:sym typeface="Arial" pitchFamily="-107" charset="0"/>
              </a:endParaRPr>
            </a:p>
          </p:txBody>
        </p:sp>
        <p:sp>
          <p:nvSpPr>
            <p:cNvPr id="379" name="Rectangle 17">
              <a:extLst>
                <a:ext uri="{FF2B5EF4-FFF2-40B4-BE49-F238E27FC236}">
                  <a16:creationId xmlns:a16="http://schemas.microsoft.com/office/drawing/2014/main" id="{3E1CAF7D-4569-6A4A-F9D3-5DC77E817AF2}"/>
                </a:ext>
              </a:extLst>
            </p:cNvPr>
            <p:cNvSpPr>
              <a:spLocks noChangeAspect="1" noChangeArrowheads="1"/>
            </p:cNvSpPr>
            <p:nvPr/>
          </p:nvSpPr>
          <p:spPr bwMode="auto">
            <a:xfrm>
              <a:off x="6415995" y="2593935"/>
              <a:ext cx="256775" cy="233172"/>
            </a:xfrm>
            <a:custGeom>
              <a:avLst/>
              <a:gdLst/>
              <a:ahLst/>
              <a:cxnLst/>
              <a:rect l="l" t="t" r="r" b="b"/>
              <a:pathLst>
                <a:path w="1099079" h="704991">
                  <a:moveTo>
                    <a:pt x="954808" y="626357"/>
                  </a:moveTo>
                  <a:lnTo>
                    <a:pt x="1099079" y="626357"/>
                  </a:lnTo>
                  <a:lnTo>
                    <a:pt x="1099079" y="704991"/>
                  </a:lnTo>
                  <a:lnTo>
                    <a:pt x="954808" y="704991"/>
                  </a:lnTo>
                  <a:close/>
                  <a:moveTo>
                    <a:pt x="571836" y="626357"/>
                  </a:moveTo>
                  <a:lnTo>
                    <a:pt x="907593" y="626357"/>
                  </a:lnTo>
                  <a:lnTo>
                    <a:pt x="907593" y="704991"/>
                  </a:lnTo>
                  <a:lnTo>
                    <a:pt x="571836" y="704991"/>
                  </a:lnTo>
                  <a:close/>
                  <a:moveTo>
                    <a:pt x="191486" y="626357"/>
                  </a:moveTo>
                  <a:lnTo>
                    <a:pt x="527243" y="626357"/>
                  </a:lnTo>
                  <a:lnTo>
                    <a:pt x="527243" y="704991"/>
                  </a:lnTo>
                  <a:lnTo>
                    <a:pt x="191486" y="704991"/>
                  </a:lnTo>
                  <a:close/>
                  <a:moveTo>
                    <a:pt x="0" y="626357"/>
                  </a:moveTo>
                  <a:lnTo>
                    <a:pt x="144271" y="626357"/>
                  </a:lnTo>
                  <a:lnTo>
                    <a:pt x="144271" y="704991"/>
                  </a:lnTo>
                  <a:lnTo>
                    <a:pt x="0" y="704991"/>
                  </a:lnTo>
                  <a:close/>
                  <a:moveTo>
                    <a:pt x="763322" y="501628"/>
                  </a:moveTo>
                  <a:lnTo>
                    <a:pt x="1099079" y="501628"/>
                  </a:lnTo>
                  <a:lnTo>
                    <a:pt x="1099079" y="577550"/>
                  </a:lnTo>
                  <a:lnTo>
                    <a:pt x="763322" y="577550"/>
                  </a:lnTo>
                  <a:close/>
                  <a:moveTo>
                    <a:pt x="382973" y="501628"/>
                  </a:moveTo>
                  <a:lnTo>
                    <a:pt x="718730" y="501628"/>
                  </a:lnTo>
                  <a:lnTo>
                    <a:pt x="718730" y="577550"/>
                  </a:lnTo>
                  <a:lnTo>
                    <a:pt x="382973" y="577550"/>
                  </a:lnTo>
                  <a:close/>
                  <a:moveTo>
                    <a:pt x="0" y="501628"/>
                  </a:moveTo>
                  <a:lnTo>
                    <a:pt x="335757" y="501628"/>
                  </a:lnTo>
                  <a:lnTo>
                    <a:pt x="335757" y="577550"/>
                  </a:lnTo>
                  <a:lnTo>
                    <a:pt x="0" y="577550"/>
                  </a:lnTo>
                  <a:close/>
                  <a:moveTo>
                    <a:pt x="954808" y="376899"/>
                  </a:moveTo>
                  <a:lnTo>
                    <a:pt x="1099079" y="376899"/>
                  </a:lnTo>
                  <a:lnTo>
                    <a:pt x="1099079" y="452821"/>
                  </a:lnTo>
                  <a:lnTo>
                    <a:pt x="954808" y="452821"/>
                  </a:lnTo>
                  <a:close/>
                  <a:moveTo>
                    <a:pt x="571836" y="376899"/>
                  </a:moveTo>
                  <a:lnTo>
                    <a:pt x="907593" y="376899"/>
                  </a:lnTo>
                  <a:lnTo>
                    <a:pt x="907593" y="452821"/>
                  </a:lnTo>
                  <a:lnTo>
                    <a:pt x="571836" y="452821"/>
                  </a:lnTo>
                  <a:close/>
                  <a:moveTo>
                    <a:pt x="191486" y="376899"/>
                  </a:moveTo>
                  <a:lnTo>
                    <a:pt x="527243" y="376899"/>
                  </a:lnTo>
                  <a:lnTo>
                    <a:pt x="527243" y="452821"/>
                  </a:lnTo>
                  <a:lnTo>
                    <a:pt x="191486" y="452821"/>
                  </a:lnTo>
                  <a:close/>
                  <a:moveTo>
                    <a:pt x="0" y="376899"/>
                  </a:moveTo>
                  <a:lnTo>
                    <a:pt x="144271" y="376899"/>
                  </a:lnTo>
                  <a:lnTo>
                    <a:pt x="144271" y="452821"/>
                  </a:lnTo>
                  <a:lnTo>
                    <a:pt x="0" y="452821"/>
                  </a:lnTo>
                  <a:close/>
                  <a:moveTo>
                    <a:pt x="763322" y="249458"/>
                  </a:moveTo>
                  <a:lnTo>
                    <a:pt x="1099079" y="249458"/>
                  </a:lnTo>
                  <a:lnTo>
                    <a:pt x="1099079" y="328092"/>
                  </a:lnTo>
                  <a:lnTo>
                    <a:pt x="763322" y="328092"/>
                  </a:lnTo>
                  <a:close/>
                  <a:moveTo>
                    <a:pt x="382973" y="249458"/>
                  </a:moveTo>
                  <a:lnTo>
                    <a:pt x="718730" y="249458"/>
                  </a:lnTo>
                  <a:lnTo>
                    <a:pt x="718730" y="328092"/>
                  </a:lnTo>
                  <a:lnTo>
                    <a:pt x="382973" y="328092"/>
                  </a:lnTo>
                  <a:close/>
                  <a:moveTo>
                    <a:pt x="0" y="249458"/>
                  </a:moveTo>
                  <a:lnTo>
                    <a:pt x="335757" y="249458"/>
                  </a:lnTo>
                  <a:lnTo>
                    <a:pt x="335757" y="328092"/>
                  </a:lnTo>
                  <a:lnTo>
                    <a:pt x="0" y="328092"/>
                  </a:lnTo>
                  <a:close/>
                  <a:moveTo>
                    <a:pt x="954808" y="124729"/>
                  </a:moveTo>
                  <a:lnTo>
                    <a:pt x="1099079" y="124729"/>
                  </a:lnTo>
                  <a:lnTo>
                    <a:pt x="1099079" y="203363"/>
                  </a:lnTo>
                  <a:lnTo>
                    <a:pt x="954808" y="203363"/>
                  </a:lnTo>
                  <a:close/>
                  <a:moveTo>
                    <a:pt x="571836" y="124729"/>
                  </a:moveTo>
                  <a:lnTo>
                    <a:pt x="907593" y="124729"/>
                  </a:lnTo>
                  <a:lnTo>
                    <a:pt x="907593" y="203363"/>
                  </a:lnTo>
                  <a:lnTo>
                    <a:pt x="571836" y="203363"/>
                  </a:lnTo>
                  <a:close/>
                  <a:moveTo>
                    <a:pt x="191486" y="124729"/>
                  </a:moveTo>
                  <a:lnTo>
                    <a:pt x="527243" y="124729"/>
                  </a:lnTo>
                  <a:lnTo>
                    <a:pt x="527243" y="203363"/>
                  </a:lnTo>
                  <a:lnTo>
                    <a:pt x="191486" y="203363"/>
                  </a:lnTo>
                  <a:close/>
                  <a:moveTo>
                    <a:pt x="0" y="124729"/>
                  </a:moveTo>
                  <a:lnTo>
                    <a:pt x="144271" y="124729"/>
                  </a:lnTo>
                  <a:lnTo>
                    <a:pt x="144271" y="203363"/>
                  </a:lnTo>
                  <a:lnTo>
                    <a:pt x="0" y="203363"/>
                  </a:lnTo>
                  <a:close/>
                  <a:moveTo>
                    <a:pt x="763322" y="0"/>
                  </a:moveTo>
                  <a:lnTo>
                    <a:pt x="1099079" y="0"/>
                  </a:lnTo>
                  <a:lnTo>
                    <a:pt x="1099079" y="75922"/>
                  </a:lnTo>
                  <a:lnTo>
                    <a:pt x="763322" y="75922"/>
                  </a:lnTo>
                  <a:close/>
                  <a:moveTo>
                    <a:pt x="382973" y="0"/>
                  </a:moveTo>
                  <a:lnTo>
                    <a:pt x="718730" y="0"/>
                  </a:lnTo>
                  <a:lnTo>
                    <a:pt x="718730" y="75922"/>
                  </a:lnTo>
                  <a:lnTo>
                    <a:pt x="382973" y="75922"/>
                  </a:lnTo>
                  <a:close/>
                  <a:moveTo>
                    <a:pt x="0" y="0"/>
                  </a:moveTo>
                  <a:lnTo>
                    <a:pt x="335757" y="0"/>
                  </a:lnTo>
                  <a:lnTo>
                    <a:pt x="335757" y="75922"/>
                  </a:lnTo>
                  <a:lnTo>
                    <a:pt x="0" y="75922"/>
                  </a:lnTo>
                  <a:close/>
                </a:path>
              </a:pathLst>
            </a:custGeom>
            <a:solidFill>
              <a:srgbClr val="FFFFFF"/>
            </a:solidFill>
            <a:ln w="25400" cap="flat" cmpd="sng" algn="ctr">
              <a:noFill/>
              <a:prstDash val="solid"/>
            </a:ln>
            <a:effectLst/>
          </p:spPr>
          <p:txBody>
            <a:bodyPr lIns="68565" tIns="34283" rIns="68565" bIns="34283" rtlCol="0" anchor="ctr"/>
            <a:lstStyle/>
            <a:p>
              <a:pPr algn="ctr" defTabSz="342530">
                <a:defRPr/>
              </a:pPr>
              <a:endParaRPr kumimoji="0" lang="en-US" sz="1050" kern="0">
                <a:solidFill>
                  <a:srgbClr val="A6A6A6">
                    <a:lumMod val="50000"/>
                  </a:srgbClr>
                </a:solidFill>
                <a:latin typeface="Noto Sans CJK SC Light"/>
              </a:endParaRPr>
            </a:p>
          </p:txBody>
        </p:sp>
      </p:grpSp>
      <p:grpSp>
        <p:nvGrpSpPr>
          <p:cNvPr id="380" name="Group 1336">
            <a:extLst>
              <a:ext uri="{FF2B5EF4-FFF2-40B4-BE49-F238E27FC236}">
                <a16:creationId xmlns:a16="http://schemas.microsoft.com/office/drawing/2014/main" id="{07D6639C-3306-7836-2FF2-21E0DA82B59A}"/>
              </a:ext>
            </a:extLst>
          </p:cNvPr>
          <p:cNvGrpSpPr>
            <a:grpSpLocks noChangeAspect="1"/>
          </p:cNvGrpSpPr>
          <p:nvPr/>
        </p:nvGrpSpPr>
        <p:grpSpPr>
          <a:xfrm>
            <a:off x="3248078" y="2087452"/>
            <a:ext cx="315725" cy="300694"/>
            <a:chOff x="6308368" y="2479328"/>
            <a:chExt cx="466343" cy="466344"/>
          </a:xfrm>
        </p:grpSpPr>
        <p:sp>
          <p:nvSpPr>
            <p:cNvPr id="381" name="Oval 1337">
              <a:extLst>
                <a:ext uri="{FF2B5EF4-FFF2-40B4-BE49-F238E27FC236}">
                  <a16:creationId xmlns:a16="http://schemas.microsoft.com/office/drawing/2014/main" id="{07D9BFEA-42F7-2F72-F91C-68CEFA9FF19A}"/>
                </a:ext>
              </a:extLst>
            </p:cNvPr>
            <p:cNvSpPr/>
            <p:nvPr/>
          </p:nvSpPr>
          <p:spPr bwMode="auto">
            <a:xfrm>
              <a:off x="6308368" y="2479328"/>
              <a:ext cx="466343" cy="466344"/>
            </a:xfrm>
            <a:prstGeom prst="ellipse">
              <a:avLst/>
            </a:prstGeom>
            <a:solidFill>
              <a:srgbClr val="676767"/>
            </a:solidFill>
            <a:ln w="9525" cap="flat" cmpd="sng" algn="ctr">
              <a:noFill/>
              <a:prstDash val="solid"/>
            </a:ln>
            <a:effectLst/>
          </p:spPr>
          <p:txBody>
            <a:bodyPr lIns="68574" tIns="34287" rIns="68574" bIns="34287" rtlCol="0" anchor="ctr"/>
            <a:lstStyle/>
            <a:p>
              <a:pPr algn="ctr" defTabSz="685327">
                <a:defRPr/>
              </a:pPr>
              <a:endParaRPr kumimoji="0" lang="en-US" sz="1400" kern="0" err="1">
                <a:solidFill>
                  <a:srgbClr val="A6A6A6">
                    <a:lumMod val="50000"/>
                  </a:srgbClr>
                </a:solidFill>
                <a:latin typeface="Noto Sans CJK SC Light"/>
                <a:sym typeface="Arial" pitchFamily="-107" charset="0"/>
              </a:endParaRPr>
            </a:p>
          </p:txBody>
        </p:sp>
        <p:sp>
          <p:nvSpPr>
            <p:cNvPr id="382" name="Rectangle 17">
              <a:extLst>
                <a:ext uri="{FF2B5EF4-FFF2-40B4-BE49-F238E27FC236}">
                  <a16:creationId xmlns:a16="http://schemas.microsoft.com/office/drawing/2014/main" id="{3C8DC06A-E85F-D78E-DC0B-A6056E2B8CA2}"/>
                </a:ext>
              </a:extLst>
            </p:cNvPr>
            <p:cNvSpPr>
              <a:spLocks noChangeAspect="1" noChangeArrowheads="1"/>
            </p:cNvSpPr>
            <p:nvPr/>
          </p:nvSpPr>
          <p:spPr bwMode="auto">
            <a:xfrm>
              <a:off x="6415995" y="2593935"/>
              <a:ext cx="256775" cy="233172"/>
            </a:xfrm>
            <a:custGeom>
              <a:avLst/>
              <a:gdLst/>
              <a:ahLst/>
              <a:cxnLst/>
              <a:rect l="l" t="t" r="r" b="b"/>
              <a:pathLst>
                <a:path w="1099079" h="704991">
                  <a:moveTo>
                    <a:pt x="954808" y="626357"/>
                  </a:moveTo>
                  <a:lnTo>
                    <a:pt x="1099079" y="626357"/>
                  </a:lnTo>
                  <a:lnTo>
                    <a:pt x="1099079" y="704991"/>
                  </a:lnTo>
                  <a:lnTo>
                    <a:pt x="954808" y="704991"/>
                  </a:lnTo>
                  <a:close/>
                  <a:moveTo>
                    <a:pt x="571836" y="626357"/>
                  </a:moveTo>
                  <a:lnTo>
                    <a:pt x="907593" y="626357"/>
                  </a:lnTo>
                  <a:lnTo>
                    <a:pt x="907593" y="704991"/>
                  </a:lnTo>
                  <a:lnTo>
                    <a:pt x="571836" y="704991"/>
                  </a:lnTo>
                  <a:close/>
                  <a:moveTo>
                    <a:pt x="191486" y="626357"/>
                  </a:moveTo>
                  <a:lnTo>
                    <a:pt x="527243" y="626357"/>
                  </a:lnTo>
                  <a:lnTo>
                    <a:pt x="527243" y="704991"/>
                  </a:lnTo>
                  <a:lnTo>
                    <a:pt x="191486" y="704991"/>
                  </a:lnTo>
                  <a:close/>
                  <a:moveTo>
                    <a:pt x="0" y="626357"/>
                  </a:moveTo>
                  <a:lnTo>
                    <a:pt x="144271" y="626357"/>
                  </a:lnTo>
                  <a:lnTo>
                    <a:pt x="144271" y="704991"/>
                  </a:lnTo>
                  <a:lnTo>
                    <a:pt x="0" y="704991"/>
                  </a:lnTo>
                  <a:close/>
                  <a:moveTo>
                    <a:pt x="763322" y="501628"/>
                  </a:moveTo>
                  <a:lnTo>
                    <a:pt x="1099079" y="501628"/>
                  </a:lnTo>
                  <a:lnTo>
                    <a:pt x="1099079" y="577550"/>
                  </a:lnTo>
                  <a:lnTo>
                    <a:pt x="763322" y="577550"/>
                  </a:lnTo>
                  <a:close/>
                  <a:moveTo>
                    <a:pt x="382973" y="501628"/>
                  </a:moveTo>
                  <a:lnTo>
                    <a:pt x="718730" y="501628"/>
                  </a:lnTo>
                  <a:lnTo>
                    <a:pt x="718730" y="577550"/>
                  </a:lnTo>
                  <a:lnTo>
                    <a:pt x="382973" y="577550"/>
                  </a:lnTo>
                  <a:close/>
                  <a:moveTo>
                    <a:pt x="0" y="501628"/>
                  </a:moveTo>
                  <a:lnTo>
                    <a:pt x="335757" y="501628"/>
                  </a:lnTo>
                  <a:lnTo>
                    <a:pt x="335757" y="577550"/>
                  </a:lnTo>
                  <a:lnTo>
                    <a:pt x="0" y="577550"/>
                  </a:lnTo>
                  <a:close/>
                  <a:moveTo>
                    <a:pt x="954808" y="376899"/>
                  </a:moveTo>
                  <a:lnTo>
                    <a:pt x="1099079" y="376899"/>
                  </a:lnTo>
                  <a:lnTo>
                    <a:pt x="1099079" y="452821"/>
                  </a:lnTo>
                  <a:lnTo>
                    <a:pt x="954808" y="452821"/>
                  </a:lnTo>
                  <a:close/>
                  <a:moveTo>
                    <a:pt x="571836" y="376899"/>
                  </a:moveTo>
                  <a:lnTo>
                    <a:pt x="907593" y="376899"/>
                  </a:lnTo>
                  <a:lnTo>
                    <a:pt x="907593" y="452821"/>
                  </a:lnTo>
                  <a:lnTo>
                    <a:pt x="571836" y="452821"/>
                  </a:lnTo>
                  <a:close/>
                  <a:moveTo>
                    <a:pt x="191486" y="376899"/>
                  </a:moveTo>
                  <a:lnTo>
                    <a:pt x="527243" y="376899"/>
                  </a:lnTo>
                  <a:lnTo>
                    <a:pt x="527243" y="452821"/>
                  </a:lnTo>
                  <a:lnTo>
                    <a:pt x="191486" y="452821"/>
                  </a:lnTo>
                  <a:close/>
                  <a:moveTo>
                    <a:pt x="0" y="376899"/>
                  </a:moveTo>
                  <a:lnTo>
                    <a:pt x="144271" y="376899"/>
                  </a:lnTo>
                  <a:lnTo>
                    <a:pt x="144271" y="452821"/>
                  </a:lnTo>
                  <a:lnTo>
                    <a:pt x="0" y="452821"/>
                  </a:lnTo>
                  <a:close/>
                  <a:moveTo>
                    <a:pt x="763322" y="249458"/>
                  </a:moveTo>
                  <a:lnTo>
                    <a:pt x="1099079" y="249458"/>
                  </a:lnTo>
                  <a:lnTo>
                    <a:pt x="1099079" y="328092"/>
                  </a:lnTo>
                  <a:lnTo>
                    <a:pt x="763322" y="328092"/>
                  </a:lnTo>
                  <a:close/>
                  <a:moveTo>
                    <a:pt x="382973" y="249458"/>
                  </a:moveTo>
                  <a:lnTo>
                    <a:pt x="718730" y="249458"/>
                  </a:lnTo>
                  <a:lnTo>
                    <a:pt x="718730" y="328092"/>
                  </a:lnTo>
                  <a:lnTo>
                    <a:pt x="382973" y="328092"/>
                  </a:lnTo>
                  <a:close/>
                  <a:moveTo>
                    <a:pt x="0" y="249458"/>
                  </a:moveTo>
                  <a:lnTo>
                    <a:pt x="335757" y="249458"/>
                  </a:lnTo>
                  <a:lnTo>
                    <a:pt x="335757" y="328092"/>
                  </a:lnTo>
                  <a:lnTo>
                    <a:pt x="0" y="328092"/>
                  </a:lnTo>
                  <a:close/>
                  <a:moveTo>
                    <a:pt x="954808" y="124729"/>
                  </a:moveTo>
                  <a:lnTo>
                    <a:pt x="1099079" y="124729"/>
                  </a:lnTo>
                  <a:lnTo>
                    <a:pt x="1099079" y="203363"/>
                  </a:lnTo>
                  <a:lnTo>
                    <a:pt x="954808" y="203363"/>
                  </a:lnTo>
                  <a:close/>
                  <a:moveTo>
                    <a:pt x="571836" y="124729"/>
                  </a:moveTo>
                  <a:lnTo>
                    <a:pt x="907593" y="124729"/>
                  </a:lnTo>
                  <a:lnTo>
                    <a:pt x="907593" y="203363"/>
                  </a:lnTo>
                  <a:lnTo>
                    <a:pt x="571836" y="203363"/>
                  </a:lnTo>
                  <a:close/>
                  <a:moveTo>
                    <a:pt x="191486" y="124729"/>
                  </a:moveTo>
                  <a:lnTo>
                    <a:pt x="527243" y="124729"/>
                  </a:lnTo>
                  <a:lnTo>
                    <a:pt x="527243" y="203363"/>
                  </a:lnTo>
                  <a:lnTo>
                    <a:pt x="191486" y="203363"/>
                  </a:lnTo>
                  <a:close/>
                  <a:moveTo>
                    <a:pt x="0" y="124729"/>
                  </a:moveTo>
                  <a:lnTo>
                    <a:pt x="144271" y="124729"/>
                  </a:lnTo>
                  <a:lnTo>
                    <a:pt x="144271" y="203363"/>
                  </a:lnTo>
                  <a:lnTo>
                    <a:pt x="0" y="203363"/>
                  </a:lnTo>
                  <a:close/>
                  <a:moveTo>
                    <a:pt x="763322" y="0"/>
                  </a:moveTo>
                  <a:lnTo>
                    <a:pt x="1099079" y="0"/>
                  </a:lnTo>
                  <a:lnTo>
                    <a:pt x="1099079" y="75922"/>
                  </a:lnTo>
                  <a:lnTo>
                    <a:pt x="763322" y="75922"/>
                  </a:lnTo>
                  <a:close/>
                  <a:moveTo>
                    <a:pt x="382973" y="0"/>
                  </a:moveTo>
                  <a:lnTo>
                    <a:pt x="718730" y="0"/>
                  </a:lnTo>
                  <a:lnTo>
                    <a:pt x="718730" y="75922"/>
                  </a:lnTo>
                  <a:lnTo>
                    <a:pt x="382973" y="75922"/>
                  </a:lnTo>
                  <a:close/>
                  <a:moveTo>
                    <a:pt x="0" y="0"/>
                  </a:moveTo>
                  <a:lnTo>
                    <a:pt x="335757" y="0"/>
                  </a:lnTo>
                  <a:lnTo>
                    <a:pt x="335757" y="75922"/>
                  </a:lnTo>
                  <a:lnTo>
                    <a:pt x="0" y="75922"/>
                  </a:lnTo>
                  <a:close/>
                </a:path>
              </a:pathLst>
            </a:custGeom>
            <a:solidFill>
              <a:srgbClr val="FFFFFF"/>
            </a:solidFill>
            <a:ln w="25400" cap="flat" cmpd="sng" algn="ctr">
              <a:noFill/>
              <a:prstDash val="solid"/>
            </a:ln>
            <a:effectLst/>
          </p:spPr>
          <p:txBody>
            <a:bodyPr lIns="68565" tIns="34283" rIns="68565" bIns="34283" rtlCol="0" anchor="ctr"/>
            <a:lstStyle/>
            <a:p>
              <a:pPr algn="ctr" defTabSz="342530">
                <a:defRPr/>
              </a:pPr>
              <a:endParaRPr kumimoji="0" lang="en-US" sz="1050" kern="0">
                <a:solidFill>
                  <a:srgbClr val="A6A6A6">
                    <a:lumMod val="50000"/>
                  </a:srgbClr>
                </a:solidFill>
                <a:latin typeface="Noto Sans CJK SC Light"/>
              </a:endParaRPr>
            </a:p>
          </p:txBody>
        </p:sp>
      </p:grpSp>
      <p:grpSp>
        <p:nvGrpSpPr>
          <p:cNvPr id="383" name="Group 1336">
            <a:extLst>
              <a:ext uri="{FF2B5EF4-FFF2-40B4-BE49-F238E27FC236}">
                <a16:creationId xmlns:a16="http://schemas.microsoft.com/office/drawing/2014/main" id="{9EF2B375-E03F-3F06-11A1-1EF9D572F3C1}"/>
              </a:ext>
            </a:extLst>
          </p:cNvPr>
          <p:cNvGrpSpPr>
            <a:grpSpLocks noChangeAspect="1"/>
          </p:cNvGrpSpPr>
          <p:nvPr/>
        </p:nvGrpSpPr>
        <p:grpSpPr>
          <a:xfrm>
            <a:off x="4096523" y="1946152"/>
            <a:ext cx="315725" cy="300694"/>
            <a:chOff x="6308368" y="2479328"/>
            <a:chExt cx="466343" cy="466344"/>
          </a:xfrm>
        </p:grpSpPr>
        <p:sp>
          <p:nvSpPr>
            <p:cNvPr id="384" name="Oval 1337">
              <a:extLst>
                <a:ext uri="{FF2B5EF4-FFF2-40B4-BE49-F238E27FC236}">
                  <a16:creationId xmlns:a16="http://schemas.microsoft.com/office/drawing/2014/main" id="{A380F835-8DB4-1803-0CDE-FB90D8B14398}"/>
                </a:ext>
              </a:extLst>
            </p:cNvPr>
            <p:cNvSpPr/>
            <p:nvPr/>
          </p:nvSpPr>
          <p:spPr bwMode="auto">
            <a:xfrm>
              <a:off x="6308368" y="2479328"/>
              <a:ext cx="466343" cy="466344"/>
            </a:xfrm>
            <a:prstGeom prst="ellipse">
              <a:avLst/>
            </a:prstGeom>
            <a:solidFill>
              <a:srgbClr val="676767"/>
            </a:solidFill>
            <a:ln w="9525" cap="flat" cmpd="sng" algn="ctr">
              <a:noFill/>
              <a:prstDash val="solid"/>
            </a:ln>
            <a:effectLst/>
          </p:spPr>
          <p:txBody>
            <a:bodyPr lIns="68574" tIns="34287" rIns="68574" bIns="34287" rtlCol="0" anchor="ctr"/>
            <a:lstStyle/>
            <a:p>
              <a:pPr algn="ctr" defTabSz="685327">
                <a:defRPr/>
              </a:pPr>
              <a:endParaRPr kumimoji="0" lang="en-US" sz="1400" kern="0" err="1">
                <a:solidFill>
                  <a:srgbClr val="A6A6A6">
                    <a:lumMod val="50000"/>
                  </a:srgbClr>
                </a:solidFill>
                <a:latin typeface="Noto Sans CJK SC Light"/>
                <a:sym typeface="Arial" pitchFamily="-107" charset="0"/>
              </a:endParaRPr>
            </a:p>
          </p:txBody>
        </p:sp>
        <p:sp>
          <p:nvSpPr>
            <p:cNvPr id="385" name="Rectangle 17">
              <a:extLst>
                <a:ext uri="{FF2B5EF4-FFF2-40B4-BE49-F238E27FC236}">
                  <a16:creationId xmlns:a16="http://schemas.microsoft.com/office/drawing/2014/main" id="{15E5351E-1CFF-F2BB-7C36-053FAB625E3D}"/>
                </a:ext>
              </a:extLst>
            </p:cNvPr>
            <p:cNvSpPr>
              <a:spLocks noChangeAspect="1" noChangeArrowheads="1"/>
            </p:cNvSpPr>
            <p:nvPr/>
          </p:nvSpPr>
          <p:spPr bwMode="auto">
            <a:xfrm>
              <a:off x="6415995" y="2593935"/>
              <a:ext cx="256775" cy="233172"/>
            </a:xfrm>
            <a:custGeom>
              <a:avLst/>
              <a:gdLst/>
              <a:ahLst/>
              <a:cxnLst/>
              <a:rect l="l" t="t" r="r" b="b"/>
              <a:pathLst>
                <a:path w="1099079" h="704991">
                  <a:moveTo>
                    <a:pt x="954808" y="626357"/>
                  </a:moveTo>
                  <a:lnTo>
                    <a:pt x="1099079" y="626357"/>
                  </a:lnTo>
                  <a:lnTo>
                    <a:pt x="1099079" y="704991"/>
                  </a:lnTo>
                  <a:lnTo>
                    <a:pt x="954808" y="704991"/>
                  </a:lnTo>
                  <a:close/>
                  <a:moveTo>
                    <a:pt x="571836" y="626357"/>
                  </a:moveTo>
                  <a:lnTo>
                    <a:pt x="907593" y="626357"/>
                  </a:lnTo>
                  <a:lnTo>
                    <a:pt x="907593" y="704991"/>
                  </a:lnTo>
                  <a:lnTo>
                    <a:pt x="571836" y="704991"/>
                  </a:lnTo>
                  <a:close/>
                  <a:moveTo>
                    <a:pt x="191486" y="626357"/>
                  </a:moveTo>
                  <a:lnTo>
                    <a:pt x="527243" y="626357"/>
                  </a:lnTo>
                  <a:lnTo>
                    <a:pt x="527243" y="704991"/>
                  </a:lnTo>
                  <a:lnTo>
                    <a:pt x="191486" y="704991"/>
                  </a:lnTo>
                  <a:close/>
                  <a:moveTo>
                    <a:pt x="0" y="626357"/>
                  </a:moveTo>
                  <a:lnTo>
                    <a:pt x="144271" y="626357"/>
                  </a:lnTo>
                  <a:lnTo>
                    <a:pt x="144271" y="704991"/>
                  </a:lnTo>
                  <a:lnTo>
                    <a:pt x="0" y="704991"/>
                  </a:lnTo>
                  <a:close/>
                  <a:moveTo>
                    <a:pt x="763322" y="501628"/>
                  </a:moveTo>
                  <a:lnTo>
                    <a:pt x="1099079" y="501628"/>
                  </a:lnTo>
                  <a:lnTo>
                    <a:pt x="1099079" y="577550"/>
                  </a:lnTo>
                  <a:lnTo>
                    <a:pt x="763322" y="577550"/>
                  </a:lnTo>
                  <a:close/>
                  <a:moveTo>
                    <a:pt x="382973" y="501628"/>
                  </a:moveTo>
                  <a:lnTo>
                    <a:pt x="718730" y="501628"/>
                  </a:lnTo>
                  <a:lnTo>
                    <a:pt x="718730" y="577550"/>
                  </a:lnTo>
                  <a:lnTo>
                    <a:pt x="382973" y="577550"/>
                  </a:lnTo>
                  <a:close/>
                  <a:moveTo>
                    <a:pt x="0" y="501628"/>
                  </a:moveTo>
                  <a:lnTo>
                    <a:pt x="335757" y="501628"/>
                  </a:lnTo>
                  <a:lnTo>
                    <a:pt x="335757" y="577550"/>
                  </a:lnTo>
                  <a:lnTo>
                    <a:pt x="0" y="577550"/>
                  </a:lnTo>
                  <a:close/>
                  <a:moveTo>
                    <a:pt x="954808" y="376899"/>
                  </a:moveTo>
                  <a:lnTo>
                    <a:pt x="1099079" y="376899"/>
                  </a:lnTo>
                  <a:lnTo>
                    <a:pt x="1099079" y="452821"/>
                  </a:lnTo>
                  <a:lnTo>
                    <a:pt x="954808" y="452821"/>
                  </a:lnTo>
                  <a:close/>
                  <a:moveTo>
                    <a:pt x="571836" y="376899"/>
                  </a:moveTo>
                  <a:lnTo>
                    <a:pt x="907593" y="376899"/>
                  </a:lnTo>
                  <a:lnTo>
                    <a:pt x="907593" y="452821"/>
                  </a:lnTo>
                  <a:lnTo>
                    <a:pt x="571836" y="452821"/>
                  </a:lnTo>
                  <a:close/>
                  <a:moveTo>
                    <a:pt x="191486" y="376899"/>
                  </a:moveTo>
                  <a:lnTo>
                    <a:pt x="527243" y="376899"/>
                  </a:lnTo>
                  <a:lnTo>
                    <a:pt x="527243" y="452821"/>
                  </a:lnTo>
                  <a:lnTo>
                    <a:pt x="191486" y="452821"/>
                  </a:lnTo>
                  <a:close/>
                  <a:moveTo>
                    <a:pt x="0" y="376899"/>
                  </a:moveTo>
                  <a:lnTo>
                    <a:pt x="144271" y="376899"/>
                  </a:lnTo>
                  <a:lnTo>
                    <a:pt x="144271" y="452821"/>
                  </a:lnTo>
                  <a:lnTo>
                    <a:pt x="0" y="452821"/>
                  </a:lnTo>
                  <a:close/>
                  <a:moveTo>
                    <a:pt x="763322" y="249458"/>
                  </a:moveTo>
                  <a:lnTo>
                    <a:pt x="1099079" y="249458"/>
                  </a:lnTo>
                  <a:lnTo>
                    <a:pt x="1099079" y="328092"/>
                  </a:lnTo>
                  <a:lnTo>
                    <a:pt x="763322" y="328092"/>
                  </a:lnTo>
                  <a:close/>
                  <a:moveTo>
                    <a:pt x="382973" y="249458"/>
                  </a:moveTo>
                  <a:lnTo>
                    <a:pt x="718730" y="249458"/>
                  </a:lnTo>
                  <a:lnTo>
                    <a:pt x="718730" y="328092"/>
                  </a:lnTo>
                  <a:lnTo>
                    <a:pt x="382973" y="328092"/>
                  </a:lnTo>
                  <a:close/>
                  <a:moveTo>
                    <a:pt x="0" y="249458"/>
                  </a:moveTo>
                  <a:lnTo>
                    <a:pt x="335757" y="249458"/>
                  </a:lnTo>
                  <a:lnTo>
                    <a:pt x="335757" y="328092"/>
                  </a:lnTo>
                  <a:lnTo>
                    <a:pt x="0" y="328092"/>
                  </a:lnTo>
                  <a:close/>
                  <a:moveTo>
                    <a:pt x="954808" y="124729"/>
                  </a:moveTo>
                  <a:lnTo>
                    <a:pt x="1099079" y="124729"/>
                  </a:lnTo>
                  <a:lnTo>
                    <a:pt x="1099079" y="203363"/>
                  </a:lnTo>
                  <a:lnTo>
                    <a:pt x="954808" y="203363"/>
                  </a:lnTo>
                  <a:close/>
                  <a:moveTo>
                    <a:pt x="571836" y="124729"/>
                  </a:moveTo>
                  <a:lnTo>
                    <a:pt x="907593" y="124729"/>
                  </a:lnTo>
                  <a:lnTo>
                    <a:pt x="907593" y="203363"/>
                  </a:lnTo>
                  <a:lnTo>
                    <a:pt x="571836" y="203363"/>
                  </a:lnTo>
                  <a:close/>
                  <a:moveTo>
                    <a:pt x="191486" y="124729"/>
                  </a:moveTo>
                  <a:lnTo>
                    <a:pt x="527243" y="124729"/>
                  </a:lnTo>
                  <a:lnTo>
                    <a:pt x="527243" y="203363"/>
                  </a:lnTo>
                  <a:lnTo>
                    <a:pt x="191486" y="203363"/>
                  </a:lnTo>
                  <a:close/>
                  <a:moveTo>
                    <a:pt x="0" y="124729"/>
                  </a:moveTo>
                  <a:lnTo>
                    <a:pt x="144271" y="124729"/>
                  </a:lnTo>
                  <a:lnTo>
                    <a:pt x="144271" y="203363"/>
                  </a:lnTo>
                  <a:lnTo>
                    <a:pt x="0" y="203363"/>
                  </a:lnTo>
                  <a:close/>
                  <a:moveTo>
                    <a:pt x="763322" y="0"/>
                  </a:moveTo>
                  <a:lnTo>
                    <a:pt x="1099079" y="0"/>
                  </a:lnTo>
                  <a:lnTo>
                    <a:pt x="1099079" y="75922"/>
                  </a:lnTo>
                  <a:lnTo>
                    <a:pt x="763322" y="75922"/>
                  </a:lnTo>
                  <a:close/>
                  <a:moveTo>
                    <a:pt x="382973" y="0"/>
                  </a:moveTo>
                  <a:lnTo>
                    <a:pt x="718730" y="0"/>
                  </a:lnTo>
                  <a:lnTo>
                    <a:pt x="718730" y="75922"/>
                  </a:lnTo>
                  <a:lnTo>
                    <a:pt x="382973" y="75922"/>
                  </a:lnTo>
                  <a:close/>
                  <a:moveTo>
                    <a:pt x="0" y="0"/>
                  </a:moveTo>
                  <a:lnTo>
                    <a:pt x="335757" y="0"/>
                  </a:lnTo>
                  <a:lnTo>
                    <a:pt x="335757" y="75922"/>
                  </a:lnTo>
                  <a:lnTo>
                    <a:pt x="0" y="75922"/>
                  </a:lnTo>
                  <a:close/>
                </a:path>
              </a:pathLst>
            </a:custGeom>
            <a:solidFill>
              <a:srgbClr val="FFFFFF"/>
            </a:solidFill>
            <a:ln w="25400" cap="flat" cmpd="sng" algn="ctr">
              <a:noFill/>
              <a:prstDash val="solid"/>
            </a:ln>
            <a:effectLst/>
          </p:spPr>
          <p:txBody>
            <a:bodyPr lIns="68565" tIns="34283" rIns="68565" bIns="34283" rtlCol="0" anchor="ctr"/>
            <a:lstStyle/>
            <a:p>
              <a:pPr algn="ctr" defTabSz="342530">
                <a:defRPr/>
              </a:pPr>
              <a:endParaRPr kumimoji="0" lang="en-US" sz="1050" kern="0">
                <a:solidFill>
                  <a:srgbClr val="A6A6A6">
                    <a:lumMod val="50000"/>
                  </a:srgbClr>
                </a:solidFill>
                <a:latin typeface="Noto Sans CJK SC Light"/>
              </a:endParaRPr>
            </a:p>
          </p:txBody>
        </p:sp>
      </p:grpSp>
      <p:grpSp>
        <p:nvGrpSpPr>
          <p:cNvPr id="386" name="Group 1336">
            <a:extLst>
              <a:ext uri="{FF2B5EF4-FFF2-40B4-BE49-F238E27FC236}">
                <a16:creationId xmlns:a16="http://schemas.microsoft.com/office/drawing/2014/main" id="{D4F2EEE6-4978-32E2-D146-F9B5FA7916FC}"/>
              </a:ext>
            </a:extLst>
          </p:cNvPr>
          <p:cNvGrpSpPr>
            <a:grpSpLocks noChangeAspect="1"/>
          </p:cNvGrpSpPr>
          <p:nvPr/>
        </p:nvGrpSpPr>
        <p:grpSpPr>
          <a:xfrm>
            <a:off x="4230180" y="2073445"/>
            <a:ext cx="315725" cy="300694"/>
            <a:chOff x="6308368" y="2479328"/>
            <a:chExt cx="466343" cy="466344"/>
          </a:xfrm>
        </p:grpSpPr>
        <p:sp>
          <p:nvSpPr>
            <p:cNvPr id="387" name="Oval 1337">
              <a:extLst>
                <a:ext uri="{FF2B5EF4-FFF2-40B4-BE49-F238E27FC236}">
                  <a16:creationId xmlns:a16="http://schemas.microsoft.com/office/drawing/2014/main" id="{975A9FA8-641F-C122-B335-F03ABC043D0D}"/>
                </a:ext>
              </a:extLst>
            </p:cNvPr>
            <p:cNvSpPr/>
            <p:nvPr/>
          </p:nvSpPr>
          <p:spPr bwMode="auto">
            <a:xfrm>
              <a:off x="6308368" y="2479328"/>
              <a:ext cx="466343" cy="466344"/>
            </a:xfrm>
            <a:prstGeom prst="ellipse">
              <a:avLst/>
            </a:prstGeom>
            <a:solidFill>
              <a:srgbClr val="676767"/>
            </a:solidFill>
            <a:ln w="9525" cap="flat" cmpd="sng" algn="ctr">
              <a:noFill/>
              <a:prstDash val="solid"/>
            </a:ln>
            <a:effectLst/>
          </p:spPr>
          <p:txBody>
            <a:bodyPr lIns="68574" tIns="34287" rIns="68574" bIns="34287" rtlCol="0" anchor="ctr"/>
            <a:lstStyle/>
            <a:p>
              <a:pPr algn="ctr" defTabSz="685327">
                <a:defRPr/>
              </a:pPr>
              <a:endParaRPr kumimoji="0" lang="en-US" sz="1400" kern="0" err="1">
                <a:solidFill>
                  <a:srgbClr val="A6A6A6">
                    <a:lumMod val="50000"/>
                  </a:srgbClr>
                </a:solidFill>
                <a:latin typeface="Noto Sans CJK SC Light"/>
                <a:sym typeface="Arial" pitchFamily="-107" charset="0"/>
              </a:endParaRPr>
            </a:p>
          </p:txBody>
        </p:sp>
        <p:sp>
          <p:nvSpPr>
            <p:cNvPr id="388" name="Rectangle 17">
              <a:extLst>
                <a:ext uri="{FF2B5EF4-FFF2-40B4-BE49-F238E27FC236}">
                  <a16:creationId xmlns:a16="http://schemas.microsoft.com/office/drawing/2014/main" id="{C51800B5-FBA7-AEDA-F8D8-F2E4290E0A43}"/>
                </a:ext>
              </a:extLst>
            </p:cNvPr>
            <p:cNvSpPr>
              <a:spLocks noChangeAspect="1" noChangeArrowheads="1"/>
            </p:cNvSpPr>
            <p:nvPr/>
          </p:nvSpPr>
          <p:spPr bwMode="auto">
            <a:xfrm>
              <a:off x="6415995" y="2593935"/>
              <a:ext cx="256775" cy="233172"/>
            </a:xfrm>
            <a:custGeom>
              <a:avLst/>
              <a:gdLst/>
              <a:ahLst/>
              <a:cxnLst/>
              <a:rect l="l" t="t" r="r" b="b"/>
              <a:pathLst>
                <a:path w="1099079" h="704991">
                  <a:moveTo>
                    <a:pt x="954808" y="626357"/>
                  </a:moveTo>
                  <a:lnTo>
                    <a:pt x="1099079" y="626357"/>
                  </a:lnTo>
                  <a:lnTo>
                    <a:pt x="1099079" y="704991"/>
                  </a:lnTo>
                  <a:lnTo>
                    <a:pt x="954808" y="704991"/>
                  </a:lnTo>
                  <a:close/>
                  <a:moveTo>
                    <a:pt x="571836" y="626357"/>
                  </a:moveTo>
                  <a:lnTo>
                    <a:pt x="907593" y="626357"/>
                  </a:lnTo>
                  <a:lnTo>
                    <a:pt x="907593" y="704991"/>
                  </a:lnTo>
                  <a:lnTo>
                    <a:pt x="571836" y="704991"/>
                  </a:lnTo>
                  <a:close/>
                  <a:moveTo>
                    <a:pt x="191486" y="626357"/>
                  </a:moveTo>
                  <a:lnTo>
                    <a:pt x="527243" y="626357"/>
                  </a:lnTo>
                  <a:lnTo>
                    <a:pt x="527243" y="704991"/>
                  </a:lnTo>
                  <a:lnTo>
                    <a:pt x="191486" y="704991"/>
                  </a:lnTo>
                  <a:close/>
                  <a:moveTo>
                    <a:pt x="0" y="626357"/>
                  </a:moveTo>
                  <a:lnTo>
                    <a:pt x="144271" y="626357"/>
                  </a:lnTo>
                  <a:lnTo>
                    <a:pt x="144271" y="704991"/>
                  </a:lnTo>
                  <a:lnTo>
                    <a:pt x="0" y="704991"/>
                  </a:lnTo>
                  <a:close/>
                  <a:moveTo>
                    <a:pt x="763322" y="501628"/>
                  </a:moveTo>
                  <a:lnTo>
                    <a:pt x="1099079" y="501628"/>
                  </a:lnTo>
                  <a:lnTo>
                    <a:pt x="1099079" y="577550"/>
                  </a:lnTo>
                  <a:lnTo>
                    <a:pt x="763322" y="577550"/>
                  </a:lnTo>
                  <a:close/>
                  <a:moveTo>
                    <a:pt x="382973" y="501628"/>
                  </a:moveTo>
                  <a:lnTo>
                    <a:pt x="718730" y="501628"/>
                  </a:lnTo>
                  <a:lnTo>
                    <a:pt x="718730" y="577550"/>
                  </a:lnTo>
                  <a:lnTo>
                    <a:pt x="382973" y="577550"/>
                  </a:lnTo>
                  <a:close/>
                  <a:moveTo>
                    <a:pt x="0" y="501628"/>
                  </a:moveTo>
                  <a:lnTo>
                    <a:pt x="335757" y="501628"/>
                  </a:lnTo>
                  <a:lnTo>
                    <a:pt x="335757" y="577550"/>
                  </a:lnTo>
                  <a:lnTo>
                    <a:pt x="0" y="577550"/>
                  </a:lnTo>
                  <a:close/>
                  <a:moveTo>
                    <a:pt x="954808" y="376899"/>
                  </a:moveTo>
                  <a:lnTo>
                    <a:pt x="1099079" y="376899"/>
                  </a:lnTo>
                  <a:lnTo>
                    <a:pt x="1099079" y="452821"/>
                  </a:lnTo>
                  <a:lnTo>
                    <a:pt x="954808" y="452821"/>
                  </a:lnTo>
                  <a:close/>
                  <a:moveTo>
                    <a:pt x="571836" y="376899"/>
                  </a:moveTo>
                  <a:lnTo>
                    <a:pt x="907593" y="376899"/>
                  </a:lnTo>
                  <a:lnTo>
                    <a:pt x="907593" y="452821"/>
                  </a:lnTo>
                  <a:lnTo>
                    <a:pt x="571836" y="452821"/>
                  </a:lnTo>
                  <a:close/>
                  <a:moveTo>
                    <a:pt x="191486" y="376899"/>
                  </a:moveTo>
                  <a:lnTo>
                    <a:pt x="527243" y="376899"/>
                  </a:lnTo>
                  <a:lnTo>
                    <a:pt x="527243" y="452821"/>
                  </a:lnTo>
                  <a:lnTo>
                    <a:pt x="191486" y="452821"/>
                  </a:lnTo>
                  <a:close/>
                  <a:moveTo>
                    <a:pt x="0" y="376899"/>
                  </a:moveTo>
                  <a:lnTo>
                    <a:pt x="144271" y="376899"/>
                  </a:lnTo>
                  <a:lnTo>
                    <a:pt x="144271" y="452821"/>
                  </a:lnTo>
                  <a:lnTo>
                    <a:pt x="0" y="452821"/>
                  </a:lnTo>
                  <a:close/>
                  <a:moveTo>
                    <a:pt x="763322" y="249458"/>
                  </a:moveTo>
                  <a:lnTo>
                    <a:pt x="1099079" y="249458"/>
                  </a:lnTo>
                  <a:lnTo>
                    <a:pt x="1099079" y="328092"/>
                  </a:lnTo>
                  <a:lnTo>
                    <a:pt x="763322" y="328092"/>
                  </a:lnTo>
                  <a:close/>
                  <a:moveTo>
                    <a:pt x="382973" y="249458"/>
                  </a:moveTo>
                  <a:lnTo>
                    <a:pt x="718730" y="249458"/>
                  </a:lnTo>
                  <a:lnTo>
                    <a:pt x="718730" y="328092"/>
                  </a:lnTo>
                  <a:lnTo>
                    <a:pt x="382973" y="328092"/>
                  </a:lnTo>
                  <a:close/>
                  <a:moveTo>
                    <a:pt x="0" y="249458"/>
                  </a:moveTo>
                  <a:lnTo>
                    <a:pt x="335757" y="249458"/>
                  </a:lnTo>
                  <a:lnTo>
                    <a:pt x="335757" y="328092"/>
                  </a:lnTo>
                  <a:lnTo>
                    <a:pt x="0" y="328092"/>
                  </a:lnTo>
                  <a:close/>
                  <a:moveTo>
                    <a:pt x="954808" y="124729"/>
                  </a:moveTo>
                  <a:lnTo>
                    <a:pt x="1099079" y="124729"/>
                  </a:lnTo>
                  <a:lnTo>
                    <a:pt x="1099079" y="203363"/>
                  </a:lnTo>
                  <a:lnTo>
                    <a:pt x="954808" y="203363"/>
                  </a:lnTo>
                  <a:close/>
                  <a:moveTo>
                    <a:pt x="571836" y="124729"/>
                  </a:moveTo>
                  <a:lnTo>
                    <a:pt x="907593" y="124729"/>
                  </a:lnTo>
                  <a:lnTo>
                    <a:pt x="907593" y="203363"/>
                  </a:lnTo>
                  <a:lnTo>
                    <a:pt x="571836" y="203363"/>
                  </a:lnTo>
                  <a:close/>
                  <a:moveTo>
                    <a:pt x="191486" y="124729"/>
                  </a:moveTo>
                  <a:lnTo>
                    <a:pt x="527243" y="124729"/>
                  </a:lnTo>
                  <a:lnTo>
                    <a:pt x="527243" y="203363"/>
                  </a:lnTo>
                  <a:lnTo>
                    <a:pt x="191486" y="203363"/>
                  </a:lnTo>
                  <a:close/>
                  <a:moveTo>
                    <a:pt x="0" y="124729"/>
                  </a:moveTo>
                  <a:lnTo>
                    <a:pt x="144271" y="124729"/>
                  </a:lnTo>
                  <a:lnTo>
                    <a:pt x="144271" y="203363"/>
                  </a:lnTo>
                  <a:lnTo>
                    <a:pt x="0" y="203363"/>
                  </a:lnTo>
                  <a:close/>
                  <a:moveTo>
                    <a:pt x="763322" y="0"/>
                  </a:moveTo>
                  <a:lnTo>
                    <a:pt x="1099079" y="0"/>
                  </a:lnTo>
                  <a:lnTo>
                    <a:pt x="1099079" y="75922"/>
                  </a:lnTo>
                  <a:lnTo>
                    <a:pt x="763322" y="75922"/>
                  </a:lnTo>
                  <a:close/>
                  <a:moveTo>
                    <a:pt x="382973" y="0"/>
                  </a:moveTo>
                  <a:lnTo>
                    <a:pt x="718730" y="0"/>
                  </a:lnTo>
                  <a:lnTo>
                    <a:pt x="718730" y="75922"/>
                  </a:lnTo>
                  <a:lnTo>
                    <a:pt x="382973" y="75922"/>
                  </a:lnTo>
                  <a:close/>
                  <a:moveTo>
                    <a:pt x="0" y="0"/>
                  </a:moveTo>
                  <a:lnTo>
                    <a:pt x="335757" y="0"/>
                  </a:lnTo>
                  <a:lnTo>
                    <a:pt x="335757" y="75922"/>
                  </a:lnTo>
                  <a:lnTo>
                    <a:pt x="0" y="75922"/>
                  </a:lnTo>
                  <a:close/>
                </a:path>
              </a:pathLst>
            </a:custGeom>
            <a:solidFill>
              <a:srgbClr val="FFFFFF"/>
            </a:solidFill>
            <a:ln w="25400" cap="flat" cmpd="sng" algn="ctr">
              <a:noFill/>
              <a:prstDash val="solid"/>
            </a:ln>
            <a:effectLst/>
          </p:spPr>
          <p:txBody>
            <a:bodyPr lIns="68565" tIns="34283" rIns="68565" bIns="34283" rtlCol="0" anchor="ctr"/>
            <a:lstStyle/>
            <a:p>
              <a:pPr algn="ctr" defTabSz="342530">
                <a:defRPr/>
              </a:pPr>
              <a:endParaRPr kumimoji="0" lang="en-US" sz="1050" kern="0">
                <a:solidFill>
                  <a:srgbClr val="A6A6A6">
                    <a:lumMod val="50000"/>
                  </a:srgbClr>
                </a:solidFill>
                <a:latin typeface="Noto Sans CJK SC Light"/>
              </a:endParaRPr>
            </a:p>
          </p:txBody>
        </p:sp>
      </p:grpSp>
      <p:grpSp>
        <p:nvGrpSpPr>
          <p:cNvPr id="389" name="Group 1336">
            <a:extLst>
              <a:ext uri="{FF2B5EF4-FFF2-40B4-BE49-F238E27FC236}">
                <a16:creationId xmlns:a16="http://schemas.microsoft.com/office/drawing/2014/main" id="{FB2C83DA-52E5-B760-41C1-6E773883C810}"/>
              </a:ext>
            </a:extLst>
          </p:cNvPr>
          <p:cNvGrpSpPr>
            <a:grpSpLocks noChangeAspect="1"/>
          </p:cNvGrpSpPr>
          <p:nvPr/>
        </p:nvGrpSpPr>
        <p:grpSpPr>
          <a:xfrm>
            <a:off x="4993039" y="1924953"/>
            <a:ext cx="315725" cy="300694"/>
            <a:chOff x="6308368" y="2479328"/>
            <a:chExt cx="466343" cy="466344"/>
          </a:xfrm>
        </p:grpSpPr>
        <p:sp>
          <p:nvSpPr>
            <p:cNvPr id="390" name="Oval 1337">
              <a:extLst>
                <a:ext uri="{FF2B5EF4-FFF2-40B4-BE49-F238E27FC236}">
                  <a16:creationId xmlns:a16="http://schemas.microsoft.com/office/drawing/2014/main" id="{4ACB7B10-DF12-8BB5-A21B-0EB91DCD1D98}"/>
                </a:ext>
              </a:extLst>
            </p:cNvPr>
            <p:cNvSpPr/>
            <p:nvPr/>
          </p:nvSpPr>
          <p:spPr bwMode="auto">
            <a:xfrm>
              <a:off x="6308368" y="2479328"/>
              <a:ext cx="466343" cy="466344"/>
            </a:xfrm>
            <a:prstGeom prst="ellipse">
              <a:avLst/>
            </a:prstGeom>
            <a:solidFill>
              <a:srgbClr val="676767"/>
            </a:solidFill>
            <a:ln w="9525" cap="flat" cmpd="sng" algn="ctr">
              <a:noFill/>
              <a:prstDash val="solid"/>
            </a:ln>
            <a:effectLst/>
          </p:spPr>
          <p:txBody>
            <a:bodyPr lIns="68574" tIns="34287" rIns="68574" bIns="34287" rtlCol="0" anchor="ctr"/>
            <a:lstStyle/>
            <a:p>
              <a:pPr algn="ctr" defTabSz="685327">
                <a:defRPr/>
              </a:pPr>
              <a:endParaRPr kumimoji="0" lang="en-US" sz="1400" kern="0" err="1">
                <a:solidFill>
                  <a:srgbClr val="A6A6A6">
                    <a:lumMod val="50000"/>
                  </a:srgbClr>
                </a:solidFill>
                <a:latin typeface="Noto Sans CJK SC Light"/>
                <a:sym typeface="Arial" pitchFamily="-107" charset="0"/>
              </a:endParaRPr>
            </a:p>
          </p:txBody>
        </p:sp>
        <p:sp>
          <p:nvSpPr>
            <p:cNvPr id="391" name="Rectangle 17">
              <a:extLst>
                <a:ext uri="{FF2B5EF4-FFF2-40B4-BE49-F238E27FC236}">
                  <a16:creationId xmlns:a16="http://schemas.microsoft.com/office/drawing/2014/main" id="{AD3189C5-BDFB-B658-86A3-08CE75811203}"/>
                </a:ext>
              </a:extLst>
            </p:cNvPr>
            <p:cNvSpPr>
              <a:spLocks noChangeAspect="1" noChangeArrowheads="1"/>
            </p:cNvSpPr>
            <p:nvPr/>
          </p:nvSpPr>
          <p:spPr bwMode="auto">
            <a:xfrm>
              <a:off x="6415995" y="2593935"/>
              <a:ext cx="256775" cy="233172"/>
            </a:xfrm>
            <a:custGeom>
              <a:avLst/>
              <a:gdLst/>
              <a:ahLst/>
              <a:cxnLst/>
              <a:rect l="l" t="t" r="r" b="b"/>
              <a:pathLst>
                <a:path w="1099079" h="704991">
                  <a:moveTo>
                    <a:pt x="954808" y="626357"/>
                  </a:moveTo>
                  <a:lnTo>
                    <a:pt x="1099079" y="626357"/>
                  </a:lnTo>
                  <a:lnTo>
                    <a:pt x="1099079" y="704991"/>
                  </a:lnTo>
                  <a:lnTo>
                    <a:pt x="954808" y="704991"/>
                  </a:lnTo>
                  <a:close/>
                  <a:moveTo>
                    <a:pt x="571836" y="626357"/>
                  </a:moveTo>
                  <a:lnTo>
                    <a:pt x="907593" y="626357"/>
                  </a:lnTo>
                  <a:lnTo>
                    <a:pt x="907593" y="704991"/>
                  </a:lnTo>
                  <a:lnTo>
                    <a:pt x="571836" y="704991"/>
                  </a:lnTo>
                  <a:close/>
                  <a:moveTo>
                    <a:pt x="191486" y="626357"/>
                  </a:moveTo>
                  <a:lnTo>
                    <a:pt x="527243" y="626357"/>
                  </a:lnTo>
                  <a:lnTo>
                    <a:pt x="527243" y="704991"/>
                  </a:lnTo>
                  <a:lnTo>
                    <a:pt x="191486" y="704991"/>
                  </a:lnTo>
                  <a:close/>
                  <a:moveTo>
                    <a:pt x="0" y="626357"/>
                  </a:moveTo>
                  <a:lnTo>
                    <a:pt x="144271" y="626357"/>
                  </a:lnTo>
                  <a:lnTo>
                    <a:pt x="144271" y="704991"/>
                  </a:lnTo>
                  <a:lnTo>
                    <a:pt x="0" y="704991"/>
                  </a:lnTo>
                  <a:close/>
                  <a:moveTo>
                    <a:pt x="763322" y="501628"/>
                  </a:moveTo>
                  <a:lnTo>
                    <a:pt x="1099079" y="501628"/>
                  </a:lnTo>
                  <a:lnTo>
                    <a:pt x="1099079" y="577550"/>
                  </a:lnTo>
                  <a:lnTo>
                    <a:pt x="763322" y="577550"/>
                  </a:lnTo>
                  <a:close/>
                  <a:moveTo>
                    <a:pt x="382973" y="501628"/>
                  </a:moveTo>
                  <a:lnTo>
                    <a:pt x="718730" y="501628"/>
                  </a:lnTo>
                  <a:lnTo>
                    <a:pt x="718730" y="577550"/>
                  </a:lnTo>
                  <a:lnTo>
                    <a:pt x="382973" y="577550"/>
                  </a:lnTo>
                  <a:close/>
                  <a:moveTo>
                    <a:pt x="0" y="501628"/>
                  </a:moveTo>
                  <a:lnTo>
                    <a:pt x="335757" y="501628"/>
                  </a:lnTo>
                  <a:lnTo>
                    <a:pt x="335757" y="577550"/>
                  </a:lnTo>
                  <a:lnTo>
                    <a:pt x="0" y="577550"/>
                  </a:lnTo>
                  <a:close/>
                  <a:moveTo>
                    <a:pt x="954808" y="376899"/>
                  </a:moveTo>
                  <a:lnTo>
                    <a:pt x="1099079" y="376899"/>
                  </a:lnTo>
                  <a:lnTo>
                    <a:pt x="1099079" y="452821"/>
                  </a:lnTo>
                  <a:lnTo>
                    <a:pt x="954808" y="452821"/>
                  </a:lnTo>
                  <a:close/>
                  <a:moveTo>
                    <a:pt x="571836" y="376899"/>
                  </a:moveTo>
                  <a:lnTo>
                    <a:pt x="907593" y="376899"/>
                  </a:lnTo>
                  <a:lnTo>
                    <a:pt x="907593" y="452821"/>
                  </a:lnTo>
                  <a:lnTo>
                    <a:pt x="571836" y="452821"/>
                  </a:lnTo>
                  <a:close/>
                  <a:moveTo>
                    <a:pt x="191486" y="376899"/>
                  </a:moveTo>
                  <a:lnTo>
                    <a:pt x="527243" y="376899"/>
                  </a:lnTo>
                  <a:lnTo>
                    <a:pt x="527243" y="452821"/>
                  </a:lnTo>
                  <a:lnTo>
                    <a:pt x="191486" y="452821"/>
                  </a:lnTo>
                  <a:close/>
                  <a:moveTo>
                    <a:pt x="0" y="376899"/>
                  </a:moveTo>
                  <a:lnTo>
                    <a:pt x="144271" y="376899"/>
                  </a:lnTo>
                  <a:lnTo>
                    <a:pt x="144271" y="452821"/>
                  </a:lnTo>
                  <a:lnTo>
                    <a:pt x="0" y="452821"/>
                  </a:lnTo>
                  <a:close/>
                  <a:moveTo>
                    <a:pt x="763322" y="249458"/>
                  </a:moveTo>
                  <a:lnTo>
                    <a:pt x="1099079" y="249458"/>
                  </a:lnTo>
                  <a:lnTo>
                    <a:pt x="1099079" y="328092"/>
                  </a:lnTo>
                  <a:lnTo>
                    <a:pt x="763322" y="328092"/>
                  </a:lnTo>
                  <a:close/>
                  <a:moveTo>
                    <a:pt x="382973" y="249458"/>
                  </a:moveTo>
                  <a:lnTo>
                    <a:pt x="718730" y="249458"/>
                  </a:lnTo>
                  <a:lnTo>
                    <a:pt x="718730" y="328092"/>
                  </a:lnTo>
                  <a:lnTo>
                    <a:pt x="382973" y="328092"/>
                  </a:lnTo>
                  <a:close/>
                  <a:moveTo>
                    <a:pt x="0" y="249458"/>
                  </a:moveTo>
                  <a:lnTo>
                    <a:pt x="335757" y="249458"/>
                  </a:lnTo>
                  <a:lnTo>
                    <a:pt x="335757" y="328092"/>
                  </a:lnTo>
                  <a:lnTo>
                    <a:pt x="0" y="328092"/>
                  </a:lnTo>
                  <a:close/>
                  <a:moveTo>
                    <a:pt x="954808" y="124729"/>
                  </a:moveTo>
                  <a:lnTo>
                    <a:pt x="1099079" y="124729"/>
                  </a:lnTo>
                  <a:lnTo>
                    <a:pt x="1099079" y="203363"/>
                  </a:lnTo>
                  <a:lnTo>
                    <a:pt x="954808" y="203363"/>
                  </a:lnTo>
                  <a:close/>
                  <a:moveTo>
                    <a:pt x="571836" y="124729"/>
                  </a:moveTo>
                  <a:lnTo>
                    <a:pt x="907593" y="124729"/>
                  </a:lnTo>
                  <a:lnTo>
                    <a:pt x="907593" y="203363"/>
                  </a:lnTo>
                  <a:lnTo>
                    <a:pt x="571836" y="203363"/>
                  </a:lnTo>
                  <a:close/>
                  <a:moveTo>
                    <a:pt x="191486" y="124729"/>
                  </a:moveTo>
                  <a:lnTo>
                    <a:pt x="527243" y="124729"/>
                  </a:lnTo>
                  <a:lnTo>
                    <a:pt x="527243" y="203363"/>
                  </a:lnTo>
                  <a:lnTo>
                    <a:pt x="191486" y="203363"/>
                  </a:lnTo>
                  <a:close/>
                  <a:moveTo>
                    <a:pt x="0" y="124729"/>
                  </a:moveTo>
                  <a:lnTo>
                    <a:pt x="144271" y="124729"/>
                  </a:lnTo>
                  <a:lnTo>
                    <a:pt x="144271" y="203363"/>
                  </a:lnTo>
                  <a:lnTo>
                    <a:pt x="0" y="203363"/>
                  </a:lnTo>
                  <a:close/>
                  <a:moveTo>
                    <a:pt x="763322" y="0"/>
                  </a:moveTo>
                  <a:lnTo>
                    <a:pt x="1099079" y="0"/>
                  </a:lnTo>
                  <a:lnTo>
                    <a:pt x="1099079" y="75922"/>
                  </a:lnTo>
                  <a:lnTo>
                    <a:pt x="763322" y="75922"/>
                  </a:lnTo>
                  <a:close/>
                  <a:moveTo>
                    <a:pt x="382973" y="0"/>
                  </a:moveTo>
                  <a:lnTo>
                    <a:pt x="718730" y="0"/>
                  </a:lnTo>
                  <a:lnTo>
                    <a:pt x="718730" y="75922"/>
                  </a:lnTo>
                  <a:lnTo>
                    <a:pt x="382973" y="75922"/>
                  </a:lnTo>
                  <a:close/>
                  <a:moveTo>
                    <a:pt x="0" y="0"/>
                  </a:moveTo>
                  <a:lnTo>
                    <a:pt x="335757" y="0"/>
                  </a:lnTo>
                  <a:lnTo>
                    <a:pt x="335757" y="75922"/>
                  </a:lnTo>
                  <a:lnTo>
                    <a:pt x="0" y="75922"/>
                  </a:lnTo>
                  <a:close/>
                </a:path>
              </a:pathLst>
            </a:custGeom>
            <a:solidFill>
              <a:srgbClr val="FFFFFF"/>
            </a:solidFill>
            <a:ln w="25400" cap="flat" cmpd="sng" algn="ctr">
              <a:noFill/>
              <a:prstDash val="solid"/>
            </a:ln>
            <a:effectLst/>
          </p:spPr>
          <p:txBody>
            <a:bodyPr lIns="68565" tIns="34283" rIns="68565" bIns="34283" rtlCol="0" anchor="ctr"/>
            <a:lstStyle/>
            <a:p>
              <a:pPr algn="ctr" defTabSz="342530">
                <a:defRPr/>
              </a:pPr>
              <a:endParaRPr kumimoji="0" lang="en-US" sz="1050" kern="0">
                <a:solidFill>
                  <a:srgbClr val="A6A6A6">
                    <a:lumMod val="50000"/>
                  </a:srgbClr>
                </a:solidFill>
                <a:latin typeface="Noto Sans CJK SC Light"/>
              </a:endParaRPr>
            </a:p>
          </p:txBody>
        </p:sp>
      </p:grpSp>
      <p:grpSp>
        <p:nvGrpSpPr>
          <p:cNvPr id="392" name="Group 1336">
            <a:extLst>
              <a:ext uri="{FF2B5EF4-FFF2-40B4-BE49-F238E27FC236}">
                <a16:creationId xmlns:a16="http://schemas.microsoft.com/office/drawing/2014/main" id="{3D4EF5E8-7EA1-64A1-5578-27B7F715C8C7}"/>
              </a:ext>
            </a:extLst>
          </p:cNvPr>
          <p:cNvGrpSpPr>
            <a:grpSpLocks noChangeAspect="1"/>
          </p:cNvGrpSpPr>
          <p:nvPr/>
        </p:nvGrpSpPr>
        <p:grpSpPr>
          <a:xfrm>
            <a:off x="5126694" y="2052246"/>
            <a:ext cx="315725" cy="300694"/>
            <a:chOff x="6308368" y="2479328"/>
            <a:chExt cx="466343" cy="466344"/>
          </a:xfrm>
        </p:grpSpPr>
        <p:sp>
          <p:nvSpPr>
            <p:cNvPr id="393" name="Oval 1337">
              <a:extLst>
                <a:ext uri="{FF2B5EF4-FFF2-40B4-BE49-F238E27FC236}">
                  <a16:creationId xmlns:a16="http://schemas.microsoft.com/office/drawing/2014/main" id="{6DE62C2F-02A2-8710-3C19-2252616E3621}"/>
                </a:ext>
              </a:extLst>
            </p:cNvPr>
            <p:cNvSpPr/>
            <p:nvPr/>
          </p:nvSpPr>
          <p:spPr bwMode="auto">
            <a:xfrm>
              <a:off x="6308368" y="2479328"/>
              <a:ext cx="466343" cy="466344"/>
            </a:xfrm>
            <a:prstGeom prst="ellipse">
              <a:avLst/>
            </a:prstGeom>
            <a:solidFill>
              <a:srgbClr val="676767"/>
            </a:solidFill>
            <a:ln w="9525" cap="flat" cmpd="sng" algn="ctr">
              <a:noFill/>
              <a:prstDash val="solid"/>
            </a:ln>
            <a:effectLst/>
          </p:spPr>
          <p:txBody>
            <a:bodyPr lIns="68574" tIns="34287" rIns="68574" bIns="34287" rtlCol="0" anchor="ctr"/>
            <a:lstStyle/>
            <a:p>
              <a:pPr algn="ctr" defTabSz="685327">
                <a:defRPr/>
              </a:pPr>
              <a:endParaRPr kumimoji="0" lang="en-US" sz="1400" kern="0" err="1">
                <a:solidFill>
                  <a:srgbClr val="A6A6A6">
                    <a:lumMod val="50000"/>
                  </a:srgbClr>
                </a:solidFill>
                <a:latin typeface="Noto Sans CJK SC Light"/>
                <a:sym typeface="Arial" pitchFamily="-107" charset="0"/>
              </a:endParaRPr>
            </a:p>
          </p:txBody>
        </p:sp>
        <p:sp>
          <p:nvSpPr>
            <p:cNvPr id="394" name="Rectangle 17">
              <a:extLst>
                <a:ext uri="{FF2B5EF4-FFF2-40B4-BE49-F238E27FC236}">
                  <a16:creationId xmlns:a16="http://schemas.microsoft.com/office/drawing/2014/main" id="{A03BE331-CF64-7521-6E6F-EFFE4BBE79EB}"/>
                </a:ext>
              </a:extLst>
            </p:cNvPr>
            <p:cNvSpPr>
              <a:spLocks noChangeAspect="1" noChangeArrowheads="1"/>
            </p:cNvSpPr>
            <p:nvPr/>
          </p:nvSpPr>
          <p:spPr bwMode="auto">
            <a:xfrm>
              <a:off x="6415995" y="2593935"/>
              <a:ext cx="256775" cy="233172"/>
            </a:xfrm>
            <a:custGeom>
              <a:avLst/>
              <a:gdLst/>
              <a:ahLst/>
              <a:cxnLst/>
              <a:rect l="l" t="t" r="r" b="b"/>
              <a:pathLst>
                <a:path w="1099079" h="704991">
                  <a:moveTo>
                    <a:pt x="954808" y="626357"/>
                  </a:moveTo>
                  <a:lnTo>
                    <a:pt x="1099079" y="626357"/>
                  </a:lnTo>
                  <a:lnTo>
                    <a:pt x="1099079" y="704991"/>
                  </a:lnTo>
                  <a:lnTo>
                    <a:pt x="954808" y="704991"/>
                  </a:lnTo>
                  <a:close/>
                  <a:moveTo>
                    <a:pt x="571836" y="626357"/>
                  </a:moveTo>
                  <a:lnTo>
                    <a:pt x="907593" y="626357"/>
                  </a:lnTo>
                  <a:lnTo>
                    <a:pt x="907593" y="704991"/>
                  </a:lnTo>
                  <a:lnTo>
                    <a:pt x="571836" y="704991"/>
                  </a:lnTo>
                  <a:close/>
                  <a:moveTo>
                    <a:pt x="191486" y="626357"/>
                  </a:moveTo>
                  <a:lnTo>
                    <a:pt x="527243" y="626357"/>
                  </a:lnTo>
                  <a:lnTo>
                    <a:pt x="527243" y="704991"/>
                  </a:lnTo>
                  <a:lnTo>
                    <a:pt x="191486" y="704991"/>
                  </a:lnTo>
                  <a:close/>
                  <a:moveTo>
                    <a:pt x="0" y="626357"/>
                  </a:moveTo>
                  <a:lnTo>
                    <a:pt x="144271" y="626357"/>
                  </a:lnTo>
                  <a:lnTo>
                    <a:pt x="144271" y="704991"/>
                  </a:lnTo>
                  <a:lnTo>
                    <a:pt x="0" y="704991"/>
                  </a:lnTo>
                  <a:close/>
                  <a:moveTo>
                    <a:pt x="763322" y="501628"/>
                  </a:moveTo>
                  <a:lnTo>
                    <a:pt x="1099079" y="501628"/>
                  </a:lnTo>
                  <a:lnTo>
                    <a:pt x="1099079" y="577550"/>
                  </a:lnTo>
                  <a:lnTo>
                    <a:pt x="763322" y="577550"/>
                  </a:lnTo>
                  <a:close/>
                  <a:moveTo>
                    <a:pt x="382973" y="501628"/>
                  </a:moveTo>
                  <a:lnTo>
                    <a:pt x="718730" y="501628"/>
                  </a:lnTo>
                  <a:lnTo>
                    <a:pt x="718730" y="577550"/>
                  </a:lnTo>
                  <a:lnTo>
                    <a:pt x="382973" y="577550"/>
                  </a:lnTo>
                  <a:close/>
                  <a:moveTo>
                    <a:pt x="0" y="501628"/>
                  </a:moveTo>
                  <a:lnTo>
                    <a:pt x="335757" y="501628"/>
                  </a:lnTo>
                  <a:lnTo>
                    <a:pt x="335757" y="577550"/>
                  </a:lnTo>
                  <a:lnTo>
                    <a:pt x="0" y="577550"/>
                  </a:lnTo>
                  <a:close/>
                  <a:moveTo>
                    <a:pt x="954808" y="376899"/>
                  </a:moveTo>
                  <a:lnTo>
                    <a:pt x="1099079" y="376899"/>
                  </a:lnTo>
                  <a:lnTo>
                    <a:pt x="1099079" y="452821"/>
                  </a:lnTo>
                  <a:lnTo>
                    <a:pt x="954808" y="452821"/>
                  </a:lnTo>
                  <a:close/>
                  <a:moveTo>
                    <a:pt x="571836" y="376899"/>
                  </a:moveTo>
                  <a:lnTo>
                    <a:pt x="907593" y="376899"/>
                  </a:lnTo>
                  <a:lnTo>
                    <a:pt x="907593" y="452821"/>
                  </a:lnTo>
                  <a:lnTo>
                    <a:pt x="571836" y="452821"/>
                  </a:lnTo>
                  <a:close/>
                  <a:moveTo>
                    <a:pt x="191486" y="376899"/>
                  </a:moveTo>
                  <a:lnTo>
                    <a:pt x="527243" y="376899"/>
                  </a:lnTo>
                  <a:lnTo>
                    <a:pt x="527243" y="452821"/>
                  </a:lnTo>
                  <a:lnTo>
                    <a:pt x="191486" y="452821"/>
                  </a:lnTo>
                  <a:close/>
                  <a:moveTo>
                    <a:pt x="0" y="376899"/>
                  </a:moveTo>
                  <a:lnTo>
                    <a:pt x="144271" y="376899"/>
                  </a:lnTo>
                  <a:lnTo>
                    <a:pt x="144271" y="452821"/>
                  </a:lnTo>
                  <a:lnTo>
                    <a:pt x="0" y="452821"/>
                  </a:lnTo>
                  <a:close/>
                  <a:moveTo>
                    <a:pt x="763322" y="249458"/>
                  </a:moveTo>
                  <a:lnTo>
                    <a:pt x="1099079" y="249458"/>
                  </a:lnTo>
                  <a:lnTo>
                    <a:pt x="1099079" y="328092"/>
                  </a:lnTo>
                  <a:lnTo>
                    <a:pt x="763322" y="328092"/>
                  </a:lnTo>
                  <a:close/>
                  <a:moveTo>
                    <a:pt x="382973" y="249458"/>
                  </a:moveTo>
                  <a:lnTo>
                    <a:pt x="718730" y="249458"/>
                  </a:lnTo>
                  <a:lnTo>
                    <a:pt x="718730" y="328092"/>
                  </a:lnTo>
                  <a:lnTo>
                    <a:pt x="382973" y="328092"/>
                  </a:lnTo>
                  <a:close/>
                  <a:moveTo>
                    <a:pt x="0" y="249458"/>
                  </a:moveTo>
                  <a:lnTo>
                    <a:pt x="335757" y="249458"/>
                  </a:lnTo>
                  <a:lnTo>
                    <a:pt x="335757" y="328092"/>
                  </a:lnTo>
                  <a:lnTo>
                    <a:pt x="0" y="328092"/>
                  </a:lnTo>
                  <a:close/>
                  <a:moveTo>
                    <a:pt x="954808" y="124729"/>
                  </a:moveTo>
                  <a:lnTo>
                    <a:pt x="1099079" y="124729"/>
                  </a:lnTo>
                  <a:lnTo>
                    <a:pt x="1099079" y="203363"/>
                  </a:lnTo>
                  <a:lnTo>
                    <a:pt x="954808" y="203363"/>
                  </a:lnTo>
                  <a:close/>
                  <a:moveTo>
                    <a:pt x="571836" y="124729"/>
                  </a:moveTo>
                  <a:lnTo>
                    <a:pt x="907593" y="124729"/>
                  </a:lnTo>
                  <a:lnTo>
                    <a:pt x="907593" y="203363"/>
                  </a:lnTo>
                  <a:lnTo>
                    <a:pt x="571836" y="203363"/>
                  </a:lnTo>
                  <a:close/>
                  <a:moveTo>
                    <a:pt x="191486" y="124729"/>
                  </a:moveTo>
                  <a:lnTo>
                    <a:pt x="527243" y="124729"/>
                  </a:lnTo>
                  <a:lnTo>
                    <a:pt x="527243" y="203363"/>
                  </a:lnTo>
                  <a:lnTo>
                    <a:pt x="191486" y="203363"/>
                  </a:lnTo>
                  <a:close/>
                  <a:moveTo>
                    <a:pt x="0" y="124729"/>
                  </a:moveTo>
                  <a:lnTo>
                    <a:pt x="144271" y="124729"/>
                  </a:lnTo>
                  <a:lnTo>
                    <a:pt x="144271" y="203363"/>
                  </a:lnTo>
                  <a:lnTo>
                    <a:pt x="0" y="203363"/>
                  </a:lnTo>
                  <a:close/>
                  <a:moveTo>
                    <a:pt x="763322" y="0"/>
                  </a:moveTo>
                  <a:lnTo>
                    <a:pt x="1099079" y="0"/>
                  </a:lnTo>
                  <a:lnTo>
                    <a:pt x="1099079" y="75922"/>
                  </a:lnTo>
                  <a:lnTo>
                    <a:pt x="763322" y="75922"/>
                  </a:lnTo>
                  <a:close/>
                  <a:moveTo>
                    <a:pt x="382973" y="0"/>
                  </a:moveTo>
                  <a:lnTo>
                    <a:pt x="718730" y="0"/>
                  </a:lnTo>
                  <a:lnTo>
                    <a:pt x="718730" y="75922"/>
                  </a:lnTo>
                  <a:lnTo>
                    <a:pt x="382973" y="75922"/>
                  </a:lnTo>
                  <a:close/>
                  <a:moveTo>
                    <a:pt x="0" y="0"/>
                  </a:moveTo>
                  <a:lnTo>
                    <a:pt x="335757" y="0"/>
                  </a:lnTo>
                  <a:lnTo>
                    <a:pt x="335757" y="75922"/>
                  </a:lnTo>
                  <a:lnTo>
                    <a:pt x="0" y="75922"/>
                  </a:lnTo>
                  <a:close/>
                </a:path>
              </a:pathLst>
            </a:custGeom>
            <a:solidFill>
              <a:srgbClr val="FFFFFF"/>
            </a:solidFill>
            <a:ln w="25400" cap="flat" cmpd="sng" algn="ctr">
              <a:noFill/>
              <a:prstDash val="solid"/>
            </a:ln>
            <a:effectLst/>
          </p:spPr>
          <p:txBody>
            <a:bodyPr lIns="68565" tIns="34283" rIns="68565" bIns="34283" rtlCol="0" anchor="ctr"/>
            <a:lstStyle/>
            <a:p>
              <a:pPr algn="ctr" defTabSz="342530">
                <a:defRPr/>
              </a:pPr>
              <a:endParaRPr kumimoji="0" lang="en-US" sz="1050" kern="0">
                <a:solidFill>
                  <a:srgbClr val="A6A6A6">
                    <a:lumMod val="50000"/>
                  </a:srgbClr>
                </a:solidFill>
                <a:latin typeface="Noto Sans CJK SC Light"/>
              </a:endParaRPr>
            </a:p>
          </p:txBody>
        </p:sp>
      </p:grpSp>
      <p:sp>
        <p:nvSpPr>
          <p:cNvPr id="404" name="文本框 525">
            <a:extLst>
              <a:ext uri="{FF2B5EF4-FFF2-40B4-BE49-F238E27FC236}">
                <a16:creationId xmlns:a16="http://schemas.microsoft.com/office/drawing/2014/main" id="{D775CB5F-6ADD-2CA8-9DC3-0F3FB99AF9EA}"/>
              </a:ext>
            </a:extLst>
          </p:cNvPr>
          <p:cNvSpPr txBox="1"/>
          <p:nvPr/>
        </p:nvSpPr>
        <p:spPr>
          <a:xfrm>
            <a:off x="5045656" y="5981689"/>
            <a:ext cx="958917" cy="215444"/>
          </a:xfrm>
          <a:prstGeom prst="rect">
            <a:avLst/>
          </a:prstGeom>
          <a:noFill/>
        </p:spPr>
        <p:txBody>
          <a:bodyPr wrap="none" rtlCol="0">
            <a:spAutoFit/>
          </a:bodyPr>
          <a:lstStyle/>
          <a:p>
            <a:pPr defTabSz="685800"/>
            <a:r>
              <a:rPr lang="en-US" altLang="ja-JP" sz="800" dirty="0">
                <a:solidFill>
                  <a:srgbClr val="FFFFFF"/>
                </a:solidFill>
                <a:latin typeface="Noto Sans CJK SC Light"/>
              </a:rPr>
              <a:t>SCADA/DCS</a:t>
            </a:r>
            <a:r>
              <a:rPr lang="en-US" altLang="zh-CN" sz="800" dirty="0">
                <a:solidFill>
                  <a:srgbClr val="FFFFFF"/>
                </a:solidFill>
                <a:latin typeface="Noto Sans CJK SC Light"/>
              </a:rPr>
              <a:t> Server</a:t>
            </a:r>
          </a:p>
        </p:txBody>
      </p:sp>
      <p:sp>
        <p:nvSpPr>
          <p:cNvPr id="417" name="文本框 538">
            <a:extLst>
              <a:ext uri="{FF2B5EF4-FFF2-40B4-BE49-F238E27FC236}">
                <a16:creationId xmlns:a16="http://schemas.microsoft.com/office/drawing/2014/main" id="{F2AF765F-F487-A314-1449-A5535499918B}"/>
              </a:ext>
            </a:extLst>
          </p:cNvPr>
          <p:cNvSpPr txBox="1"/>
          <p:nvPr/>
        </p:nvSpPr>
        <p:spPr>
          <a:xfrm>
            <a:off x="8894227" y="1684064"/>
            <a:ext cx="771365" cy="215444"/>
          </a:xfrm>
          <a:prstGeom prst="rect">
            <a:avLst/>
          </a:prstGeom>
          <a:noFill/>
        </p:spPr>
        <p:txBody>
          <a:bodyPr wrap="none" rtlCol="0">
            <a:spAutoFit/>
          </a:bodyPr>
          <a:lstStyle/>
          <a:p>
            <a:pPr defTabSz="685800"/>
            <a:r>
              <a:rPr lang="en-US" altLang="ja-JP" sz="800" dirty="0">
                <a:solidFill>
                  <a:srgbClr val="FFFFFF"/>
                </a:solidFill>
                <a:latin typeface="Noto Sans CJK SC Light"/>
              </a:rPr>
              <a:t>Virtual Router</a:t>
            </a:r>
            <a:endParaRPr lang="zh-CN" altLang="en-US" sz="800" dirty="0">
              <a:solidFill>
                <a:srgbClr val="FFFFFF"/>
              </a:solidFill>
              <a:latin typeface="Noto Sans CJK SC Light"/>
            </a:endParaRPr>
          </a:p>
        </p:txBody>
      </p:sp>
      <p:pic>
        <p:nvPicPr>
          <p:cNvPr id="420" name="Picture 423">
            <a:extLst>
              <a:ext uri="{FF2B5EF4-FFF2-40B4-BE49-F238E27FC236}">
                <a16:creationId xmlns:a16="http://schemas.microsoft.com/office/drawing/2014/main" id="{864ADDC5-5D4D-9702-E7F5-0E32D4D19C6C}"/>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2572241" y="6034131"/>
            <a:ext cx="315725" cy="301471"/>
          </a:xfrm>
          <a:prstGeom prst="rect">
            <a:avLst/>
          </a:prstGeom>
        </p:spPr>
      </p:pic>
      <p:cxnSp>
        <p:nvCxnSpPr>
          <p:cNvPr id="421" name="直线连接符 355">
            <a:extLst>
              <a:ext uri="{FF2B5EF4-FFF2-40B4-BE49-F238E27FC236}">
                <a16:creationId xmlns:a16="http://schemas.microsoft.com/office/drawing/2014/main" id="{BF94641E-3AE5-0DD2-CC02-6D27224C9FD5}"/>
              </a:ext>
            </a:extLst>
          </p:cNvPr>
          <p:cNvCxnSpPr>
            <a:cxnSpLocks/>
          </p:cNvCxnSpPr>
          <p:nvPr/>
        </p:nvCxnSpPr>
        <p:spPr>
          <a:xfrm flipV="1">
            <a:off x="2727498" y="5889515"/>
            <a:ext cx="0" cy="149197"/>
          </a:xfrm>
          <a:prstGeom prst="line">
            <a:avLst/>
          </a:prstGeom>
          <a:noFill/>
          <a:ln w="6350" cap="flat" cmpd="sng" algn="ctr">
            <a:solidFill>
              <a:schemeClr val="bg1">
                <a:lumMod val="65000"/>
              </a:schemeClr>
            </a:solidFill>
            <a:prstDash val="solid"/>
            <a:miter lim="800000"/>
          </a:ln>
          <a:effectLst/>
        </p:spPr>
      </p:cxnSp>
      <p:pic>
        <p:nvPicPr>
          <p:cNvPr id="422" name="Picture 423">
            <a:extLst>
              <a:ext uri="{FF2B5EF4-FFF2-40B4-BE49-F238E27FC236}">
                <a16:creationId xmlns:a16="http://schemas.microsoft.com/office/drawing/2014/main" id="{5E742568-BFFA-7DAE-9DA1-F0E9D62DCD8A}"/>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10701357" y="5921495"/>
            <a:ext cx="315725" cy="301471"/>
          </a:xfrm>
          <a:prstGeom prst="rect">
            <a:avLst/>
          </a:prstGeom>
        </p:spPr>
      </p:pic>
      <p:cxnSp>
        <p:nvCxnSpPr>
          <p:cNvPr id="423" name="直线连接符 357">
            <a:extLst>
              <a:ext uri="{FF2B5EF4-FFF2-40B4-BE49-F238E27FC236}">
                <a16:creationId xmlns:a16="http://schemas.microsoft.com/office/drawing/2014/main" id="{BD1215BC-AAF9-2313-4332-3AE18DCB70FF}"/>
              </a:ext>
            </a:extLst>
          </p:cNvPr>
          <p:cNvCxnSpPr>
            <a:cxnSpLocks/>
          </p:cNvCxnSpPr>
          <p:nvPr/>
        </p:nvCxnSpPr>
        <p:spPr>
          <a:xfrm flipV="1">
            <a:off x="10856613" y="5776879"/>
            <a:ext cx="0" cy="149197"/>
          </a:xfrm>
          <a:prstGeom prst="line">
            <a:avLst/>
          </a:prstGeom>
          <a:noFill/>
          <a:ln w="6350" cap="flat" cmpd="sng" algn="ctr">
            <a:solidFill>
              <a:schemeClr val="bg1">
                <a:lumMod val="65000"/>
              </a:schemeClr>
            </a:solidFill>
            <a:prstDash val="solid"/>
            <a:miter lim="800000"/>
          </a:ln>
          <a:effectLst/>
        </p:spPr>
      </p:cxnSp>
      <p:pic>
        <p:nvPicPr>
          <p:cNvPr id="426" name="Picture 423">
            <a:extLst>
              <a:ext uri="{FF2B5EF4-FFF2-40B4-BE49-F238E27FC236}">
                <a16:creationId xmlns:a16="http://schemas.microsoft.com/office/drawing/2014/main" id="{76DFBFA5-D692-23BF-3BC9-6B9C973B2CFD}"/>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4449192" y="6000987"/>
            <a:ext cx="315725" cy="301471"/>
          </a:xfrm>
          <a:prstGeom prst="rect">
            <a:avLst/>
          </a:prstGeom>
        </p:spPr>
      </p:pic>
      <p:cxnSp>
        <p:nvCxnSpPr>
          <p:cNvPr id="427" name="直线连接符 361">
            <a:extLst>
              <a:ext uri="{FF2B5EF4-FFF2-40B4-BE49-F238E27FC236}">
                <a16:creationId xmlns:a16="http://schemas.microsoft.com/office/drawing/2014/main" id="{4D2AB52D-11DA-C236-3729-4117FB405053}"/>
              </a:ext>
            </a:extLst>
          </p:cNvPr>
          <p:cNvCxnSpPr>
            <a:cxnSpLocks/>
          </p:cNvCxnSpPr>
          <p:nvPr/>
        </p:nvCxnSpPr>
        <p:spPr>
          <a:xfrm flipV="1">
            <a:off x="4604446" y="5856371"/>
            <a:ext cx="0" cy="149197"/>
          </a:xfrm>
          <a:prstGeom prst="line">
            <a:avLst/>
          </a:prstGeom>
          <a:noFill/>
          <a:ln w="6350" cap="flat" cmpd="sng" algn="ctr">
            <a:solidFill>
              <a:schemeClr val="bg1">
                <a:lumMod val="65000"/>
              </a:schemeClr>
            </a:solidFill>
            <a:prstDash val="solid"/>
            <a:miter lim="800000"/>
          </a:ln>
          <a:effectLst/>
        </p:spPr>
      </p:cxnSp>
      <p:sp>
        <p:nvSpPr>
          <p:cNvPr id="430" name="任意形状 49">
            <a:extLst>
              <a:ext uri="{FF2B5EF4-FFF2-40B4-BE49-F238E27FC236}">
                <a16:creationId xmlns:a16="http://schemas.microsoft.com/office/drawing/2014/main" id="{3CB9F34E-9D5D-3CCC-551F-DB616F9D6DA1}"/>
              </a:ext>
            </a:extLst>
          </p:cNvPr>
          <p:cNvSpPr/>
          <p:nvPr/>
        </p:nvSpPr>
        <p:spPr>
          <a:xfrm>
            <a:off x="6064307" y="1294582"/>
            <a:ext cx="2978637" cy="2408413"/>
          </a:xfrm>
          <a:custGeom>
            <a:avLst/>
            <a:gdLst>
              <a:gd name="connsiteX0" fmla="*/ 3396343 w 3396343"/>
              <a:gd name="connsiteY0" fmla="*/ 107572 h 2883429"/>
              <a:gd name="connsiteX1" fmla="*/ 1687286 w 3396343"/>
              <a:gd name="connsiteY1" fmla="*/ 194658 h 2883429"/>
              <a:gd name="connsiteX2" fmla="*/ 1164771 w 3396343"/>
              <a:gd name="connsiteY2" fmla="*/ 1892829 h 2883429"/>
              <a:gd name="connsiteX3" fmla="*/ 685800 w 3396343"/>
              <a:gd name="connsiteY3" fmla="*/ 2665715 h 2883429"/>
              <a:gd name="connsiteX4" fmla="*/ 0 w 3396343"/>
              <a:gd name="connsiteY4" fmla="*/ 2883429 h 28834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6343" h="2883429">
                <a:moveTo>
                  <a:pt x="3396343" y="107572"/>
                </a:moveTo>
                <a:cubicBezTo>
                  <a:pt x="2727779" y="2343"/>
                  <a:pt x="2059215" y="-102885"/>
                  <a:pt x="1687286" y="194658"/>
                </a:cubicBezTo>
                <a:cubicBezTo>
                  <a:pt x="1315357" y="492201"/>
                  <a:pt x="1331685" y="1480986"/>
                  <a:pt x="1164771" y="1892829"/>
                </a:cubicBezTo>
                <a:cubicBezTo>
                  <a:pt x="997857" y="2304672"/>
                  <a:pt x="879928" y="2500615"/>
                  <a:pt x="685800" y="2665715"/>
                </a:cubicBezTo>
                <a:cubicBezTo>
                  <a:pt x="491671" y="2830815"/>
                  <a:pt x="175986" y="2830815"/>
                  <a:pt x="0" y="2883429"/>
                </a:cubicBezTo>
              </a:path>
            </a:pathLst>
          </a:custGeom>
          <a:no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prstClr val="white"/>
              </a:solidFill>
              <a:effectLst/>
              <a:uLnTx/>
              <a:uFillTx/>
              <a:latin typeface="Noto Sans CJK SC Light"/>
              <a:cs typeface="+mn-cs"/>
            </a:endParaRPr>
          </a:p>
        </p:txBody>
      </p:sp>
      <p:cxnSp>
        <p:nvCxnSpPr>
          <p:cNvPr id="433" name="直线连接符 281">
            <a:extLst>
              <a:ext uri="{FF2B5EF4-FFF2-40B4-BE49-F238E27FC236}">
                <a16:creationId xmlns:a16="http://schemas.microsoft.com/office/drawing/2014/main" id="{A1F85C40-BC6E-AEE6-9CF7-BF40925935C8}"/>
              </a:ext>
            </a:extLst>
          </p:cNvPr>
          <p:cNvCxnSpPr>
            <a:cxnSpLocks/>
          </p:cNvCxnSpPr>
          <p:nvPr/>
        </p:nvCxnSpPr>
        <p:spPr>
          <a:xfrm flipH="1">
            <a:off x="5484686" y="1384197"/>
            <a:ext cx="3565867" cy="0"/>
          </a:xfrm>
          <a:prstGeom prst="line">
            <a:avLst/>
          </a:prstGeom>
          <a:noFill/>
          <a:ln w="9525" cap="flat" cmpd="dbl" algn="ctr">
            <a:solidFill>
              <a:srgbClr val="2FD3CA"/>
            </a:solidFill>
            <a:prstDash val="solid"/>
            <a:miter lim="800000"/>
          </a:ln>
          <a:effectLst/>
        </p:spPr>
      </p:cxnSp>
      <p:grpSp>
        <p:nvGrpSpPr>
          <p:cNvPr id="447" name="Group 214">
            <a:extLst>
              <a:ext uri="{FF2B5EF4-FFF2-40B4-BE49-F238E27FC236}">
                <a16:creationId xmlns:a16="http://schemas.microsoft.com/office/drawing/2014/main" id="{DBEBA7A9-36A1-EDB3-F9B2-20D19566908B}"/>
              </a:ext>
            </a:extLst>
          </p:cNvPr>
          <p:cNvGrpSpPr/>
          <p:nvPr/>
        </p:nvGrpSpPr>
        <p:grpSpPr>
          <a:xfrm flipV="1">
            <a:off x="5230297" y="5782926"/>
            <a:ext cx="620136" cy="202205"/>
            <a:chOff x="3804232" y="3841442"/>
            <a:chExt cx="644525" cy="220663"/>
          </a:xfrm>
        </p:grpSpPr>
        <p:sp>
          <p:nvSpPr>
            <p:cNvPr id="448" name="Freeform 290">
              <a:extLst>
                <a:ext uri="{FF2B5EF4-FFF2-40B4-BE49-F238E27FC236}">
                  <a16:creationId xmlns:a16="http://schemas.microsoft.com/office/drawing/2014/main" id="{F76FE6BE-0193-7C0E-A0BA-8AB4433D6A2D}"/>
                </a:ext>
              </a:extLst>
            </p:cNvPr>
            <p:cNvSpPr>
              <a:spLocks/>
            </p:cNvSpPr>
            <p:nvPr/>
          </p:nvSpPr>
          <p:spPr bwMode="auto">
            <a:xfrm>
              <a:off x="3804232" y="3841442"/>
              <a:ext cx="644525" cy="103188"/>
            </a:xfrm>
            <a:custGeom>
              <a:avLst/>
              <a:gdLst>
                <a:gd name="T0" fmla="*/ 387 w 387"/>
                <a:gd name="T1" fmla="*/ 11 h 62"/>
                <a:gd name="T2" fmla="*/ 387 w 387"/>
                <a:gd name="T3" fmla="*/ 52 h 62"/>
                <a:gd name="T4" fmla="*/ 376 w 387"/>
                <a:gd name="T5" fmla="*/ 62 h 62"/>
                <a:gd name="T6" fmla="*/ 11 w 387"/>
                <a:gd name="T7" fmla="*/ 62 h 62"/>
                <a:gd name="T8" fmla="*/ 0 w 387"/>
                <a:gd name="T9" fmla="*/ 52 h 62"/>
                <a:gd name="T10" fmla="*/ 0 w 387"/>
                <a:gd name="T11" fmla="*/ 11 h 62"/>
                <a:gd name="T12" fmla="*/ 11 w 387"/>
                <a:gd name="T13" fmla="*/ 0 h 62"/>
                <a:gd name="T14" fmla="*/ 376 w 387"/>
                <a:gd name="T15" fmla="*/ 0 h 62"/>
                <a:gd name="T16" fmla="*/ 387 w 387"/>
                <a:gd name="T17" fmla="*/ 11 h 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87" h="62">
                  <a:moveTo>
                    <a:pt x="387" y="11"/>
                  </a:moveTo>
                  <a:cubicBezTo>
                    <a:pt x="387" y="52"/>
                    <a:pt x="387" y="52"/>
                    <a:pt x="387" y="52"/>
                  </a:cubicBezTo>
                  <a:cubicBezTo>
                    <a:pt x="387" y="57"/>
                    <a:pt x="382" y="62"/>
                    <a:pt x="376" y="62"/>
                  </a:cubicBezTo>
                  <a:cubicBezTo>
                    <a:pt x="11" y="62"/>
                    <a:pt x="11" y="62"/>
                    <a:pt x="11" y="62"/>
                  </a:cubicBezTo>
                  <a:cubicBezTo>
                    <a:pt x="5" y="62"/>
                    <a:pt x="0" y="57"/>
                    <a:pt x="0" y="52"/>
                  </a:cubicBezTo>
                  <a:cubicBezTo>
                    <a:pt x="0" y="11"/>
                    <a:pt x="0" y="11"/>
                    <a:pt x="0" y="11"/>
                  </a:cubicBezTo>
                  <a:cubicBezTo>
                    <a:pt x="0" y="5"/>
                    <a:pt x="5" y="0"/>
                    <a:pt x="11" y="0"/>
                  </a:cubicBezTo>
                  <a:cubicBezTo>
                    <a:pt x="376" y="0"/>
                    <a:pt x="376" y="0"/>
                    <a:pt x="376" y="0"/>
                  </a:cubicBezTo>
                  <a:cubicBezTo>
                    <a:pt x="382" y="0"/>
                    <a:pt x="387" y="5"/>
                    <a:pt x="387" y="11"/>
                  </a:cubicBezTo>
                </a:path>
              </a:pathLst>
            </a:custGeom>
            <a:solidFill>
              <a:srgbClr val="3C3C3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457189"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Noto Sans CJK SC Light"/>
              </a:endParaRPr>
            </a:p>
          </p:txBody>
        </p:sp>
        <p:sp>
          <p:nvSpPr>
            <p:cNvPr id="449" name="Line 291">
              <a:extLst>
                <a:ext uri="{FF2B5EF4-FFF2-40B4-BE49-F238E27FC236}">
                  <a16:creationId xmlns:a16="http://schemas.microsoft.com/office/drawing/2014/main" id="{6BB44941-96BD-C2E9-B463-D0643324AA53}"/>
                </a:ext>
              </a:extLst>
            </p:cNvPr>
            <p:cNvSpPr>
              <a:spLocks noChangeShapeType="1"/>
            </p:cNvSpPr>
            <p:nvPr/>
          </p:nvSpPr>
          <p:spPr bwMode="auto">
            <a:xfrm flipV="1">
              <a:off x="3834395" y="3868430"/>
              <a:ext cx="0" cy="50800"/>
            </a:xfrm>
            <a:prstGeom prst="line">
              <a:avLst/>
            </a:prstGeom>
            <a:noFill/>
            <a:ln w="11113" cap="rnd">
              <a:solidFill>
                <a:srgbClr val="FFFFFF"/>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defTabSz="457189"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Noto Sans CJK SC Light"/>
              </a:endParaRPr>
            </a:p>
          </p:txBody>
        </p:sp>
        <p:sp>
          <p:nvSpPr>
            <p:cNvPr id="450" name="Line 292">
              <a:extLst>
                <a:ext uri="{FF2B5EF4-FFF2-40B4-BE49-F238E27FC236}">
                  <a16:creationId xmlns:a16="http://schemas.microsoft.com/office/drawing/2014/main" id="{5DBD69D4-C709-157E-19C8-CF6E606E7E9B}"/>
                </a:ext>
              </a:extLst>
            </p:cNvPr>
            <p:cNvSpPr>
              <a:spLocks noChangeShapeType="1"/>
            </p:cNvSpPr>
            <p:nvPr/>
          </p:nvSpPr>
          <p:spPr bwMode="auto">
            <a:xfrm flipV="1">
              <a:off x="3864557" y="3868430"/>
              <a:ext cx="0" cy="50800"/>
            </a:xfrm>
            <a:prstGeom prst="line">
              <a:avLst/>
            </a:prstGeom>
            <a:noFill/>
            <a:ln w="11113" cap="rnd">
              <a:solidFill>
                <a:srgbClr val="FFFFFF"/>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defTabSz="457189"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Noto Sans CJK SC Light"/>
              </a:endParaRPr>
            </a:p>
          </p:txBody>
        </p:sp>
        <p:sp>
          <p:nvSpPr>
            <p:cNvPr id="451" name="Line 293">
              <a:extLst>
                <a:ext uri="{FF2B5EF4-FFF2-40B4-BE49-F238E27FC236}">
                  <a16:creationId xmlns:a16="http://schemas.microsoft.com/office/drawing/2014/main" id="{43968486-FC51-4FE8-7853-7E3640E1BF8F}"/>
                </a:ext>
              </a:extLst>
            </p:cNvPr>
            <p:cNvSpPr>
              <a:spLocks noChangeShapeType="1"/>
            </p:cNvSpPr>
            <p:nvPr/>
          </p:nvSpPr>
          <p:spPr bwMode="auto">
            <a:xfrm flipV="1">
              <a:off x="3896307" y="3868430"/>
              <a:ext cx="0" cy="50800"/>
            </a:xfrm>
            <a:prstGeom prst="line">
              <a:avLst/>
            </a:prstGeom>
            <a:noFill/>
            <a:ln w="11113" cap="rnd">
              <a:solidFill>
                <a:srgbClr val="FFFFFF"/>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defTabSz="457189"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Noto Sans CJK SC Light"/>
              </a:endParaRPr>
            </a:p>
          </p:txBody>
        </p:sp>
        <p:sp>
          <p:nvSpPr>
            <p:cNvPr id="452" name="Line 294">
              <a:extLst>
                <a:ext uri="{FF2B5EF4-FFF2-40B4-BE49-F238E27FC236}">
                  <a16:creationId xmlns:a16="http://schemas.microsoft.com/office/drawing/2014/main" id="{0C34B67E-FB81-F1C6-ED96-1074B3B726D9}"/>
                </a:ext>
              </a:extLst>
            </p:cNvPr>
            <p:cNvSpPr>
              <a:spLocks noChangeShapeType="1"/>
            </p:cNvSpPr>
            <p:nvPr/>
          </p:nvSpPr>
          <p:spPr bwMode="auto">
            <a:xfrm flipV="1">
              <a:off x="3924882" y="3868430"/>
              <a:ext cx="0" cy="50800"/>
            </a:xfrm>
            <a:prstGeom prst="line">
              <a:avLst/>
            </a:prstGeom>
            <a:noFill/>
            <a:ln w="11113" cap="rnd">
              <a:solidFill>
                <a:srgbClr val="FFFFFF"/>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defTabSz="457189"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Noto Sans CJK SC Light"/>
              </a:endParaRPr>
            </a:p>
          </p:txBody>
        </p:sp>
        <p:sp>
          <p:nvSpPr>
            <p:cNvPr id="453" name="Line 295">
              <a:extLst>
                <a:ext uri="{FF2B5EF4-FFF2-40B4-BE49-F238E27FC236}">
                  <a16:creationId xmlns:a16="http://schemas.microsoft.com/office/drawing/2014/main" id="{1478F20F-8E02-E234-FE33-EC36457C0AA5}"/>
                </a:ext>
              </a:extLst>
            </p:cNvPr>
            <p:cNvSpPr>
              <a:spLocks noChangeShapeType="1"/>
            </p:cNvSpPr>
            <p:nvPr/>
          </p:nvSpPr>
          <p:spPr bwMode="auto">
            <a:xfrm flipV="1">
              <a:off x="3955045" y="3868430"/>
              <a:ext cx="0" cy="50800"/>
            </a:xfrm>
            <a:prstGeom prst="line">
              <a:avLst/>
            </a:prstGeom>
            <a:noFill/>
            <a:ln w="11113" cap="rnd">
              <a:solidFill>
                <a:srgbClr val="FFFFFF"/>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defTabSz="457189"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Noto Sans CJK SC Light"/>
              </a:endParaRPr>
            </a:p>
          </p:txBody>
        </p:sp>
        <p:sp>
          <p:nvSpPr>
            <p:cNvPr id="454" name="Freeform 302">
              <a:extLst>
                <a:ext uri="{FF2B5EF4-FFF2-40B4-BE49-F238E27FC236}">
                  <a16:creationId xmlns:a16="http://schemas.microsoft.com/office/drawing/2014/main" id="{303198E3-37D3-6498-13BE-2F74184745B6}"/>
                </a:ext>
              </a:extLst>
            </p:cNvPr>
            <p:cNvSpPr>
              <a:spLocks/>
            </p:cNvSpPr>
            <p:nvPr/>
          </p:nvSpPr>
          <p:spPr bwMode="auto">
            <a:xfrm>
              <a:off x="3804232" y="3958917"/>
              <a:ext cx="644525" cy="103188"/>
            </a:xfrm>
            <a:custGeom>
              <a:avLst/>
              <a:gdLst>
                <a:gd name="T0" fmla="*/ 387 w 387"/>
                <a:gd name="T1" fmla="*/ 10 h 62"/>
                <a:gd name="T2" fmla="*/ 387 w 387"/>
                <a:gd name="T3" fmla="*/ 51 h 62"/>
                <a:gd name="T4" fmla="*/ 376 w 387"/>
                <a:gd name="T5" fmla="*/ 62 h 62"/>
                <a:gd name="T6" fmla="*/ 11 w 387"/>
                <a:gd name="T7" fmla="*/ 62 h 62"/>
                <a:gd name="T8" fmla="*/ 0 w 387"/>
                <a:gd name="T9" fmla="*/ 51 h 62"/>
                <a:gd name="T10" fmla="*/ 0 w 387"/>
                <a:gd name="T11" fmla="*/ 10 h 62"/>
                <a:gd name="T12" fmla="*/ 11 w 387"/>
                <a:gd name="T13" fmla="*/ 0 h 62"/>
                <a:gd name="T14" fmla="*/ 376 w 387"/>
                <a:gd name="T15" fmla="*/ 0 h 62"/>
                <a:gd name="T16" fmla="*/ 387 w 387"/>
                <a:gd name="T17" fmla="*/ 10 h 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87" h="62">
                  <a:moveTo>
                    <a:pt x="387" y="10"/>
                  </a:moveTo>
                  <a:cubicBezTo>
                    <a:pt x="387" y="51"/>
                    <a:pt x="387" y="51"/>
                    <a:pt x="387" y="51"/>
                  </a:cubicBezTo>
                  <a:cubicBezTo>
                    <a:pt x="387" y="57"/>
                    <a:pt x="382" y="62"/>
                    <a:pt x="376" y="62"/>
                  </a:cubicBezTo>
                  <a:cubicBezTo>
                    <a:pt x="11" y="62"/>
                    <a:pt x="11" y="62"/>
                    <a:pt x="11" y="62"/>
                  </a:cubicBezTo>
                  <a:cubicBezTo>
                    <a:pt x="5" y="62"/>
                    <a:pt x="0" y="57"/>
                    <a:pt x="0" y="51"/>
                  </a:cubicBezTo>
                  <a:cubicBezTo>
                    <a:pt x="0" y="10"/>
                    <a:pt x="0" y="10"/>
                    <a:pt x="0" y="10"/>
                  </a:cubicBezTo>
                  <a:cubicBezTo>
                    <a:pt x="0" y="4"/>
                    <a:pt x="5" y="0"/>
                    <a:pt x="11" y="0"/>
                  </a:cubicBezTo>
                  <a:cubicBezTo>
                    <a:pt x="376" y="0"/>
                    <a:pt x="376" y="0"/>
                    <a:pt x="376" y="0"/>
                  </a:cubicBezTo>
                  <a:cubicBezTo>
                    <a:pt x="382" y="0"/>
                    <a:pt x="387" y="4"/>
                    <a:pt x="387" y="10"/>
                  </a:cubicBezTo>
                </a:path>
              </a:pathLst>
            </a:custGeom>
            <a:solidFill>
              <a:srgbClr val="3C3C3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457189"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Noto Sans CJK SC Light"/>
              </a:endParaRPr>
            </a:p>
          </p:txBody>
        </p:sp>
        <p:sp>
          <p:nvSpPr>
            <p:cNvPr id="455" name="Line 303">
              <a:extLst>
                <a:ext uri="{FF2B5EF4-FFF2-40B4-BE49-F238E27FC236}">
                  <a16:creationId xmlns:a16="http://schemas.microsoft.com/office/drawing/2014/main" id="{075A4D99-6014-5C98-C14C-75D5853AAE08}"/>
                </a:ext>
              </a:extLst>
            </p:cNvPr>
            <p:cNvSpPr>
              <a:spLocks noChangeShapeType="1"/>
            </p:cNvSpPr>
            <p:nvPr/>
          </p:nvSpPr>
          <p:spPr bwMode="auto">
            <a:xfrm flipV="1">
              <a:off x="3834395" y="3982730"/>
              <a:ext cx="0" cy="52388"/>
            </a:xfrm>
            <a:prstGeom prst="line">
              <a:avLst/>
            </a:prstGeom>
            <a:noFill/>
            <a:ln w="11113" cap="rnd">
              <a:solidFill>
                <a:srgbClr val="FFFFFF"/>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defTabSz="457189"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Noto Sans CJK SC Light"/>
              </a:endParaRPr>
            </a:p>
          </p:txBody>
        </p:sp>
        <p:sp>
          <p:nvSpPr>
            <p:cNvPr id="456" name="Line 304">
              <a:extLst>
                <a:ext uri="{FF2B5EF4-FFF2-40B4-BE49-F238E27FC236}">
                  <a16:creationId xmlns:a16="http://schemas.microsoft.com/office/drawing/2014/main" id="{634569CF-1707-01D7-2742-88D64DE76CDF}"/>
                </a:ext>
              </a:extLst>
            </p:cNvPr>
            <p:cNvSpPr>
              <a:spLocks noChangeShapeType="1"/>
            </p:cNvSpPr>
            <p:nvPr/>
          </p:nvSpPr>
          <p:spPr bwMode="auto">
            <a:xfrm flipV="1">
              <a:off x="3864557" y="3982730"/>
              <a:ext cx="0" cy="52388"/>
            </a:xfrm>
            <a:prstGeom prst="line">
              <a:avLst/>
            </a:prstGeom>
            <a:noFill/>
            <a:ln w="11113" cap="rnd">
              <a:solidFill>
                <a:srgbClr val="FFFFFF"/>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defTabSz="457189"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Noto Sans CJK SC Light"/>
              </a:endParaRPr>
            </a:p>
          </p:txBody>
        </p:sp>
        <p:sp>
          <p:nvSpPr>
            <p:cNvPr id="457" name="Line 305">
              <a:extLst>
                <a:ext uri="{FF2B5EF4-FFF2-40B4-BE49-F238E27FC236}">
                  <a16:creationId xmlns:a16="http://schemas.microsoft.com/office/drawing/2014/main" id="{0136E565-3774-AAAD-EFCC-841A305D1C9D}"/>
                </a:ext>
              </a:extLst>
            </p:cNvPr>
            <p:cNvSpPr>
              <a:spLocks noChangeShapeType="1"/>
            </p:cNvSpPr>
            <p:nvPr/>
          </p:nvSpPr>
          <p:spPr bwMode="auto">
            <a:xfrm flipV="1">
              <a:off x="3896307" y="3982730"/>
              <a:ext cx="0" cy="52388"/>
            </a:xfrm>
            <a:prstGeom prst="line">
              <a:avLst/>
            </a:prstGeom>
            <a:noFill/>
            <a:ln w="11113" cap="rnd">
              <a:solidFill>
                <a:srgbClr val="FFFFFF"/>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defTabSz="457189"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Noto Sans CJK SC Light"/>
              </a:endParaRPr>
            </a:p>
          </p:txBody>
        </p:sp>
        <p:sp>
          <p:nvSpPr>
            <p:cNvPr id="458" name="Line 306">
              <a:extLst>
                <a:ext uri="{FF2B5EF4-FFF2-40B4-BE49-F238E27FC236}">
                  <a16:creationId xmlns:a16="http://schemas.microsoft.com/office/drawing/2014/main" id="{E0922D21-B1C0-4DAE-9F63-D73EC196E059}"/>
                </a:ext>
              </a:extLst>
            </p:cNvPr>
            <p:cNvSpPr>
              <a:spLocks noChangeShapeType="1"/>
            </p:cNvSpPr>
            <p:nvPr/>
          </p:nvSpPr>
          <p:spPr bwMode="auto">
            <a:xfrm flipV="1">
              <a:off x="3924882" y="3982730"/>
              <a:ext cx="0" cy="52388"/>
            </a:xfrm>
            <a:prstGeom prst="line">
              <a:avLst/>
            </a:prstGeom>
            <a:noFill/>
            <a:ln w="11113" cap="rnd">
              <a:solidFill>
                <a:srgbClr val="FFFFFF"/>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defTabSz="457189"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Noto Sans CJK SC Light"/>
              </a:endParaRPr>
            </a:p>
          </p:txBody>
        </p:sp>
        <p:sp>
          <p:nvSpPr>
            <p:cNvPr id="459" name="Line 307">
              <a:extLst>
                <a:ext uri="{FF2B5EF4-FFF2-40B4-BE49-F238E27FC236}">
                  <a16:creationId xmlns:a16="http://schemas.microsoft.com/office/drawing/2014/main" id="{C7FB7721-B029-1023-E7D8-9FDA33DE4148}"/>
                </a:ext>
              </a:extLst>
            </p:cNvPr>
            <p:cNvSpPr>
              <a:spLocks noChangeShapeType="1"/>
            </p:cNvSpPr>
            <p:nvPr/>
          </p:nvSpPr>
          <p:spPr bwMode="auto">
            <a:xfrm flipV="1">
              <a:off x="3955045" y="3982730"/>
              <a:ext cx="0" cy="52388"/>
            </a:xfrm>
            <a:prstGeom prst="line">
              <a:avLst/>
            </a:prstGeom>
            <a:noFill/>
            <a:ln w="11113" cap="rnd">
              <a:solidFill>
                <a:srgbClr val="FFFFFF"/>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defTabSz="457189"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Noto Sans CJK SC Light"/>
              </a:endParaRPr>
            </a:p>
          </p:txBody>
        </p:sp>
      </p:grpSp>
      <p:cxnSp>
        <p:nvCxnSpPr>
          <p:cNvPr id="461" name="直线连接符 317">
            <a:extLst>
              <a:ext uri="{FF2B5EF4-FFF2-40B4-BE49-F238E27FC236}">
                <a16:creationId xmlns:a16="http://schemas.microsoft.com/office/drawing/2014/main" id="{FD7D62B5-982F-F571-D911-C18AAD563A40}"/>
              </a:ext>
            </a:extLst>
          </p:cNvPr>
          <p:cNvCxnSpPr>
            <a:cxnSpLocks/>
          </p:cNvCxnSpPr>
          <p:nvPr/>
        </p:nvCxnSpPr>
        <p:spPr>
          <a:xfrm flipV="1">
            <a:off x="5521156" y="4900425"/>
            <a:ext cx="0" cy="860630"/>
          </a:xfrm>
          <a:prstGeom prst="line">
            <a:avLst/>
          </a:prstGeom>
          <a:noFill/>
          <a:ln w="6350" cap="flat" cmpd="dbl" algn="ctr">
            <a:solidFill>
              <a:schemeClr val="bg1"/>
            </a:solidFill>
            <a:prstDash val="solid"/>
            <a:miter lim="800000"/>
          </a:ln>
          <a:effectLst/>
        </p:spPr>
      </p:cxnSp>
      <p:pic>
        <p:nvPicPr>
          <p:cNvPr id="479" name="图片 600">
            <a:extLst>
              <a:ext uri="{FF2B5EF4-FFF2-40B4-BE49-F238E27FC236}">
                <a16:creationId xmlns:a16="http://schemas.microsoft.com/office/drawing/2014/main" id="{10F45010-5DC5-8F48-7290-067504A6C6FB}"/>
              </a:ext>
            </a:extLst>
          </p:cNvPr>
          <p:cNvPicPr>
            <a:picLocks noChangeAspect="1"/>
          </p:cNvPicPr>
          <p:nvPr/>
        </p:nvPicPr>
        <p:blipFill>
          <a:blip r:embed="rId3"/>
          <a:stretch>
            <a:fillRect/>
          </a:stretch>
        </p:blipFill>
        <p:spPr>
          <a:xfrm>
            <a:off x="3091532" y="1300014"/>
            <a:ext cx="526260" cy="330063"/>
          </a:xfrm>
          <a:prstGeom prst="rect">
            <a:avLst/>
          </a:prstGeom>
        </p:spPr>
      </p:pic>
      <p:sp>
        <p:nvSpPr>
          <p:cNvPr id="480" name="文本框 601">
            <a:extLst>
              <a:ext uri="{FF2B5EF4-FFF2-40B4-BE49-F238E27FC236}">
                <a16:creationId xmlns:a16="http://schemas.microsoft.com/office/drawing/2014/main" id="{2C0D901B-1A8A-8FCA-B811-C7B627A8E4E0}"/>
              </a:ext>
            </a:extLst>
          </p:cNvPr>
          <p:cNvSpPr txBox="1"/>
          <p:nvPr/>
        </p:nvSpPr>
        <p:spPr>
          <a:xfrm>
            <a:off x="3100682" y="1403313"/>
            <a:ext cx="579236" cy="200055"/>
          </a:xfrm>
          <a:prstGeom prst="rect">
            <a:avLst/>
          </a:prstGeom>
          <a:noFill/>
        </p:spPr>
        <p:txBody>
          <a:bodyPr wrap="square" rtlCol="0">
            <a:spAutoFit/>
          </a:bodyPr>
          <a:lstStyle/>
          <a:p>
            <a:pPr defTabSz="685800"/>
            <a:r>
              <a:rPr lang="en-US" altLang="zh-CN" sz="700" dirty="0">
                <a:solidFill>
                  <a:prstClr val="black"/>
                </a:solidFill>
                <a:latin typeface="Noto Sans CJK SC Light"/>
              </a:rPr>
              <a:t>Internet</a:t>
            </a:r>
            <a:endParaRPr lang="zh-CN" altLang="en-US" sz="700" dirty="0">
              <a:solidFill>
                <a:prstClr val="black"/>
              </a:solidFill>
              <a:latin typeface="Noto Sans CJK SC Light"/>
            </a:endParaRPr>
          </a:p>
        </p:txBody>
      </p:sp>
      <p:pic>
        <p:nvPicPr>
          <p:cNvPr id="481" name="图片 602">
            <a:extLst>
              <a:ext uri="{FF2B5EF4-FFF2-40B4-BE49-F238E27FC236}">
                <a16:creationId xmlns:a16="http://schemas.microsoft.com/office/drawing/2014/main" id="{D8F20078-9C3C-6737-6FF0-319906651D21}"/>
              </a:ext>
            </a:extLst>
          </p:cNvPr>
          <p:cNvPicPr>
            <a:picLocks noChangeAspect="1"/>
          </p:cNvPicPr>
          <p:nvPr/>
        </p:nvPicPr>
        <p:blipFill>
          <a:blip r:embed="rId4"/>
          <a:stretch>
            <a:fillRect/>
          </a:stretch>
        </p:blipFill>
        <p:spPr>
          <a:xfrm>
            <a:off x="3073378" y="1688335"/>
            <a:ext cx="504134" cy="257581"/>
          </a:xfrm>
          <a:prstGeom prst="rect">
            <a:avLst/>
          </a:prstGeom>
        </p:spPr>
      </p:pic>
      <p:pic>
        <p:nvPicPr>
          <p:cNvPr id="482" name="图片 603">
            <a:extLst>
              <a:ext uri="{FF2B5EF4-FFF2-40B4-BE49-F238E27FC236}">
                <a16:creationId xmlns:a16="http://schemas.microsoft.com/office/drawing/2014/main" id="{3BFEAD71-3972-149C-9433-4D8A2E613E68}"/>
              </a:ext>
            </a:extLst>
          </p:cNvPr>
          <p:cNvPicPr>
            <a:picLocks noChangeAspect="1"/>
          </p:cNvPicPr>
          <p:nvPr/>
        </p:nvPicPr>
        <p:blipFill>
          <a:blip r:embed="rId4"/>
          <a:stretch>
            <a:fillRect/>
          </a:stretch>
        </p:blipFill>
        <p:spPr>
          <a:xfrm>
            <a:off x="4961219" y="1597569"/>
            <a:ext cx="504134" cy="257581"/>
          </a:xfrm>
          <a:prstGeom prst="rect">
            <a:avLst/>
          </a:prstGeom>
        </p:spPr>
      </p:pic>
      <p:pic>
        <p:nvPicPr>
          <p:cNvPr id="483" name="图片 604">
            <a:extLst>
              <a:ext uri="{FF2B5EF4-FFF2-40B4-BE49-F238E27FC236}">
                <a16:creationId xmlns:a16="http://schemas.microsoft.com/office/drawing/2014/main" id="{3B4ACB5E-470B-17CD-A955-C65498A49053}"/>
              </a:ext>
            </a:extLst>
          </p:cNvPr>
          <p:cNvPicPr>
            <a:picLocks noChangeAspect="1"/>
          </p:cNvPicPr>
          <p:nvPr/>
        </p:nvPicPr>
        <p:blipFill>
          <a:blip r:embed="rId4"/>
          <a:stretch>
            <a:fillRect/>
          </a:stretch>
        </p:blipFill>
        <p:spPr>
          <a:xfrm>
            <a:off x="4056275" y="1596728"/>
            <a:ext cx="504134" cy="257581"/>
          </a:xfrm>
          <a:prstGeom prst="rect">
            <a:avLst/>
          </a:prstGeom>
        </p:spPr>
      </p:pic>
      <p:sp>
        <p:nvSpPr>
          <p:cNvPr id="486" name="文本框 607">
            <a:extLst>
              <a:ext uri="{FF2B5EF4-FFF2-40B4-BE49-F238E27FC236}">
                <a16:creationId xmlns:a16="http://schemas.microsoft.com/office/drawing/2014/main" id="{EED8C3AE-DDB8-EE81-48B5-727FE628F042}"/>
              </a:ext>
            </a:extLst>
          </p:cNvPr>
          <p:cNvSpPr txBox="1"/>
          <p:nvPr/>
        </p:nvSpPr>
        <p:spPr>
          <a:xfrm>
            <a:off x="9255864" y="4971228"/>
            <a:ext cx="389850" cy="215444"/>
          </a:xfrm>
          <a:prstGeom prst="rect">
            <a:avLst/>
          </a:prstGeom>
          <a:noFill/>
        </p:spPr>
        <p:txBody>
          <a:bodyPr wrap="none" rtlCol="0">
            <a:spAutoFit/>
          </a:bodyPr>
          <a:lstStyle/>
          <a:p>
            <a:pPr algn="ctr" defTabSz="685800"/>
            <a:r>
              <a:rPr lang="ja-JP" altLang="en-US" sz="800" dirty="0">
                <a:solidFill>
                  <a:srgbClr val="FFFFFF"/>
                </a:solidFill>
                <a:latin typeface="Noto Sans CJK SC Light"/>
              </a:rPr>
              <a:t>施設</a:t>
            </a:r>
            <a:endParaRPr lang="zh-CN" altLang="en-US" sz="800" dirty="0">
              <a:solidFill>
                <a:srgbClr val="FFFFFF"/>
              </a:solidFill>
              <a:latin typeface="Noto Sans CJK SC Light"/>
            </a:endParaRPr>
          </a:p>
        </p:txBody>
      </p:sp>
      <p:sp>
        <p:nvSpPr>
          <p:cNvPr id="488" name="文本框 609">
            <a:extLst>
              <a:ext uri="{FF2B5EF4-FFF2-40B4-BE49-F238E27FC236}">
                <a16:creationId xmlns:a16="http://schemas.microsoft.com/office/drawing/2014/main" id="{DEC27079-AE2C-5B23-6A8C-E143D3A30F50}"/>
              </a:ext>
            </a:extLst>
          </p:cNvPr>
          <p:cNvSpPr txBox="1"/>
          <p:nvPr/>
        </p:nvSpPr>
        <p:spPr>
          <a:xfrm>
            <a:off x="9740671" y="5072534"/>
            <a:ext cx="492443" cy="215444"/>
          </a:xfrm>
          <a:prstGeom prst="rect">
            <a:avLst/>
          </a:prstGeom>
          <a:noFill/>
        </p:spPr>
        <p:txBody>
          <a:bodyPr wrap="none" rtlCol="0">
            <a:spAutoFit/>
          </a:bodyPr>
          <a:lstStyle/>
          <a:p>
            <a:pPr defTabSz="685800"/>
            <a:r>
              <a:rPr lang="ja-JP" altLang="en-US" sz="800" dirty="0">
                <a:solidFill>
                  <a:srgbClr val="FFFFFF"/>
                </a:solidFill>
                <a:latin typeface="Noto Sans CJK SC Light"/>
              </a:rPr>
              <a:t>発電機</a:t>
            </a:r>
            <a:endParaRPr lang="zh-CN" altLang="en-US" sz="800" dirty="0">
              <a:solidFill>
                <a:srgbClr val="FFFFFF"/>
              </a:solidFill>
              <a:latin typeface="Noto Sans CJK SC Light"/>
            </a:endParaRPr>
          </a:p>
        </p:txBody>
      </p:sp>
      <p:sp>
        <p:nvSpPr>
          <p:cNvPr id="490" name="Rounded Rectangle 25">
            <a:extLst>
              <a:ext uri="{FF2B5EF4-FFF2-40B4-BE49-F238E27FC236}">
                <a16:creationId xmlns:a16="http://schemas.microsoft.com/office/drawing/2014/main" id="{A4565AD0-D05D-1B49-CCC3-CE850DD1888D}"/>
              </a:ext>
            </a:extLst>
          </p:cNvPr>
          <p:cNvSpPr/>
          <p:nvPr/>
        </p:nvSpPr>
        <p:spPr>
          <a:xfrm>
            <a:off x="7990109" y="4444322"/>
            <a:ext cx="338319" cy="322212"/>
          </a:xfrm>
          <a:custGeom>
            <a:avLst/>
            <a:gdLst/>
            <a:ahLst/>
            <a:cxnLst/>
            <a:rect l="l" t="t" r="r" b="b"/>
            <a:pathLst>
              <a:path w="1123462" h="1123462">
                <a:moveTo>
                  <a:pt x="758801" y="661837"/>
                </a:moveTo>
                <a:cubicBezTo>
                  <a:pt x="749648" y="661762"/>
                  <a:pt x="740466" y="665180"/>
                  <a:pt x="733427" y="672107"/>
                </a:cubicBezTo>
                <a:cubicBezTo>
                  <a:pt x="719346" y="685961"/>
                  <a:pt x="719161" y="708607"/>
                  <a:pt x="733016" y="722687"/>
                </a:cubicBezTo>
                <a:lnTo>
                  <a:pt x="753910" y="743923"/>
                </a:lnTo>
                <a:lnTo>
                  <a:pt x="542733" y="743923"/>
                </a:lnTo>
                <a:cubicBezTo>
                  <a:pt x="532857" y="743923"/>
                  <a:pt x="523914" y="747926"/>
                  <a:pt x="517443" y="754399"/>
                </a:cubicBezTo>
                <a:lnTo>
                  <a:pt x="506967" y="779690"/>
                </a:lnTo>
                <a:lnTo>
                  <a:pt x="517443" y="804981"/>
                </a:lnTo>
                <a:cubicBezTo>
                  <a:pt x="523916" y="811453"/>
                  <a:pt x="532858" y="815458"/>
                  <a:pt x="542734" y="815457"/>
                </a:cubicBezTo>
                <a:lnTo>
                  <a:pt x="753910" y="815457"/>
                </a:lnTo>
                <a:lnTo>
                  <a:pt x="733016" y="836693"/>
                </a:lnTo>
                <a:cubicBezTo>
                  <a:pt x="719162" y="850774"/>
                  <a:pt x="719346" y="873420"/>
                  <a:pt x="733426" y="887274"/>
                </a:cubicBezTo>
                <a:cubicBezTo>
                  <a:pt x="747507" y="901128"/>
                  <a:pt x="770153" y="900944"/>
                  <a:pt x="784007" y="886863"/>
                </a:cubicBezTo>
                <a:lnTo>
                  <a:pt x="864319" y="805239"/>
                </a:lnTo>
                <a:lnTo>
                  <a:pt x="869302" y="797600"/>
                </a:lnTo>
                <a:lnTo>
                  <a:pt x="871992" y="793612"/>
                </a:lnTo>
                <a:lnTo>
                  <a:pt x="872069" y="793358"/>
                </a:lnTo>
                <a:lnTo>
                  <a:pt x="872080" y="793343"/>
                </a:lnTo>
                <a:lnTo>
                  <a:pt x="872088" y="793303"/>
                </a:lnTo>
                <a:lnTo>
                  <a:pt x="874076" y="786899"/>
                </a:lnTo>
                <a:cubicBezTo>
                  <a:pt x="874552" y="784570"/>
                  <a:pt x="874802" y="782160"/>
                  <a:pt x="874802" y="779690"/>
                </a:cubicBezTo>
                <a:cubicBezTo>
                  <a:pt x="874801" y="777222"/>
                  <a:pt x="874552" y="774810"/>
                  <a:pt x="874075" y="772482"/>
                </a:cubicBezTo>
                <a:lnTo>
                  <a:pt x="872087" y="766077"/>
                </a:lnTo>
                <a:lnTo>
                  <a:pt x="872080" y="766038"/>
                </a:lnTo>
                <a:lnTo>
                  <a:pt x="872070" y="766023"/>
                </a:lnTo>
                <a:lnTo>
                  <a:pt x="871992" y="765768"/>
                </a:lnTo>
                <a:lnTo>
                  <a:pt x="869291" y="761764"/>
                </a:lnTo>
                <a:lnTo>
                  <a:pt x="864318" y="754142"/>
                </a:lnTo>
                <a:lnTo>
                  <a:pt x="784006" y="672518"/>
                </a:lnTo>
                <a:cubicBezTo>
                  <a:pt x="777079" y="665477"/>
                  <a:pt x="767954" y="661911"/>
                  <a:pt x="758801" y="661837"/>
                </a:cubicBezTo>
                <a:close/>
                <a:moveTo>
                  <a:pt x="364661" y="558282"/>
                </a:moveTo>
                <a:cubicBezTo>
                  <a:pt x="355509" y="558355"/>
                  <a:pt x="346384" y="561922"/>
                  <a:pt x="339457" y="568962"/>
                </a:cubicBezTo>
                <a:lnTo>
                  <a:pt x="259145" y="650587"/>
                </a:lnTo>
                <a:lnTo>
                  <a:pt x="254172" y="658209"/>
                </a:lnTo>
                <a:lnTo>
                  <a:pt x="251473" y="662213"/>
                </a:lnTo>
                <a:lnTo>
                  <a:pt x="251394" y="662469"/>
                </a:lnTo>
                <a:lnTo>
                  <a:pt x="251384" y="662482"/>
                </a:lnTo>
                <a:lnTo>
                  <a:pt x="251377" y="662522"/>
                </a:lnTo>
                <a:lnTo>
                  <a:pt x="249388" y="668927"/>
                </a:lnTo>
                <a:cubicBezTo>
                  <a:pt x="248912" y="671255"/>
                  <a:pt x="248662" y="673667"/>
                  <a:pt x="248662" y="676135"/>
                </a:cubicBezTo>
                <a:cubicBezTo>
                  <a:pt x="248662" y="678605"/>
                  <a:pt x="248913" y="681015"/>
                  <a:pt x="249389" y="683344"/>
                </a:cubicBezTo>
                <a:lnTo>
                  <a:pt x="251377" y="689748"/>
                </a:lnTo>
                <a:lnTo>
                  <a:pt x="251383" y="689789"/>
                </a:lnTo>
                <a:lnTo>
                  <a:pt x="251393" y="689803"/>
                </a:lnTo>
                <a:lnTo>
                  <a:pt x="251473" y="690057"/>
                </a:lnTo>
                <a:lnTo>
                  <a:pt x="254161" y="694045"/>
                </a:lnTo>
                <a:lnTo>
                  <a:pt x="259145" y="701683"/>
                </a:lnTo>
                <a:lnTo>
                  <a:pt x="339457" y="783309"/>
                </a:lnTo>
                <a:cubicBezTo>
                  <a:pt x="353311" y="797389"/>
                  <a:pt x="375956" y="797573"/>
                  <a:pt x="390037" y="783719"/>
                </a:cubicBezTo>
                <a:cubicBezTo>
                  <a:pt x="404118" y="769864"/>
                  <a:pt x="404302" y="747219"/>
                  <a:pt x="390448" y="733138"/>
                </a:cubicBezTo>
                <a:lnTo>
                  <a:pt x="369553" y="711902"/>
                </a:lnTo>
                <a:lnTo>
                  <a:pt x="580730" y="711901"/>
                </a:lnTo>
                <a:cubicBezTo>
                  <a:pt x="590607" y="711902"/>
                  <a:pt x="599548" y="707899"/>
                  <a:pt x="606020" y="701426"/>
                </a:cubicBezTo>
                <a:lnTo>
                  <a:pt x="616497" y="676135"/>
                </a:lnTo>
                <a:lnTo>
                  <a:pt x="606021" y="650843"/>
                </a:lnTo>
                <a:cubicBezTo>
                  <a:pt x="599549" y="644371"/>
                  <a:pt x="590606" y="640368"/>
                  <a:pt x="580730" y="640368"/>
                </a:cubicBezTo>
                <a:lnTo>
                  <a:pt x="369554" y="640368"/>
                </a:lnTo>
                <a:lnTo>
                  <a:pt x="390448" y="619133"/>
                </a:lnTo>
                <a:cubicBezTo>
                  <a:pt x="404302" y="605052"/>
                  <a:pt x="404118" y="582406"/>
                  <a:pt x="390038" y="568551"/>
                </a:cubicBezTo>
                <a:lnTo>
                  <a:pt x="390038" y="568553"/>
                </a:lnTo>
                <a:cubicBezTo>
                  <a:pt x="382997" y="561625"/>
                  <a:pt x="373815" y="558207"/>
                  <a:pt x="364661" y="558282"/>
                </a:cubicBezTo>
                <a:close/>
                <a:moveTo>
                  <a:pt x="758801" y="329475"/>
                </a:moveTo>
                <a:cubicBezTo>
                  <a:pt x="749649" y="329401"/>
                  <a:pt x="740466" y="332819"/>
                  <a:pt x="733427" y="339746"/>
                </a:cubicBezTo>
                <a:lnTo>
                  <a:pt x="733426" y="339746"/>
                </a:lnTo>
                <a:cubicBezTo>
                  <a:pt x="719345" y="353600"/>
                  <a:pt x="719161" y="376245"/>
                  <a:pt x="733017" y="390327"/>
                </a:cubicBezTo>
                <a:lnTo>
                  <a:pt x="753909" y="411562"/>
                </a:lnTo>
                <a:lnTo>
                  <a:pt x="542733" y="411561"/>
                </a:lnTo>
                <a:cubicBezTo>
                  <a:pt x="532856" y="411562"/>
                  <a:pt x="523915" y="415565"/>
                  <a:pt x="517443" y="422037"/>
                </a:cubicBezTo>
                <a:lnTo>
                  <a:pt x="506967" y="447329"/>
                </a:lnTo>
                <a:lnTo>
                  <a:pt x="517443" y="472620"/>
                </a:lnTo>
                <a:cubicBezTo>
                  <a:pt x="523916" y="479093"/>
                  <a:pt x="532857" y="483097"/>
                  <a:pt x="542734" y="483095"/>
                </a:cubicBezTo>
                <a:lnTo>
                  <a:pt x="753910" y="483096"/>
                </a:lnTo>
                <a:lnTo>
                  <a:pt x="733016" y="504333"/>
                </a:lnTo>
                <a:cubicBezTo>
                  <a:pt x="719162" y="518413"/>
                  <a:pt x="719345" y="541059"/>
                  <a:pt x="733426" y="554913"/>
                </a:cubicBezTo>
                <a:cubicBezTo>
                  <a:pt x="747507" y="568767"/>
                  <a:pt x="770152" y="568583"/>
                  <a:pt x="784007" y="554503"/>
                </a:cubicBezTo>
                <a:lnTo>
                  <a:pt x="864318" y="472878"/>
                </a:lnTo>
                <a:lnTo>
                  <a:pt x="869302" y="465238"/>
                </a:lnTo>
                <a:lnTo>
                  <a:pt x="871991" y="461251"/>
                </a:lnTo>
                <a:lnTo>
                  <a:pt x="872070" y="460997"/>
                </a:lnTo>
                <a:lnTo>
                  <a:pt x="872079" y="460982"/>
                </a:lnTo>
                <a:lnTo>
                  <a:pt x="872087" y="460942"/>
                </a:lnTo>
                <a:lnTo>
                  <a:pt x="874075" y="454537"/>
                </a:lnTo>
                <a:cubicBezTo>
                  <a:pt x="874551" y="452209"/>
                  <a:pt x="874801" y="449799"/>
                  <a:pt x="874801" y="447329"/>
                </a:cubicBezTo>
                <a:cubicBezTo>
                  <a:pt x="874802" y="444860"/>
                  <a:pt x="874552" y="442449"/>
                  <a:pt x="874076" y="440121"/>
                </a:cubicBezTo>
                <a:lnTo>
                  <a:pt x="872087" y="433715"/>
                </a:lnTo>
                <a:lnTo>
                  <a:pt x="872079" y="433677"/>
                </a:lnTo>
                <a:lnTo>
                  <a:pt x="872071" y="433662"/>
                </a:lnTo>
                <a:lnTo>
                  <a:pt x="871991" y="433407"/>
                </a:lnTo>
                <a:lnTo>
                  <a:pt x="869292" y="429403"/>
                </a:lnTo>
                <a:lnTo>
                  <a:pt x="864319" y="421781"/>
                </a:lnTo>
                <a:lnTo>
                  <a:pt x="784007" y="340156"/>
                </a:lnTo>
                <a:cubicBezTo>
                  <a:pt x="777079" y="333117"/>
                  <a:pt x="767954" y="329550"/>
                  <a:pt x="758801" y="329475"/>
                </a:cubicBezTo>
                <a:close/>
                <a:moveTo>
                  <a:pt x="364662" y="225921"/>
                </a:moveTo>
                <a:cubicBezTo>
                  <a:pt x="355509" y="225995"/>
                  <a:pt x="346383" y="229561"/>
                  <a:pt x="339456" y="236601"/>
                </a:cubicBezTo>
                <a:lnTo>
                  <a:pt x="259145" y="318226"/>
                </a:lnTo>
                <a:lnTo>
                  <a:pt x="254173" y="325848"/>
                </a:lnTo>
                <a:lnTo>
                  <a:pt x="251473" y="329852"/>
                </a:lnTo>
                <a:lnTo>
                  <a:pt x="251394" y="330107"/>
                </a:lnTo>
                <a:lnTo>
                  <a:pt x="251384" y="330122"/>
                </a:lnTo>
                <a:lnTo>
                  <a:pt x="251376" y="330161"/>
                </a:lnTo>
                <a:lnTo>
                  <a:pt x="249389" y="336566"/>
                </a:lnTo>
                <a:cubicBezTo>
                  <a:pt x="248912" y="338894"/>
                  <a:pt x="248662" y="341305"/>
                  <a:pt x="248662" y="343774"/>
                </a:cubicBezTo>
                <a:cubicBezTo>
                  <a:pt x="248662" y="346244"/>
                  <a:pt x="248912" y="348654"/>
                  <a:pt x="249389" y="350982"/>
                </a:cubicBezTo>
                <a:lnTo>
                  <a:pt x="251377" y="357387"/>
                </a:lnTo>
                <a:lnTo>
                  <a:pt x="251384" y="357428"/>
                </a:lnTo>
                <a:lnTo>
                  <a:pt x="251393" y="357443"/>
                </a:lnTo>
                <a:lnTo>
                  <a:pt x="251473" y="357696"/>
                </a:lnTo>
                <a:lnTo>
                  <a:pt x="254161" y="361684"/>
                </a:lnTo>
                <a:lnTo>
                  <a:pt x="259145" y="369323"/>
                </a:lnTo>
                <a:lnTo>
                  <a:pt x="339456" y="450948"/>
                </a:lnTo>
                <a:cubicBezTo>
                  <a:pt x="353310" y="465028"/>
                  <a:pt x="375957" y="465212"/>
                  <a:pt x="390037" y="451358"/>
                </a:cubicBezTo>
                <a:cubicBezTo>
                  <a:pt x="404118" y="437503"/>
                  <a:pt x="404302" y="414858"/>
                  <a:pt x="390448" y="400777"/>
                </a:cubicBezTo>
                <a:lnTo>
                  <a:pt x="369553" y="379542"/>
                </a:lnTo>
                <a:lnTo>
                  <a:pt x="580730" y="379541"/>
                </a:lnTo>
                <a:cubicBezTo>
                  <a:pt x="590606" y="379541"/>
                  <a:pt x="599549" y="375538"/>
                  <a:pt x="606021" y="369065"/>
                </a:cubicBezTo>
                <a:lnTo>
                  <a:pt x="616497" y="343774"/>
                </a:lnTo>
                <a:lnTo>
                  <a:pt x="606021" y="318483"/>
                </a:lnTo>
                <a:cubicBezTo>
                  <a:pt x="599549" y="312010"/>
                  <a:pt x="590606" y="308006"/>
                  <a:pt x="580730" y="308006"/>
                </a:cubicBezTo>
                <a:lnTo>
                  <a:pt x="369553" y="308007"/>
                </a:lnTo>
                <a:lnTo>
                  <a:pt x="390447" y="286772"/>
                </a:lnTo>
                <a:cubicBezTo>
                  <a:pt x="404302" y="272691"/>
                  <a:pt x="404118" y="250045"/>
                  <a:pt x="390038" y="236191"/>
                </a:cubicBezTo>
                <a:cubicBezTo>
                  <a:pt x="382997" y="229264"/>
                  <a:pt x="373816" y="225846"/>
                  <a:pt x="364662" y="225921"/>
                </a:cubicBezTo>
                <a:close/>
                <a:moveTo>
                  <a:pt x="99325" y="0"/>
                </a:moveTo>
                <a:lnTo>
                  <a:pt x="1024137" y="0"/>
                </a:lnTo>
                <a:cubicBezTo>
                  <a:pt x="1078993" y="0"/>
                  <a:pt x="1123462" y="44469"/>
                  <a:pt x="1123462" y="99325"/>
                </a:cubicBezTo>
                <a:lnTo>
                  <a:pt x="1123462" y="1024137"/>
                </a:lnTo>
                <a:cubicBezTo>
                  <a:pt x="1123462" y="1078993"/>
                  <a:pt x="1078993" y="1123462"/>
                  <a:pt x="1024137" y="1123462"/>
                </a:cubicBezTo>
                <a:lnTo>
                  <a:pt x="99325" y="1123462"/>
                </a:lnTo>
                <a:cubicBezTo>
                  <a:pt x="44469" y="1123462"/>
                  <a:pt x="0" y="1078993"/>
                  <a:pt x="0" y="1024137"/>
                </a:cubicBezTo>
                <a:lnTo>
                  <a:pt x="0" y="99325"/>
                </a:lnTo>
                <a:cubicBezTo>
                  <a:pt x="0" y="44469"/>
                  <a:pt x="44469" y="0"/>
                  <a:pt x="99325" y="0"/>
                </a:cubicBezTo>
                <a:close/>
              </a:path>
            </a:pathLst>
          </a:custGeom>
          <a:solidFill>
            <a:srgbClr val="00BCEB"/>
          </a:solidFill>
          <a:ln w="25400" cap="flat" cmpd="sng" algn="ctr">
            <a:noFill/>
            <a:prstDash val="solid"/>
          </a:ln>
          <a:effectLst/>
        </p:spPr>
        <p:txBody>
          <a:bodyPr rtlCol="0" anchor="ctr"/>
          <a:lstStyle/>
          <a:p>
            <a:pPr algn="ctr" defTabSz="342512" fontAlgn="base">
              <a:spcBef>
                <a:spcPct val="0"/>
              </a:spcBef>
              <a:spcAft>
                <a:spcPct val="0"/>
              </a:spcAft>
              <a:defRPr/>
            </a:pPr>
            <a:endParaRPr kumimoji="0" lang="en-US" sz="1400" kern="0">
              <a:solidFill>
                <a:srgbClr val="FFFFFF"/>
              </a:solidFill>
              <a:latin typeface="Noto Sans CJK SC Light"/>
            </a:endParaRPr>
          </a:p>
        </p:txBody>
      </p:sp>
      <p:sp>
        <p:nvSpPr>
          <p:cNvPr id="491" name="Rounded Rectangle 25">
            <a:extLst>
              <a:ext uri="{FF2B5EF4-FFF2-40B4-BE49-F238E27FC236}">
                <a16:creationId xmlns:a16="http://schemas.microsoft.com/office/drawing/2014/main" id="{FA7700B2-BD01-E4B8-0A02-2F6F52E544FC}"/>
              </a:ext>
            </a:extLst>
          </p:cNvPr>
          <p:cNvSpPr/>
          <p:nvPr/>
        </p:nvSpPr>
        <p:spPr>
          <a:xfrm>
            <a:off x="8123766" y="4571614"/>
            <a:ext cx="338319" cy="322212"/>
          </a:xfrm>
          <a:custGeom>
            <a:avLst/>
            <a:gdLst/>
            <a:ahLst/>
            <a:cxnLst/>
            <a:rect l="l" t="t" r="r" b="b"/>
            <a:pathLst>
              <a:path w="1123462" h="1123462">
                <a:moveTo>
                  <a:pt x="758801" y="661837"/>
                </a:moveTo>
                <a:cubicBezTo>
                  <a:pt x="749648" y="661762"/>
                  <a:pt x="740466" y="665180"/>
                  <a:pt x="733427" y="672107"/>
                </a:cubicBezTo>
                <a:cubicBezTo>
                  <a:pt x="719346" y="685961"/>
                  <a:pt x="719161" y="708607"/>
                  <a:pt x="733016" y="722687"/>
                </a:cubicBezTo>
                <a:lnTo>
                  <a:pt x="753910" y="743923"/>
                </a:lnTo>
                <a:lnTo>
                  <a:pt x="542733" y="743923"/>
                </a:lnTo>
                <a:cubicBezTo>
                  <a:pt x="532857" y="743923"/>
                  <a:pt x="523914" y="747926"/>
                  <a:pt x="517443" y="754399"/>
                </a:cubicBezTo>
                <a:lnTo>
                  <a:pt x="506967" y="779690"/>
                </a:lnTo>
                <a:lnTo>
                  <a:pt x="517443" y="804981"/>
                </a:lnTo>
                <a:cubicBezTo>
                  <a:pt x="523916" y="811453"/>
                  <a:pt x="532858" y="815458"/>
                  <a:pt x="542734" y="815457"/>
                </a:cubicBezTo>
                <a:lnTo>
                  <a:pt x="753910" y="815457"/>
                </a:lnTo>
                <a:lnTo>
                  <a:pt x="733016" y="836693"/>
                </a:lnTo>
                <a:cubicBezTo>
                  <a:pt x="719162" y="850774"/>
                  <a:pt x="719346" y="873420"/>
                  <a:pt x="733426" y="887274"/>
                </a:cubicBezTo>
                <a:cubicBezTo>
                  <a:pt x="747507" y="901128"/>
                  <a:pt x="770153" y="900944"/>
                  <a:pt x="784007" y="886863"/>
                </a:cubicBezTo>
                <a:lnTo>
                  <a:pt x="864319" y="805239"/>
                </a:lnTo>
                <a:lnTo>
                  <a:pt x="869302" y="797600"/>
                </a:lnTo>
                <a:lnTo>
                  <a:pt x="871992" y="793612"/>
                </a:lnTo>
                <a:lnTo>
                  <a:pt x="872069" y="793358"/>
                </a:lnTo>
                <a:lnTo>
                  <a:pt x="872080" y="793343"/>
                </a:lnTo>
                <a:lnTo>
                  <a:pt x="872088" y="793303"/>
                </a:lnTo>
                <a:lnTo>
                  <a:pt x="874076" y="786899"/>
                </a:lnTo>
                <a:cubicBezTo>
                  <a:pt x="874552" y="784570"/>
                  <a:pt x="874802" y="782160"/>
                  <a:pt x="874802" y="779690"/>
                </a:cubicBezTo>
                <a:cubicBezTo>
                  <a:pt x="874801" y="777222"/>
                  <a:pt x="874552" y="774810"/>
                  <a:pt x="874075" y="772482"/>
                </a:cubicBezTo>
                <a:lnTo>
                  <a:pt x="872087" y="766077"/>
                </a:lnTo>
                <a:lnTo>
                  <a:pt x="872080" y="766038"/>
                </a:lnTo>
                <a:lnTo>
                  <a:pt x="872070" y="766023"/>
                </a:lnTo>
                <a:lnTo>
                  <a:pt x="871992" y="765768"/>
                </a:lnTo>
                <a:lnTo>
                  <a:pt x="869291" y="761764"/>
                </a:lnTo>
                <a:lnTo>
                  <a:pt x="864318" y="754142"/>
                </a:lnTo>
                <a:lnTo>
                  <a:pt x="784006" y="672518"/>
                </a:lnTo>
                <a:cubicBezTo>
                  <a:pt x="777079" y="665477"/>
                  <a:pt x="767954" y="661911"/>
                  <a:pt x="758801" y="661837"/>
                </a:cubicBezTo>
                <a:close/>
                <a:moveTo>
                  <a:pt x="364661" y="558282"/>
                </a:moveTo>
                <a:cubicBezTo>
                  <a:pt x="355509" y="558355"/>
                  <a:pt x="346384" y="561922"/>
                  <a:pt x="339457" y="568962"/>
                </a:cubicBezTo>
                <a:lnTo>
                  <a:pt x="259145" y="650587"/>
                </a:lnTo>
                <a:lnTo>
                  <a:pt x="254172" y="658209"/>
                </a:lnTo>
                <a:lnTo>
                  <a:pt x="251473" y="662213"/>
                </a:lnTo>
                <a:lnTo>
                  <a:pt x="251394" y="662469"/>
                </a:lnTo>
                <a:lnTo>
                  <a:pt x="251384" y="662482"/>
                </a:lnTo>
                <a:lnTo>
                  <a:pt x="251377" y="662522"/>
                </a:lnTo>
                <a:lnTo>
                  <a:pt x="249388" y="668927"/>
                </a:lnTo>
                <a:cubicBezTo>
                  <a:pt x="248912" y="671255"/>
                  <a:pt x="248662" y="673667"/>
                  <a:pt x="248662" y="676135"/>
                </a:cubicBezTo>
                <a:cubicBezTo>
                  <a:pt x="248662" y="678605"/>
                  <a:pt x="248913" y="681015"/>
                  <a:pt x="249389" y="683344"/>
                </a:cubicBezTo>
                <a:lnTo>
                  <a:pt x="251377" y="689748"/>
                </a:lnTo>
                <a:lnTo>
                  <a:pt x="251383" y="689789"/>
                </a:lnTo>
                <a:lnTo>
                  <a:pt x="251393" y="689803"/>
                </a:lnTo>
                <a:lnTo>
                  <a:pt x="251473" y="690057"/>
                </a:lnTo>
                <a:lnTo>
                  <a:pt x="254161" y="694045"/>
                </a:lnTo>
                <a:lnTo>
                  <a:pt x="259145" y="701683"/>
                </a:lnTo>
                <a:lnTo>
                  <a:pt x="339457" y="783309"/>
                </a:lnTo>
                <a:cubicBezTo>
                  <a:pt x="353311" y="797389"/>
                  <a:pt x="375956" y="797573"/>
                  <a:pt x="390037" y="783719"/>
                </a:cubicBezTo>
                <a:cubicBezTo>
                  <a:pt x="404118" y="769864"/>
                  <a:pt x="404302" y="747219"/>
                  <a:pt x="390448" y="733138"/>
                </a:cubicBezTo>
                <a:lnTo>
                  <a:pt x="369553" y="711902"/>
                </a:lnTo>
                <a:lnTo>
                  <a:pt x="580730" y="711901"/>
                </a:lnTo>
                <a:cubicBezTo>
                  <a:pt x="590607" y="711902"/>
                  <a:pt x="599548" y="707899"/>
                  <a:pt x="606020" y="701426"/>
                </a:cubicBezTo>
                <a:lnTo>
                  <a:pt x="616497" y="676135"/>
                </a:lnTo>
                <a:lnTo>
                  <a:pt x="606021" y="650843"/>
                </a:lnTo>
                <a:cubicBezTo>
                  <a:pt x="599549" y="644371"/>
                  <a:pt x="590606" y="640368"/>
                  <a:pt x="580730" y="640368"/>
                </a:cubicBezTo>
                <a:lnTo>
                  <a:pt x="369554" y="640368"/>
                </a:lnTo>
                <a:lnTo>
                  <a:pt x="390448" y="619133"/>
                </a:lnTo>
                <a:cubicBezTo>
                  <a:pt x="404302" y="605052"/>
                  <a:pt x="404118" y="582406"/>
                  <a:pt x="390038" y="568551"/>
                </a:cubicBezTo>
                <a:lnTo>
                  <a:pt x="390038" y="568553"/>
                </a:lnTo>
                <a:cubicBezTo>
                  <a:pt x="382997" y="561625"/>
                  <a:pt x="373815" y="558207"/>
                  <a:pt x="364661" y="558282"/>
                </a:cubicBezTo>
                <a:close/>
                <a:moveTo>
                  <a:pt x="758801" y="329475"/>
                </a:moveTo>
                <a:cubicBezTo>
                  <a:pt x="749649" y="329401"/>
                  <a:pt x="740466" y="332819"/>
                  <a:pt x="733427" y="339746"/>
                </a:cubicBezTo>
                <a:lnTo>
                  <a:pt x="733426" y="339746"/>
                </a:lnTo>
                <a:cubicBezTo>
                  <a:pt x="719345" y="353600"/>
                  <a:pt x="719161" y="376245"/>
                  <a:pt x="733017" y="390327"/>
                </a:cubicBezTo>
                <a:lnTo>
                  <a:pt x="753909" y="411562"/>
                </a:lnTo>
                <a:lnTo>
                  <a:pt x="542733" y="411561"/>
                </a:lnTo>
                <a:cubicBezTo>
                  <a:pt x="532856" y="411562"/>
                  <a:pt x="523915" y="415565"/>
                  <a:pt x="517443" y="422037"/>
                </a:cubicBezTo>
                <a:lnTo>
                  <a:pt x="506967" y="447329"/>
                </a:lnTo>
                <a:lnTo>
                  <a:pt x="517443" y="472620"/>
                </a:lnTo>
                <a:cubicBezTo>
                  <a:pt x="523916" y="479093"/>
                  <a:pt x="532857" y="483097"/>
                  <a:pt x="542734" y="483095"/>
                </a:cubicBezTo>
                <a:lnTo>
                  <a:pt x="753910" y="483096"/>
                </a:lnTo>
                <a:lnTo>
                  <a:pt x="733016" y="504333"/>
                </a:lnTo>
                <a:cubicBezTo>
                  <a:pt x="719162" y="518413"/>
                  <a:pt x="719345" y="541059"/>
                  <a:pt x="733426" y="554913"/>
                </a:cubicBezTo>
                <a:cubicBezTo>
                  <a:pt x="747507" y="568767"/>
                  <a:pt x="770152" y="568583"/>
                  <a:pt x="784007" y="554503"/>
                </a:cubicBezTo>
                <a:lnTo>
                  <a:pt x="864318" y="472878"/>
                </a:lnTo>
                <a:lnTo>
                  <a:pt x="869302" y="465238"/>
                </a:lnTo>
                <a:lnTo>
                  <a:pt x="871991" y="461251"/>
                </a:lnTo>
                <a:lnTo>
                  <a:pt x="872070" y="460997"/>
                </a:lnTo>
                <a:lnTo>
                  <a:pt x="872079" y="460982"/>
                </a:lnTo>
                <a:lnTo>
                  <a:pt x="872087" y="460942"/>
                </a:lnTo>
                <a:lnTo>
                  <a:pt x="874075" y="454537"/>
                </a:lnTo>
                <a:cubicBezTo>
                  <a:pt x="874551" y="452209"/>
                  <a:pt x="874801" y="449799"/>
                  <a:pt x="874801" y="447329"/>
                </a:cubicBezTo>
                <a:cubicBezTo>
                  <a:pt x="874802" y="444860"/>
                  <a:pt x="874552" y="442449"/>
                  <a:pt x="874076" y="440121"/>
                </a:cubicBezTo>
                <a:lnTo>
                  <a:pt x="872087" y="433715"/>
                </a:lnTo>
                <a:lnTo>
                  <a:pt x="872079" y="433677"/>
                </a:lnTo>
                <a:lnTo>
                  <a:pt x="872071" y="433662"/>
                </a:lnTo>
                <a:lnTo>
                  <a:pt x="871991" y="433407"/>
                </a:lnTo>
                <a:lnTo>
                  <a:pt x="869292" y="429403"/>
                </a:lnTo>
                <a:lnTo>
                  <a:pt x="864319" y="421781"/>
                </a:lnTo>
                <a:lnTo>
                  <a:pt x="784007" y="340156"/>
                </a:lnTo>
                <a:cubicBezTo>
                  <a:pt x="777079" y="333117"/>
                  <a:pt x="767954" y="329550"/>
                  <a:pt x="758801" y="329475"/>
                </a:cubicBezTo>
                <a:close/>
                <a:moveTo>
                  <a:pt x="364662" y="225921"/>
                </a:moveTo>
                <a:cubicBezTo>
                  <a:pt x="355509" y="225995"/>
                  <a:pt x="346383" y="229561"/>
                  <a:pt x="339456" y="236601"/>
                </a:cubicBezTo>
                <a:lnTo>
                  <a:pt x="259145" y="318226"/>
                </a:lnTo>
                <a:lnTo>
                  <a:pt x="254173" y="325848"/>
                </a:lnTo>
                <a:lnTo>
                  <a:pt x="251473" y="329852"/>
                </a:lnTo>
                <a:lnTo>
                  <a:pt x="251394" y="330107"/>
                </a:lnTo>
                <a:lnTo>
                  <a:pt x="251384" y="330122"/>
                </a:lnTo>
                <a:lnTo>
                  <a:pt x="251376" y="330161"/>
                </a:lnTo>
                <a:lnTo>
                  <a:pt x="249389" y="336566"/>
                </a:lnTo>
                <a:cubicBezTo>
                  <a:pt x="248912" y="338894"/>
                  <a:pt x="248662" y="341305"/>
                  <a:pt x="248662" y="343774"/>
                </a:cubicBezTo>
                <a:cubicBezTo>
                  <a:pt x="248662" y="346244"/>
                  <a:pt x="248912" y="348654"/>
                  <a:pt x="249389" y="350982"/>
                </a:cubicBezTo>
                <a:lnTo>
                  <a:pt x="251377" y="357387"/>
                </a:lnTo>
                <a:lnTo>
                  <a:pt x="251384" y="357428"/>
                </a:lnTo>
                <a:lnTo>
                  <a:pt x="251393" y="357443"/>
                </a:lnTo>
                <a:lnTo>
                  <a:pt x="251473" y="357696"/>
                </a:lnTo>
                <a:lnTo>
                  <a:pt x="254161" y="361684"/>
                </a:lnTo>
                <a:lnTo>
                  <a:pt x="259145" y="369323"/>
                </a:lnTo>
                <a:lnTo>
                  <a:pt x="339456" y="450948"/>
                </a:lnTo>
                <a:cubicBezTo>
                  <a:pt x="353310" y="465028"/>
                  <a:pt x="375957" y="465212"/>
                  <a:pt x="390037" y="451358"/>
                </a:cubicBezTo>
                <a:cubicBezTo>
                  <a:pt x="404118" y="437503"/>
                  <a:pt x="404302" y="414858"/>
                  <a:pt x="390448" y="400777"/>
                </a:cubicBezTo>
                <a:lnTo>
                  <a:pt x="369553" y="379542"/>
                </a:lnTo>
                <a:lnTo>
                  <a:pt x="580730" y="379541"/>
                </a:lnTo>
                <a:cubicBezTo>
                  <a:pt x="590606" y="379541"/>
                  <a:pt x="599549" y="375538"/>
                  <a:pt x="606021" y="369065"/>
                </a:cubicBezTo>
                <a:lnTo>
                  <a:pt x="616497" y="343774"/>
                </a:lnTo>
                <a:lnTo>
                  <a:pt x="606021" y="318483"/>
                </a:lnTo>
                <a:cubicBezTo>
                  <a:pt x="599549" y="312010"/>
                  <a:pt x="590606" y="308006"/>
                  <a:pt x="580730" y="308006"/>
                </a:cubicBezTo>
                <a:lnTo>
                  <a:pt x="369553" y="308007"/>
                </a:lnTo>
                <a:lnTo>
                  <a:pt x="390447" y="286772"/>
                </a:lnTo>
                <a:cubicBezTo>
                  <a:pt x="404302" y="272691"/>
                  <a:pt x="404118" y="250045"/>
                  <a:pt x="390038" y="236191"/>
                </a:cubicBezTo>
                <a:cubicBezTo>
                  <a:pt x="382997" y="229264"/>
                  <a:pt x="373816" y="225846"/>
                  <a:pt x="364662" y="225921"/>
                </a:cubicBezTo>
                <a:close/>
                <a:moveTo>
                  <a:pt x="99325" y="0"/>
                </a:moveTo>
                <a:lnTo>
                  <a:pt x="1024137" y="0"/>
                </a:lnTo>
                <a:cubicBezTo>
                  <a:pt x="1078993" y="0"/>
                  <a:pt x="1123462" y="44469"/>
                  <a:pt x="1123462" y="99325"/>
                </a:cubicBezTo>
                <a:lnTo>
                  <a:pt x="1123462" y="1024137"/>
                </a:lnTo>
                <a:cubicBezTo>
                  <a:pt x="1123462" y="1078993"/>
                  <a:pt x="1078993" y="1123462"/>
                  <a:pt x="1024137" y="1123462"/>
                </a:cubicBezTo>
                <a:lnTo>
                  <a:pt x="99325" y="1123462"/>
                </a:lnTo>
                <a:cubicBezTo>
                  <a:pt x="44469" y="1123462"/>
                  <a:pt x="0" y="1078993"/>
                  <a:pt x="0" y="1024137"/>
                </a:cubicBezTo>
                <a:lnTo>
                  <a:pt x="0" y="99325"/>
                </a:lnTo>
                <a:cubicBezTo>
                  <a:pt x="0" y="44469"/>
                  <a:pt x="44469" y="0"/>
                  <a:pt x="99325" y="0"/>
                </a:cubicBezTo>
                <a:close/>
              </a:path>
            </a:pathLst>
          </a:custGeom>
          <a:solidFill>
            <a:srgbClr val="00BCEB"/>
          </a:solidFill>
          <a:ln w="25400" cap="flat" cmpd="sng" algn="ctr">
            <a:noFill/>
            <a:prstDash val="solid"/>
          </a:ln>
          <a:effectLst/>
        </p:spPr>
        <p:txBody>
          <a:bodyPr rtlCol="0" anchor="ctr"/>
          <a:lstStyle/>
          <a:p>
            <a:pPr algn="ctr" defTabSz="342512" fontAlgn="base">
              <a:spcBef>
                <a:spcPct val="0"/>
              </a:spcBef>
              <a:spcAft>
                <a:spcPct val="0"/>
              </a:spcAft>
              <a:defRPr/>
            </a:pPr>
            <a:endParaRPr kumimoji="0" lang="en-US" sz="1400" kern="0">
              <a:solidFill>
                <a:srgbClr val="FFFFFF"/>
              </a:solidFill>
              <a:latin typeface="Noto Sans CJK SC Light"/>
            </a:endParaRPr>
          </a:p>
        </p:txBody>
      </p:sp>
      <p:sp>
        <p:nvSpPr>
          <p:cNvPr id="524" name="文本框 645">
            <a:extLst>
              <a:ext uri="{FF2B5EF4-FFF2-40B4-BE49-F238E27FC236}">
                <a16:creationId xmlns:a16="http://schemas.microsoft.com/office/drawing/2014/main" id="{EF6B2F17-3D16-5C81-51A4-208AF39C7673}"/>
              </a:ext>
            </a:extLst>
          </p:cNvPr>
          <p:cNvSpPr txBox="1"/>
          <p:nvPr/>
        </p:nvSpPr>
        <p:spPr>
          <a:xfrm>
            <a:off x="1106778" y="665020"/>
            <a:ext cx="2240613" cy="338554"/>
          </a:xfrm>
          <a:prstGeom prst="rect">
            <a:avLst/>
          </a:prstGeom>
          <a:noFill/>
        </p:spPr>
        <p:txBody>
          <a:bodyPr wrap="none" rtlCol="0">
            <a:spAutoFit/>
          </a:bodyPr>
          <a:lstStyle/>
          <a:p>
            <a:pPr defTabSz="457200"/>
            <a:r>
              <a:rPr kumimoji="0" lang="en-US" altLang="zh-CN" sz="1600">
                <a:solidFill>
                  <a:srgbClr val="FFFFFF"/>
                </a:solidFill>
                <a:latin typeface="Blue Sky Standard Light"/>
              </a:rPr>
              <a:t>NIOT</a:t>
            </a:r>
            <a:r>
              <a:rPr kumimoji="0" lang="zh-CN" altLang="en-US" sz="1600">
                <a:solidFill>
                  <a:srgbClr val="FFFFFF"/>
                </a:solidFill>
                <a:latin typeface="Blue Sky Standard Light"/>
              </a:rPr>
              <a:t>中心端服务器在此</a:t>
            </a:r>
          </a:p>
        </p:txBody>
      </p:sp>
      <p:sp>
        <p:nvSpPr>
          <p:cNvPr id="535" name="文本框 656">
            <a:extLst>
              <a:ext uri="{FF2B5EF4-FFF2-40B4-BE49-F238E27FC236}">
                <a16:creationId xmlns:a16="http://schemas.microsoft.com/office/drawing/2014/main" id="{0FC4AA7E-B8A1-0978-825A-7D98FEF28248}"/>
              </a:ext>
            </a:extLst>
          </p:cNvPr>
          <p:cNvSpPr txBox="1"/>
          <p:nvPr/>
        </p:nvSpPr>
        <p:spPr>
          <a:xfrm>
            <a:off x="1851289" y="1129318"/>
            <a:ext cx="441146" cy="246221"/>
          </a:xfrm>
          <a:prstGeom prst="rect">
            <a:avLst/>
          </a:prstGeom>
          <a:noFill/>
        </p:spPr>
        <p:txBody>
          <a:bodyPr wrap="none" rtlCol="0">
            <a:spAutoFit/>
          </a:bodyPr>
          <a:lstStyle/>
          <a:p>
            <a:pPr defTabSz="685800"/>
            <a:r>
              <a:rPr lang="ja-JP" altLang="en-US" sz="1000" b="1" dirty="0">
                <a:solidFill>
                  <a:schemeClr val="bg1"/>
                </a:solidFill>
                <a:latin typeface="Noto Sans CJK SC Light"/>
              </a:rPr>
              <a:t>親局</a:t>
            </a:r>
            <a:endParaRPr lang="en-US" altLang="zh-CN" sz="1000" b="1" dirty="0">
              <a:solidFill>
                <a:schemeClr val="bg1"/>
              </a:solidFill>
              <a:latin typeface="Noto Sans CJK SC Light"/>
            </a:endParaRPr>
          </a:p>
        </p:txBody>
      </p:sp>
      <p:sp>
        <p:nvSpPr>
          <p:cNvPr id="537" name="文本框 658">
            <a:extLst>
              <a:ext uri="{FF2B5EF4-FFF2-40B4-BE49-F238E27FC236}">
                <a16:creationId xmlns:a16="http://schemas.microsoft.com/office/drawing/2014/main" id="{3F9DA7F5-8D4A-6816-0B66-889E4DADB558}"/>
              </a:ext>
            </a:extLst>
          </p:cNvPr>
          <p:cNvSpPr txBox="1"/>
          <p:nvPr/>
        </p:nvSpPr>
        <p:spPr>
          <a:xfrm>
            <a:off x="7799689" y="5957028"/>
            <a:ext cx="958917" cy="215444"/>
          </a:xfrm>
          <a:prstGeom prst="rect">
            <a:avLst/>
          </a:prstGeom>
          <a:noFill/>
        </p:spPr>
        <p:txBody>
          <a:bodyPr wrap="none" rtlCol="0">
            <a:spAutoFit/>
          </a:bodyPr>
          <a:lstStyle/>
          <a:p>
            <a:pPr defTabSz="685800"/>
            <a:r>
              <a:rPr lang="en-US" altLang="ja-JP" sz="800" dirty="0">
                <a:solidFill>
                  <a:srgbClr val="FFFFFF"/>
                </a:solidFill>
                <a:latin typeface="Noto Sans CJK SC Light"/>
              </a:rPr>
              <a:t>SCADA/DCS</a:t>
            </a:r>
            <a:r>
              <a:rPr lang="en-US" altLang="zh-CN" sz="800" dirty="0">
                <a:solidFill>
                  <a:srgbClr val="FFFFFF"/>
                </a:solidFill>
                <a:latin typeface="Noto Sans CJK SC Light"/>
              </a:rPr>
              <a:t> Server</a:t>
            </a:r>
          </a:p>
        </p:txBody>
      </p:sp>
      <p:sp>
        <p:nvSpPr>
          <p:cNvPr id="538" name="文本框 659">
            <a:extLst>
              <a:ext uri="{FF2B5EF4-FFF2-40B4-BE49-F238E27FC236}">
                <a16:creationId xmlns:a16="http://schemas.microsoft.com/office/drawing/2014/main" id="{967F08E2-367C-6B22-E40D-1543250C6B55}"/>
              </a:ext>
            </a:extLst>
          </p:cNvPr>
          <p:cNvSpPr txBox="1"/>
          <p:nvPr/>
        </p:nvSpPr>
        <p:spPr>
          <a:xfrm>
            <a:off x="223542" y="1991676"/>
            <a:ext cx="1415772" cy="276999"/>
          </a:xfrm>
          <a:prstGeom prst="rect">
            <a:avLst/>
          </a:prstGeom>
          <a:noFill/>
        </p:spPr>
        <p:txBody>
          <a:bodyPr wrap="none" rtlCol="0">
            <a:spAutoFit/>
          </a:bodyPr>
          <a:lstStyle/>
          <a:p>
            <a:pPr defTabSz="685800"/>
            <a:r>
              <a:rPr lang="ja-JP" altLang="en-US" sz="1200" b="1" dirty="0">
                <a:solidFill>
                  <a:srgbClr val="3C3C3C"/>
                </a:solidFill>
                <a:latin typeface="Noto Sans CJK SC Light"/>
              </a:rPr>
              <a:t>広域ネットワーク</a:t>
            </a:r>
            <a:endParaRPr lang="en-US" altLang="zh-CN" sz="1200" b="1" dirty="0">
              <a:solidFill>
                <a:srgbClr val="3C3C3C"/>
              </a:solidFill>
              <a:latin typeface="Noto Sans CJK SC Light"/>
            </a:endParaRPr>
          </a:p>
        </p:txBody>
      </p:sp>
      <p:sp>
        <p:nvSpPr>
          <p:cNvPr id="570" name="文本框 659">
            <a:extLst>
              <a:ext uri="{FF2B5EF4-FFF2-40B4-BE49-F238E27FC236}">
                <a16:creationId xmlns:a16="http://schemas.microsoft.com/office/drawing/2014/main" id="{BFD63555-85AD-9A11-5D54-231B8D1D55BE}"/>
              </a:ext>
            </a:extLst>
          </p:cNvPr>
          <p:cNvSpPr txBox="1"/>
          <p:nvPr/>
        </p:nvSpPr>
        <p:spPr>
          <a:xfrm>
            <a:off x="6080557" y="5172592"/>
            <a:ext cx="611065" cy="461665"/>
          </a:xfrm>
          <a:prstGeom prst="rect">
            <a:avLst/>
          </a:prstGeom>
          <a:noFill/>
        </p:spPr>
        <p:txBody>
          <a:bodyPr wrap="none" rtlCol="0">
            <a:spAutoFit/>
          </a:bodyPr>
          <a:lstStyle/>
          <a:p>
            <a:pPr defTabSz="685800"/>
            <a:r>
              <a:rPr lang="en-US" altLang="ja-JP" sz="2400" dirty="0">
                <a:solidFill>
                  <a:srgbClr val="3C3C3C"/>
                </a:solidFill>
                <a:latin typeface="Noto Sans CJK SC Light"/>
              </a:rPr>
              <a:t>……</a:t>
            </a:r>
            <a:endParaRPr lang="en-US" altLang="zh-CN" sz="2400" dirty="0">
              <a:solidFill>
                <a:srgbClr val="3C3C3C"/>
              </a:solidFill>
              <a:latin typeface="Noto Sans CJK SC Light"/>
            </a:endParaRPr>
          </a:p>
        </p:txBody>
      </p:sp>
      <p:cxnSp>
        <p:nvCxnSpPr>
          <p:cNvPr id="247" name="直线连接符 317">
            <a:extLst>
              <a:ext uri="{FF2B5EF4-FFF2-40B4-BE49-F238E27FC236}">
                <a16:creationId xmlns:a16="http://schemas.microsoft.com/office/drawing/2014/main" id="{E8273F4A-5604-C601-D1F6-120DE0729853}"/>
              </a:ext>
            </a:extLst>
          </p:cNvPr>
          <p:cNvCxnSpPr>
            <a:cxnSpLocks/>
          </p:cNvCxnSpPr>
          <p:nvPr/>
        </p:nvCxnSpPr>
        <p:spPr>
          <a:xfrm flipV="1">
            <a:off x="8261584" y="4890763"/>
            <a:ext cx="0" cy="900000"/>
          </a:xfrm>
          <a:prstGeom prst="line">
            <a:avLst/>
          </a:prstGeom>
          <a:noFill/>
          <a:ln w="6350" cap="flat" cmpd="dbl" algn="ctr">
            <a:solidFill>
              <a:schemeClr val="bg1"/>
            </a:solidFill>
            <a:prstDash val="solid"/>
            <a:miter lim="800000"/>
          </a:ln>
          <a:effectLst/>
        </p:spPr>
      </p:cxnSp>
      <p:sp>
        <p:nvSpPr>
          <p:cNvPr id="248" name="文本框 609">
            <a:extLst>
              <a:ext uri="{FF2B5EF4-FFF2-40B4-BE49-F238E27FC236}">
                <a16:creationId xmlns:a16="http://schemas.microsoft.com/office/drawing/2014/main" id="{7B59B28F-7380-2DFE-1846-064576974720}"/>
              </a:ext>
            </a:extLst>
          </p:cNvPr>
          <p:cNvSpPr txBox="1"/>
          <p:nvPr/>
        </p:nvSpPr>
        <p:spPr>
          <a:xfrm>
            <a:off x="10384858" y="5103483"/>
            <a:ext cx="389850" cy="215444"/>
          </a:xfrm>
          <a:prstGeom prst="rect">
            <a:avLst/>
          </a:prstGeom>
          <a:noFill/>
        </p:spPr>
        <p:txBody>
          <a:bodyPr wrap="none" rtlCol="0">
            <a:spAutoFit/>
          </a:bodyPr>
          <a:lstStyle/>
          <a:p>
            <a:pPr defTabSz="685800"/>
            <a:r>
              <a:rPr lang="ja-JP" altLang="en-US" sz="800" dirty="0">
                <a:solidFill>
                  <a:srgbClr val="FFFFFF"/>
                </a:solidFill>
                <a:latin typeface="Noto Sans CJK SC Light"/>
              </a:rPr>
              <a:t>計測</a:t>
            </a:r>
            <a:endParaRPr lang="zh-CN" altLang="en-US" sz="800" dirty="0">
              <a:solidFill>
                <a:srgbClr val="FFFFFF"/>
              </a:solidFill>
              <a:latin typeface="Noto Sans CJK SC Light"/>
            </a:endParaRPr>
          </a:p>
        </p:txBody>
      </p:sp>
      <p:sp>
        <p:nvSpPr>
          <p:cNvPr id="249" name="文本框 658">
            <a:extLst>
              <a:ext uri="{FF2B5EF4-FFF2-40B4-BE49-F238E27FC236}">
                <a16:creationId xmlns:a16="http://schemas.microsoft.com/office/drawing/2014/main" id="{183B8ECF-4E34-D8B3-B894-8F6001CB977E}"/>
              </a:ext>
            </a:extLst>
          </p:cNvPr>
          <p:cNvSpPr txBox="1"/>
          <p:nvPr/>
        </p:nvSpPr>
        <p:spPr>
          <a:xfrm>
            <a:off x="3189747" y="2929229"/>
            <a:ext cx="1180131" cy="215444"/>
          </a:xfrm>
          <a:prstGeom prst="rect">
            <a:avLst/>
          </a:prstGeom>
          <a:noFill/>
        </p:spPr>
        <p:txBody>
          <a:bodyPr wrap="none" rtlCol="0">
            <a:spAutoFit/>
          </a:bodyPr>
          <a:lstStyle/>
          <a:p>
            <a:pPr defTabSz="685800"/>
            <a:r>
              <a:rPr lang="en-US" altLang="ja-JP" sz="800" dirty="0">
                <a:solidFill>
                  <a:schemeClr val="bg1"/>
                </a:solidFill>
                <a:latin typeface="Noto Sans CJK SC Light"/>
              </a:rPr>
              <a:t>PI Connectors/Adapters</a:t>
            </a:r>
            <a:endParaRPr lang="en-US" altLang="zh-CN" sz="800" dirty="0">
              <a:solidFill>
                <a:schemeClr val="bg1"/>
              </a:solidFill>
              <a:latin typeface="Noto Sans CJK SC Light"/>
            </a:endParaRPr>
          </a:p>
        </p:txBody>
      </p:sp>
      <p:sp>
        <p:nvSpPr>
          <p:cNvPr id="331" name="文本框 659">
            <a:extLst>
              <a:ext uri="{FF2B5EF4-FFF2-40B4-BE49-F238E27FC236}">
                <a16:creationId xmlns:a16="http://schemas.microsoft.com/office/drawing/2014/main" id="{E2DA3FE2-F0A6-9846-FF4C-2F26368F49D2}"/>
              </a:ext>
            </a:extLst>
          </p:cNvPr>
          <p:cNvSpPr txBox="1"/>
          <p:nvPr/>
        </p:nvSpPr>
        <p:spPr>
          <a:xfrm>
            <a:off x="6047102" y="3135538"/>
            <a:ext cx="611065" cy="461665"/>
          </a:xfrm>
          <a:prstGeom prst="rect">
            <a:avLst/>
          </a:prstGeom>
          <a:noFill/>
        </p:spPr>
        <p:txBody>
          <a:bodyPr wrap="none" rtlCol="0">
            <a:spAutoFit/>
          </a:bodyPr>
          <a:lstStyle/>
          <a:p>
            <a:pPr defTabSz="685800"/>
            <a:r>
              <a:rPr lang="en-US" altLang="ja-JP" sz="2400" dirty="0">
                <a:solidFill>
                  <a:srgbClr val="3C3C3C"/>
                </a:solidFill>
                <a:latin typeface="Noto Sans CJK SC Light"/>
              </a:rPr>
              <a:t>……</a:t>
            </a:r>
            <a:endParaRPr lang="en-US" altLang="zh-CN" sz="2400" dirty="0">
              <a:solidFill>
                <a:srgbClr val="3C3C3C"/>
              </a:solidFill>
              <a:latin typeface="Noto Sans CJK SC Light"/>
            </a:endParaRPr>
          </a:p>
        </p:txBody>
      </p:sp>
      <p:sp>
        <p:nvSpPr>
          <p:cNvPr id="35" name="Rounded Rectangle 25">
            <a:extLst>
              <a:ext uri="{FF2B5EF4-FFF2-40B4-BE49-F238E27FC236}">
                <a16:creationId xmlns:a16="http://schemas.microsoft.com/office/drawing/2014/main" id="{8CF37B08-AE3A-7B41-7CA3-5679C164691F}"/>
              </a:ext>
            </a:extLst>
          </p:cNvPr>
          <p:cNvSpPr/>
          <p:nvPr/>
        </p:nvSpPr>
        <p:spPr>
          <a:xfrm>
            <a:off x="4843088" y="3465913"/>
            <a:ext cx="338319" cy="322212"/>
          </a:xfrm>
          <a:custGeom>
            <a:avLst/>
            <a:gdLst/>
            <a:ahLst/>
            <a:cxnLst/>
            <a:rect l="l" t="t" r="r" b="b"/>
            <a:pathLst>
              <a:path w="1123462" h="1123462">
                <a:moveTo>
                  <a:pt x="758801" y="661837"/>
                </a:moveTo>
                <a:cubicBezTo>
                  <a:pt x="749648" y="661762"/>
                  <a:pt x="740466" y="665180"/>
                  <a:pt x="733427" y="672107"/>
                </a:cubicBezTo>
                <a:cubicBezTo>
                  <a:pt x="719346" y="685961"/>
                  <a:pt x="719161" y="708607"/>
                  <a:pt x="733016" y="722687"/>
                </a:cubicBezTo>
                <a:lnTo>
                  <a:pt x="753910" y="743923"/>
                </a:lnTo>
                <a:lnTo>
                  <a:pt x="542733" y="743923"/>
                </a:lnTo>
                <a:cubicBezTo>
                  <a:pt x="532857" y="743923"/>
                  <a:pt x="523914" y="747926"/>
                  <a:pt x="517443" y="754399"/>
                </a:cubicBezTo>
                <a:lnTo>
                  <a:pt x="506967" y="779690"/>
                </a:lnTo>
                <a:lnTo>
                  <a:pt x="517443" y="804981"/>
                </a:lnTo>
                <a:cubicBezTo>
                  <a:pt x="523916" y="811453"/>
                  <a:pt x="532858" y="815458"/>
                  <a:pt x="542734" y="815457"/>
                </a:cubicBezTo>
                <a:lnTo>
                  <a:pt x="753910" y="815457"/>
                </a:lnTo>
                <a:lnTo>
                  <a:pt x="733016" y="836693"/>
                </a:lnTo>
                <a:cubicBezTo>
                  <a:pt x="719162" y="850774"/>
                  <a:pt x="719346" y="873420"/>
                  <a:pt x="733426" y="887274"/>
                </a:cubicBezTo>
                <a:cubicBezTo>
                  <a:pt x="747507" y="901128"/>
                  <a:pt x="770153" y="900944"/>
                  <a:pt x="784007" y="886863"/>
                </a:cubicBezTo>
                <a:lnTo>
                  <a:pt x="864319" y="805239"/>
                </a:lnTo>
                <a:lnTo>
                  <a:pt x="869302" y="797600"/>
                </a:lnTo>
                <a:lnTo>
                  <a:pt x="871992" y="793612"/>
                </a:lnTo>
                <a:lnTo>
                  <a:pt x="872069" y="793358"/>
                </a:lnTo>
                <a:lnTo>
                  <a:pt x="872080" y="793343"/>
                </a:lnTo>
                <a:lnTo>
                  <a:pt x="872088" y="793303"/>
                </a:lnTo>
                <a:lnTo>
                  <a:pt x="874076" y="786899"/>
                </a:lnTo>
                <a:cubicBezTo>
                  <a:pt x="874552" y="784570"/>
                  <a:pt x="874802" y="782160"/>
                  <a:pt x="874802" y="779690"/>
                </a:cubicBezTo>
                <a:cubicBezTo>
                  <a:pt x="874801" y="777222"/>
                  <a:pt x="874552" y="774810"/>
                  <a:pt x="874075" y="772482"/>
                </a:cubicBezTo>
                <a:lnTo>
                  <a:pt x="872087" y="766077"/>
                </a:lnTo>
                <a:lnTo>
                  <a:pt x="872080" y="766038"/>
                </a:lnTo>
                <a:lnTo>
                  <a:pt x="872070" y="766023"/>
                </a:lnTo>
                <a:lnTo>
                  <a:pt x="871992" y="765768"/>
                </a:lnTo>
                <a:lnTo>
                  <a:pt x="869291" y="761764"/>
                </a:lnTo>
                <a:lnTo>
                  <a:pt x="864318" y="754142"/>
                </a:lnTo>
                <a:lnTo>
                  <a:pt x="784006" y="672518"/>
                </a:lnTo>
                <a:cubicBezTo>
                  <a:pt x="777079" y="665477"/>
                  <a:pt x="767954" y="661911"/>
                  <a:pt x="758801" y="661837"/>
                </a:cubicBezTo>
                <a:close/>
                <a:moveTo>
                  <a:pt x="364661" y="558282"/>
                </a:moveTo>
                <a:cubicBezTo>
                  <a:pt x="355509" y="558355"/>
                  <a:pt x="346384" y="561922"/>
                  <a:pt x="339457" y="568962"/>
                </a:cubicBezTo>
                <a:lnTo>
                  <a:pt x="259145" y="650587"/>
                </a:lnTo>
                <a:lnTo>
                  <a:pt x="254172" y="658209"/>
                </a:lnTo>
                <a:lnTo>
                  <a:pt x="251473" y="662213"/>
                </a:lnTo>
                <a:lnTo>
                  <a:pt x="251394" y="662469"/>
                </a:lnTo>
                <a:lnTo>
                  <a:pt x="251384" y="662482"/>
                </a:lnTo>
                <a:lnTo>
                  <a:pt x="251377" y="662522"/>
                </a:lnTo>
                <a:lnTo>
                  <a:pt x="249388" y="668927"/>
                </a:lnTo>
                <a:cubicBezTo>
                  <a:pt x="248912" y="671255"/>
                  <a:pt x="248662" y="673667"/>
                  <a:pt x="248662" y="676135"/>
                </a:cubicBezTo>
                <a:cubicBezTo>
                  <a:pt x="248662" y="678605"/>
                  <a:pt x="248913" y="681015"/>
                  <a:pt x="249389" y="683344"/>
                </a:cubicBezTo>
                <a:lnTo>
                  <a:pt x="251377" y="689748"/>
                </a:lnTo>
                <a:lnTo>
                  <a:pt x="251383" y="689789"/>
                </a:lnTo>
                <a:lnTo>
                  <a:pt x="251393" y="689803"/>
                </a:lnTo>
                <a:lnTo>
                  <a:pt x="251473" y="690057"/>
                </a:lnTo>
                <a:lnTo>
                  <a:pt x="254161" y="694045"/>
                </a:lnTo>
                <a:lnTo>
                  <a:pt x="259145" y="701683"/>
                </a:lnTo>
                <a:lnTo>
                  <a:pt x="339457" y="783309"/>
                </a:lnTo>
                <a:cubicBezTo>
                  <a:pt x="353311" y="797389"/>
                  <a:pt x="375956" y="797573"/>
                  <a:pt x="390037" y="783719"/>
                </a:cubicBezTo>
                <a:cubicBezTo>
                  <a:pt x="404118" y="769864"/>
                  <a:pt x="404302" y="747219"/>
                  <a:pt x="390448" y="733138"/>
                </a:cubicBezTo>
                <a:lnTo>
                  <a:pt x="369553" y="711902"/>
                </a:lnTo>
                <a:lnTo>
                  <a:pt x="580730" y="711901"/>
                </a:lnTo>
                <a:cubicBezTo>
                  <a:pt x="590607" y="711902"/>
                  <a:pt x="599548" y="707899"/>
                  <a:pt x="606020" y="701426"/>
                </a:cubicBezTo>
                <a:lnTo>
                  <a:pt x="616497" y="676135"/>
                </a:lnTo>
                <a:lnTo>
                  <a:pt x="606021" y="650843"/>
                </a:lnTo>
                <a:cubicBezTo>
                  <a:pt x="599549" y="644371"/>
                  <a:pt x="590606" y="640368"/>
                  <a:pt x="580730" y="640368"/>
                </a:cubicBezTo>
                <a:lnTo>
                  <a:pt x="369554" y="640368"/>
                </a:lnTo>
                <a:lnTo>
                  <a:pt x="390448" y="619133"/>
                </a:lnTo>
                <a:cubicBezTo>
                  <a:pt x="404302" y="605052"/>
                  <a:pt x="404118" y="582406"/>
                  <a:pt x="390038" y="568551"/>
                </a:cubicBezTo>
                <a:lnTo>
                  <a:pt x="390038" y="568553"/>
                </a:lnTo>
                <a:cubicBezTo>
                  <a:pt x="382997" y="561625"/>
                  <a:pt x="373815" y="558207"/>
                  <a:pt x="364661" y="558282"/>
                </a:cubicBezTo>
                <a:close/>
                <a:moveTo>
                  <a:pt x="758801" y="329475"/>
                </a:moveTo>
                <a:cubicBezTo>
                  <a:pt x="749649" y="329401"/>
                  <a:pt x="740466" y="332819"/>
                  <a:pt x="733427" y="339746"/>
                </a:cubicBezTo>
                <a:lnTo>
                  <a:pt x="733426" y="339746"/>
                </a:lnTo>
                <a:cubicBezTo>
                  <a:pt x="719345" y="353600"/>
                  <a:pt x="719161" y="376245"/>
                  <a:pt x="733017" y="390327"/>
                </a:cubicBezTo>
                <a:lnTo>
                  <a:pt x="753909" y="411562"/>
                </a:lnTo>
                <a:lnTo>
                  <a:pt x="542733" y="411561"/>
                </a:lnTo>
                <a:cubicBezTo>
                  <a:pt x="532856" y="411562"/>
                  <a:pt x="523915" y="415565"/>
                  <a:pt x="517443" y="422037"/>
                </a:cubicBezTo>
                <a:lnTo>
                  <a:pt x="506967" y="447329"/>
                </a:lnTo>
                <a:lnTo>
                  <a:pt x="517443" y="472620"/>
                </a:lnTo>
                <a:cubicBezTo>
                  <a:pt x="523916" y="479093"/>
                  <a:pt x="532857" y="483097"/>
                  <a:pt x="542734" y="483095"/>
                </a:cubicBezTo>
                <a:lnTo>
                  <a:pt x="753910" y="483096"/>
                </a:lnTo>
                <a:lnTo>
                  <a:pt x="733016" y="504333"/>
                </a:lnTo>
                <a:cubicBezTo>
                  <a:pt x="719162" y="518413"/>
                  <a:pt x="719345" y="541059"/>
                  <a:pt x="733426" y="554913"/>
                </a:cubicBezTo>
                <a:cubicBezTo>
                  <a:pt x="747507" y="568767"/>
                  <a:pt x="770152" y="568583"/>
                  <a:pt x="784007" y="554503"/>
                </a:cubicBezTo>
                <a:lnTo>
                  <a:pt x="864318" y="472878"/>
                </a:lnTo>
                <a:lnTo>
                  <a:pt x="869302" y="465238"/>
                </a:lnTo>
                <a:lnTo>
                  <a:pt x="871991" y="461251"/>
                </a:lnTo>
                <a:lnTo>
                  <a:pt x="872070" y="460997"/>
                </a:lnTo>
                <a:lnTo>
                  <a:pt x="872079" y="460982"/>
                </a:lnTo>
                <a:lnTo>
                  <a:pt x="872087" y="460942"/>
                </a:lnTo>
                <a:lnTo>
                  <a:pt x="874075" y="454537"/>
                </a:lnTo>
                <a:cubicBezTo>
                  <a:pt x="874551" y="452209"/>
                  <a:pt x="874801" y="449799"/>
                  <a:pt x="874801" y="447329"/>
                </a:cubicBezTo>
                <a:cubicBezTo>
                  <a:pt x="874802" y="444860"/>
                  <a:pt x="874552" y="442449"/>
                  <a:pt x="874076" y="440121"/>
                </a:cubicBezTo>
                <a:lnTo>
                  <a:pt x="872087" y="433715"/>
                </a:lnTo>
                <a:lnTo>
                  <a:pt x="872079" y="433677"/>
                </a:lnTo>
                <a:lnTo>
                  <a:pt x="872071" y="433662"/>
                </a:lnTo>
                <a:lnTo>
                  <a:pt x="871991" y="433407"/>
                </a:lnTo>
                <a:lnTo>
                  <a:pt x="869292" y="429403"/>
                </a:lnTo>
                <a:lnTo>
                  <a:pt x="864319" y="421781"/>
                </a:lnTo>
                <a:lnTo>
                  <a:pt x="784007" y="340156"/>
                </a:lnTo>
                <a:cubicBezTo>
                  <a:pt x="777079" y="333117"/>
                  <a:pt x="767954" y="329550"/>
                  <a:pt x="758801" y="329475"/>
                </a:cubicBezTo>
                <a:close/>
                <a:moveTo>
                  <a:pt x="364662" y="225921"/>
                </a:moveTo>
                <a:cubicBezTo>
                  <a:pt x="355509" y="225995"/>
                  <a:pt x="346383" y="229561"/>
                  <a:pt x="339456" y="236601"/>
                </a:cubicBezTo>
                <a:lnTo>
                  <a:pt x="259145" y="318226"/>
                </a:lnTo>
                <a:lnTo>
                  <a:pt x="254173" y="325848"/>
                </a:lnTo>
                <a:lnTo>
                  <a:pt x="251473" y="329852"/>
                </a:lnTo>
                <a:lnTo>
                  <a:pt x="251394" y="330107"/>
                </a:lnTo>
                <a:lnTo>
                  <a:pt x="251384" y="330122"/>
                </a:lnTo>
                <a:lnTo>
                  <a:pt x="251376" y="330161"/>
                </a:lnTo>
                <a:lnTo>
                  <a:pt x="249389" y="336566"/>
                </a:lnTo>
                <a:cubicBezTo>
                  <a:pt x="248912" y="338894"/>
                  <a:pt x="248662" y="341305"/>
                  <a:pt x="248662" y="343774"/>
                </a:cubicBezTo>
                <a:cubicBezTo>
                  <a:pt x="248662" y="346244"/>
                  <a:pt x="248912" y="348654"/>
                  <a:pt x="249389" y="350982"/>
                </a:cubicBezTo>
                <a:lnTo>
                  <a:pt x="251377" y="357387"/>
                </a:lnTo>
                <a:lnTo>
                  <a:pt x="251384" y="357428"/>
                </a:lnTo>
                <a:lnTo>
                  <a:pt x="251393" y="357443"/>
                </a:lnTo>
                <a:lnTo>
                  <a:pt x="251473" y="357696"/>
                </a:lnTo>
                <a:lnTo>
                  <a:pt x="254161" y="361684"/>
                </a:lnTo>
                <a:lnTo>
                  <a:pt x="259145" y="369323"/>
                </a:lnTo>
                <a:lnTo>
                  <a:pt x="339456" y="450948"/>
                </a:lnTo>
                <a:cubicBezTo>
                  <a:pt x="353310" y="465028"/>
                  <a:pt x="375957" y="465212"/>
                  <a:pt x="390037" y="451358"/>
                </a:cubicBezTo>
                <a:cubicBezTo>
                  <a:pt x="404118" y="437503"/>
                  <a:pt x="404302" y="414858"/>
                  <a:pt x="390448" y="400777"/>
                </a:cubicBezTo>
                <a:lnTo>
                  <a:pt x="369553" y="379542"/>
                </a:lnTo>
                <a:lnTo>
                  <a:pt x="580730" y="379541"/>
                </a:lnTo>
                <a:cubicBezTo>
                  <a:pt x="590606" y="379541"/>
                  <a:pt x="599549" y="375538"/>
                  <a:pt x="606021" y="369065"/>
                </a:cubicBezTo>
                <a:lnTo>
                  <a:pt x="616497" y="343774"/>
                </a:lnTo>
                <a:lnTo>
                  <a:pt x="606021" y="318483"/>
                </a:lnTo>
                <a:cubicBezTo>
                  <a:pt x="599549" y="312010"/>
                  <a:pt x="590606" y="308006"/>
                  <a:pt x="580730" y="308006"/>
                </a:cubicBezTo>
                <a:lnTo>
                  <a:pt x="369553" y="308007"/>
                </a:lnTo>
                <a:lnTo>
                  <a:pt x="390447" y="286772"/>
                </a:lnTo>
                <a:cubicBezTo>
                  <a:pt x="404302" y="272691"/>
                  <a:pt x="404118" y="250045"/>
                  <a:pt x="390038" y="236191"/>
                </a:cubicBezTo>
                <a:cubicBezTo>
                  <a:pt x="382997" y="229264"/>
                  <a:pt x="373816" y="225846"/>
                  <a:pt x="364662" y="225921"/>
                </a:cubicBezTo>
                <a:close/>
                <a:moveTo>
                  <a:pt x="99325" y="0"/>
                </a:moveTo>
                <a:lnTo>
                  <a:pt x="1024137" y="0"/>
                </a:lnTo>
                <a:cubicBezTo>
                  <a:pt x="1078993" y="0"/>
                  <a:pt x="1123462" y="44469"/>
                  <a:pt x="1123462" y="99325"/>
                </a:cubicBezTo>
                <a:lnTo>
                  <a:pt x="1123462" y="1024137"/>
                </a:lnTo>
                <a:cubicBezTo>
                  <a:pt x="1123462" y="1078993"/>
                  <a:pt x="1078993" y="1123462"/>
                  <a:pt x="1024137" y="1123462"/>
                </a:cubicBezTo>
                <a:lnTo>
                  <a:pt x="99325" y="1123462"/>
                </a:lnTo>
                <a:cubicBezTo>
                  <a:pt x="44469" y="1123462"/>
                  <a:pt x="0" y="1078993"/>
                  <a:pt x="0" y="1024137"/>
                </a:cubicBezTo>
                <a:lnTo>
                  <a:pt x="0" y="99325"/>
                </a:lnTo>
                <a:cubicBezTo>
                  <a:pt x="0" y="44469"/>
                  <a:pt x="44469" y="0"/>
                  <a:pt x="99325" y="0"/>
                </a:cubicBezTo>
                <a:close/>
              </a:path>
            </a:pathLst>
          </a:custGeom>
          <a:solidFill>
            <a:srgbClr val="00BCEB"/>
          </a:solidFill>
          <a:ln w="25400" cap="flat" cmpd="sng" algn="ctr">
            <a:noFill/>
            <a:prstDash val="solid"/>
          </a:ln>
          <a:effectLst/>
        </p:spPr>
        <p:txBody>
          <a:bodyPr rtlCol="0" anchor="ctr"/>
          <a:lstStyle/>
          <a:p>
            <a:pPr algn="ctr" defTabSz="342512" fontAlgn="base">
              <a:spcBef>
                <a:spcPct val="0"/>
              </a:spcBef>
              <a:spcAft>
                <a:spcPct val="0"/>
              </a:spcAft>
              <a:defRPr/>
            </a:pPr>
            <a:endParaRPr kumimoji="0" lang="en-US" sz="1400" kern="0">
              <a:solidFill>
                <a:srgbClr val="2968AF">
                  <a:lumMod val="50000"/>
                </a:srgbClr>
              </a:solidFill>
              <a:latin typeface="Noto Sans CJK SC Light"/>
            </a:endParaRPr>
          </a:p>
        </p:txBody>
      </p:sp>
      <p:sp>
        <p:nvSpPr>
          <p:cNvPr id="40" name="Rounded Rectangle 25">
            <a:extLst>
              <a:ext uri="{FF2B5EF4-FFF2-40B4-BE49-F238E27FC236}">
                <a16:creationId xmlns:a16="http://schemas.microsoft.com/office/drawing/2014/main" id="{A102D98C-C3BF-A2FE-AD4C-DC100A7B1550}"/>
              </a:ext>
            </a:extLst>
          </p:cNvPr>
          <p:cNvSpPr/>
          <p:nvPr/>
        </p:nvSpPr>
        <p:spPr>
          <a:xfrm>
            <a:off x="4976745" y="3593207"/>
            <a:ext cx="338319" cy="322212"/>
          </a:xfrm>
          <a:custGeom>
            <a:avLst/>
            <a:gdLst/>
            <a:ahLst/>
            <a:cxnLst/>
            <a:rect l="l" t="t" r="r" b="b"/>
            <a:pathLst>
              <a:path w="1123462" h="1123462">
                <a:moveTo>
                  <a:pt x="758801" y="661837"/>
                </a:moveTo>
                <a:cubicBezTo>
                  <a:pt x="749648" y="661762"/>
                  <a:pt x="740466" y="665180"/>
                  <a:pt x="733427" y="672107"/>
                </a:cubicBezTo>
                <a:cubicBezTo>
                  <a:pt x="719346" y="685961"/>
                  <a:pt x="719161" y="708607"/>
                  <a:pt x="733016" y="722687"/>
                </a:cubicBezTo>
                <a:lnTo>
                  <a:pt x="753910" y="743923"/>
                </a:lnTo>
                <a:lnTo>
                  <a:pt x="542733" y="743923"/>
                </a:lnTo>
                <a:cubicBezTo>
                  <a:pt x="532857" y="743923"/>
                  <a:pt x="523914" y="747926"/>
                  <a:pt x="517443" y="754399"/>
                </a:cubicBezTo>
                <a:lnTo>
                  <a:pt x="506967" y="779690"/>
                </a:lnTo>
                <a:lnTo>
                  <a:pt x="517443" y="804981"/>
                </a:lnTo>
                <a:cubicBezTo>
                  <a:pt x="523916" y="811453"/>
                  <a:pt x="532858" y="815458"/>
                  <a:pt x="542734" y="815457"/>
                </a:cubicBezTo>
                <a:lnTo>
                  <a:pt x="753910" y="815457"/>
                </a:lnTo>
                <a:lnTo>
                  <a:pt x="733016" y="836693"/>
                </a:lnTo>
                <a:cubicBezTo>
                  <a:pt x="719162" y="850774"/>
                  <a:pt x="719346" y="873420"/>
                  <a:pt x="733426" y="887274"/>
                </a:cubicBezTo>
                <a:cubicBezTo>
                  <a:pt x="747507" y="901128"/>
                  <a:pt x="770153" y="900944"/>
                  <a:pt x="784007" y="886863"/>
                </a:cubicBezTo>
                <a:lnTo>
                  <a:pt x="864319" y="805239"/>
                </a:lnTo>
                <a:lnTo>
                  <a:pt x="869302" y="797600"/>
                </a:lnTo>
                <a:lnTo>
                  <a:pt x="871992" y="793612"/>
                </a:lnTo>
                <a:lnTo>
                  <a:pt x="872069" y="793358"/>
                </a:lnTo>
                <a:lnTo>
                  <a:pt x="872080" y="793343"/>
                </a:lnTo>
                <a:lnTo>
                  <a:pt x="872088" y="793303"/>
                </a:lnTo>
                <a:lnTo>
                  <a:pt x="874076" y="786899"/>
                </a:lnTo>
                <a:cubicBezTo>
                  <a:pt x="874552" y="784570"/>
                  <a:pt x="874802" y="782160"/>
                  <a:pt x="874802" y="779690"/>
                </a:cubicBezTo>
                <a:cubicBezTo>
                  <a:pt x="874801" y="777222"/>
                  <a:pt x="874552" y="774810"/>
                  <a:pt x="874075" y="772482"/>
                </a:cubicBezTo>
                <a:lnTo>
                  <a:pt x="872087" y="766077"/>
                </a:lnTo>
                <a:lnTo>
                  <a:pt x="872080" y="766038"/>
                </a:lnTo>
                <a:lnTo>
                  <a:pt x="872070" y="766023"/>
                </a:lnTo>
                <a:lnTo>
                  <a:pt x="871992" y="765768"/>
                </a:lnTo>
                <a:lnTo>
                  <a:pt x="869291" y="761764"/>
                </a:lnTo>
                <a:lnTo>
                  <a:pt x="864318" y="754142"/>
                </a:lnTo>
                <a:lnTo>
                  <a:pt x="784006" y="672518"/>
                </a:lnTo>
                <a:cubicBezTo>
                  <a:pt x="777079" y="665477"/>
                  <a:pt x="767954" y="661911"/>
                  <a:pt x="758801" y="661837"/>
                </a:cubicBezTo>
                <a:close/>
                <a:moveTo>
                  <a:pt x="364661" y="558282"/>
                </a:moveTo>
                <a:cubicBezTo>
                  <a:pt x="355509" y="558355"/>
                  <a:pt x="346384" y="561922"/>
                  <a:pt x="339457" y="568962"/>
                </a:cubicBezTo>
                <a:lnTo>
                  <a:pt x="259145" y="650587"/>
                </a:lnTo>
                <a:lnTo>
                  <a:pt x="254172" y="658209"/>
                </a:lnTo>
                <a:lnTo>
                  <a:pt x="251473" y="662213"/>
                </a:lnTo>
                <a:lnTo>
                  <a:pt x="251394" y="662469"/>
                </a:lnTo>
                <a:lnTo>
                  <a:pt x="251384" y="662482"/>
                </a:lnTo>
                <a:lnTo>
                  <a:pt x="251377" y="662522"/>
                </a:lnTo>
                <a:lnTo>
                  <a:pt x="249388" y="668927"/>
                </a:lnTo>
                <a:cubicBezTo>
                  <a:pt x="248912" y="671255"/>
                  <a:pt x="248662" y="673667"/>
                  <a:pt x="248662" y="676135"/>
                </a:cubicBezTo>
                <a:cubicBezTo>
                  <a:pt x="248662" y="678605"/>
                  <a:pt x="248913" y="681015"/>
                  <a:pt x="249389" y="683344"/>
                </a:cubicBezTo>
                <a:lnTo>
                  <a:pt x="251377" y="689748"/>
                </a:lnTo>
                <a:lnTo>
                  <a:pt x="251383" y="689789"/>
                </a:lnTo>
                <a:lnTo>
                  <a:pt x="251393" y="689803"/>
                </a:lnTo>
                <a:lnTo>
                  <a:pt x="251473" y="690057"/>
                </a:lnTo>
                <a:lnTo>
                  <a:pt x="254161" y="694045"/>
                </a:lnTo>
                <a:lnTo>
                  <a:pt x="259145" y="701683"/>
                </a:lnTo>
                <a:lnTo>
                  <a:pt x="339457" y="783309"/>
                </a:lnTo>
                <a:cubicBezTo>
                  <a:pt x="353311" y="797389"/>
                  <a:pt x="375956" y="797573"/>
                  <a:pt x="390037" y="783719"/>
                </a:cubicBezTo>
                <a:cubicBezTo>
                  <a:pt x="404118" y="769864"/>
                  <a:pt x="404302" y="747219"/>
                  <a:pt x="390448" y="733138"/>
                </a:cubicBezTo>
                <a:lnTo>
                  <a:pt x="369553" y="711902"/>
                </a:lnTo>
                <a:lnTo>
                  <a:pt x="580730" y="711901"/>
                </a:lnTo>
                <a:cubicBezTo>
                  <a:pt x="590607" y="711902"/>
                  <a:pt x="599548" y="707899"/>
                  <a:pt x="606020" y="701426"/>
                </a:cubicBezTo>
                <a:lnTo>
                  <a:pt x="616497" y="676135"/>
                </a:lnTo>
                <a:lnTo>
                  <a:pt x="606021" y="650843"/>
                </a:lnTo>
                <a:cubicBezTo>
                  <a:pt x="599549" y="644371"/>
                  <a:pt x="590606" y="640368"/>
                  <a:pt x="580730" y="640368"/>
                </a:cubicBezTo>
                <a:lnTo>
                  <a:pt x="369554" y="640368"/>
                </a:lnTo>
                <a:lnTo>
                  <a:pt x="390448" y="619133"/>
                </a:lnTo>
                <a:cubicBezTo>
                  <a:pt x="404302" y="605052"/>
                  <a:pt x="404118" y="582406"/>
                  <a:pt x="390038" y="568551"/>
                </a:cubicBezTo>
                <a:lnTo>
                  <a:pt x="390038" y="568553"/>
                </a:lnTo>
                <a:cubicBezTo>
                  <a:pt x="382997" y="561625"/>
                  <a:pt x="373815" y="558207"/>
                  <a:pt x="364661" y="558282"/>
                </a:cubicBezTo>
                <a:close/>
                <a:moveTo>
                  <a:pt x="758801" y="329475"/>
                </a:moveTo>
                <a:cubicBezTo>
                  <a:pt x="749649" y="329401"/>
                  <a:pt x="740466" y="332819"/>
                  <a:pt x="733427" y="339746"/>
                </a:cubicBezTo>
                <a:lnTo>
                  <a:pt x="733426" y="339746"/>
                </a:lnTo>
                <a:cubicBezTo>
                  <a:pt x="719345" y="353600"/>
                  <a:pt x="719161" y="376245"/>
                  <a:pt x="733017" y="390327"/>
                </a:cubicBezTo>
                <a:lnTo>
                  <a:pt x="753909" y="411562"/>
                </a:lnTo>
                <a:lnTo>
                  <a:pt x="542733" y="411561"/>
                </a:lnTo>
                <a:cubicBezTo>
                  <a:pt x="532856" y="411562"/>
                  <a:pt x="523915" y="415565"/>
                  <a:pt x="517443" y="422037"/>
                </a:cubicBezTo>
                <a:lnTo>
                  <a:pt x="506967" y="447329"/>
                </a:lnTo>
                <a:lnTo>
                  <a:pt x="517443" y="472620"/>
                </a:lnTo>
                <a:cubicBezTo>
                  <a:pt x="523916" y="479093"/>
                  <a:pt x="532857" y="483097"/>
                  <a:pt x="542734" y="483095"/>
                </a:cubicBezTo>
                <a:lnTo>
                  <a:pt x="753910" y="483096"/>
                </a:lnTo>
                <a:lnTo>
                  <a:pt x="733016" y="504333"/>
                </a:lnTo>
                <a:cubicBezTo>
                  <a:pt x="719162" y="518413"/>
                  <a:pt x="719345" y="541059"/>
                  <a:pt x="733426" y="554913"/>
                </a:cubicBezTo>
                <a:cubicBezTo>
                  <a:pt x="747507" y="568767"/>
                  <a:pt x="770152" y="568583"/>
                  <a:pt x="784007" y="554503"/>
                </a:cubicBezTo>
                <a:lnTo>
                  <a:pt x="864318" y="472878"/>
                </a:lnTo>
                <a:lnTo>
                  <a:pt x="869302" y="465238"/>
                </a:lnTo>
                <a:lnTo>
                  <a:pt x="871991" y="461251"/>
                </a:lnTo>
                <a:lnTo>
                  <a:pt x="872070" y="460997"/>
                </a:lnTo>
                <a:lnTo>
                  <a:pt x="872079" y="460982"/>
                </a:lnTo>
                <a:lnTo>
                  <a:pt x="872087" y="460942"/>
                </a:lnTo>
                <a:lnTo>
                  <a:pt x="874075" y="454537"/>
                </a:lnTo>
                <a:cubicBezTo>
                  <a:pt x="874551" y="452209"/>
                  <a:pt x="874801" y="449799"/>
                  <a:pt x="874801" y="447329"/>
                </a:cubicBezTo>
                <a:cubicBezTo>
                  <a:pt x="874802" y="444860"/>
                  <a:pt x="874552" y="442449"/>
                  <a:pt x="874076" y="440121"/>
                </a:cubicBezTo>
                <a:lnTo>
                  <a:pt x="872087" y="433715"/>
                </a:lnTo>
                <a:lnTo>
                  <a:pt x="872079" y="433677"/>
                </a:lnTo>
                <a:lnTo>
                  <a:pt x="872071" y="433662"/>
                </a:lnTo>
                <a:lnTo>
                  <a:pt x="871991" y="433407"/>
                </a:lnTo>
                <a:lnTo>
                  <a:pt x="869292" y="429403"/>
                </a:lnTo>
                <a:lnTo>
                  <a:pt x="864319" y="421781"/>
                </a:lnTo>
                <a:lnTo>
                  <a:pt x="784007" y="340156"/>
                </a:lnTo>
                <a:cubicBezTo>
                  <a:pt x="777079" y="333117"/>
                  <a:pt x="767954" y="329550"/>
                  <a:pt x="758801" y="329475"/>
                </a:cubicBezTo>
                <a:close/>
                <a:moveTo>
                  <a:pt x="364662" y="225921"/>
                </a:moveTo>
                <a:cubicBezTo>
                  <a:pt x="355509" y="225995"/>
                  <a:pt x="346383" y="229561"/>
                  <a:pt x="339456" y="236601"/>
                </a:cubicBezTo>
                <a:lnTo>
                  <a:pt x="259145" y="318226"/>
                </a:lnTo>
                <a:lnTo>
                  <a:pt x="254173" y="325848"/>
                </a:lnTo>
                <a:lnTo>
                  <a:pt x="251473" y="329852"/>
                </a:lnTo>
                <a:lnTo>
                  <a:pt x="251394" y="330107"/>
                </a:lnTo>
                <a:lnTo>
                  <a:pt x="251384" y="330122"/>
                </a:lnTo>
                <a:lnTo>
                  <a:pt x="251376" y="330161"/>
                </a:lnTo>
                <a:lnTo>
                  <a:pt x="249389" y="336566"/>
                </a:lnTo>
                <a:cubicBezTo>
                  <a:pt x="248912" y="338894"/>
                  <a:pt x="248662" y="341305"/>
                  <a:pt x="248662" y="343774"/>
                </a:cubicBezTo>
                <a:cubicBezTo>
                  <a:pt x="248662" y="346244"/>
                  <a:pt x="248912" y="348654"/>
                  <a:pt x="249389" y="350982"/>
                </a:cubicBezTo>
                <a:lnTo>
                  <a:pt x="251377" y="357387"/>
                </a:lnTo>
                <a:lnTo>
                  <a:pt x="251384" y="357428"/>
                </a:lnTo>
                <a:lnTo>
                  <a:pt x="251393" y="357443"/>
                </a:lnTo>
                <a:lnTo>
                  <a:pt x="251473" y="357696"/>
                </a:lnTo>
                <a:lnTo>
                  <a:pt x="254161" y="361684"/>
                </a:lnTo>
                <a:lnTo>
                  <a:pt x="259145" y="369323"/>
                </a:lnTo>
                <a:lnTo>
                  <a:pt x="339456" y="450948"/>
                </a:lnTo>
                <a:cubicBezTo>
                  <a:pt x="353310" y="465028"/>
                  <a:pt x="375957" y="465212"/>
                  <a:pt x="390037" y="451358"/>
                </a:cubicBezTo>
                <a:cubicBezTo>
                  <a:pt x="404118" y="437503"/>
                  <a:pt x="404302" y="414858"/>
                  <a:pt x="390448" y="400777"/>
                </a:cubicBezTo>
                <a:lnTo>
                  <a:pt x="369553" y="379542"/>
                </a:lnTo>
                <a:lnTo>
                  <a:pt x="580730" y="379541"/>
                </a:lnTo>
                <a:cubicBezTo>
                  <a:pt x="590606" y="379541"/>
                  <a:pt x="599549" y="375538"/>
                  <a:pt x="606021" y="369065"/>
                </a:cubicBezTo>
                <a:lnTo>
                  <a:pt x="616497" y="343774"/>
                </a:lnTo>
                <a:lnTo>
                  <a:pt x="606021" y="318483"/>
                </a:lnTo>
                <a:cubicBezTo>
                  <a:pt x="599549" y="312010"/>
                  <a:pt x="590606" y="308006"/>
                  <a:pt x="580730" y="308006"/>
                </a:cubicBezTo>
                <a:lnTo>
                  <a:pt x="369553" y="308007"/>
                </a:lnTo>
                <a:lnTo>
                  <a:pt x="390447" y="286772"/>
                </a:lnTo>
                <a:cubicBezTo>
                  <a:pt x="404302" y="272691"/>
                  <a:pt x="404118" y="250045"/>
                  <a:pt x="390038" y="236191"/>
                </a:cubicBezTo>
                <a:cubicBezTo>
                  <a:pt x="382997" y="229264"/>
                  <a:pt x="373816" y="225846"/>
                  <a:pt x="364662" y="225921"/>
                </a:cubicBezTo>
                <a:close/>
                <a:moveTo>
                  <a:pt x="99325" y="0"/>
                </a:moveTo>
                <a:lnTo>
                  <a:pt x="1024137" y="0"/>
                </a:lnTo>
                <a:cubicBezTo>
                  <a:pt x="1078993" y="0"/>
                  <a:pt x="1123462" y="44469"/>
                  <a:pt x="1123462" y="99325"/>
                </a:cubicBezTo>
                <a:lnTo>
                  <a:pt x="1123462" y="1024137"/>
                </a:lnTo>
                <a:cubicBezTo>
                  <a:pt x="1123462" y="1078993"/>
                  <a:pt x="1078993" y="1123462"/>
                  <a:pt x="1024137" y="1123462"/>
                </a:cubicBezTo>
                <a:lnTo>
                  <a:pt x="99325" y="1123462"/>
                </a:lnTo>
                <a:cubicBezTo>
                  <a:pt x="44469" y="1123462"/>
                  <a:pt x="0" y="1078993"/>
                  <a:pt x="0" y="1024137"/>
                </a:cubicBezTo>
                <a:lnTo>
                  <a:pt x="0" y="99325"/>
                </a:lnTo>
                <a:cubicBezTo>
                  <a:pt x="0" y="44469"/>
                  <a:pt x="44469" y="0"/>
                  <a:pt x="99325" y="0"/>
                </a:cubicBezTo>
                <a:close/>
              </a:path>
            </a:pathLst>
          </a:custGeom>
          <a:solidFill>
            <a:srgbClr val="00BCEB"/>
          </a:solidFill>
          <a:ln w="25400" cap="flat" cmpd="sng" algn="ctr">
            <a:noFill/>
            <a:prstDash val="solid"/>
          </a:ln>
          <a:effectLst/>
        </p:spPr>
        <p:txBody>
          <a:bodyPr rtlCol="0" anchor="ctr"/>
          <a:lstStyle/>
          <a:p>
            <a:pPr algn="ctr" defTabSz="342512" fontAlgn="base">
              <a:spcBef>
                <a:spcPct val="0"/>
              </a:spcBef>
              <a:spcAft>
                <a:spcPct val="0"/>
              </a:spcAft>
              <a:defRPr/>
            </a:pPr>
            <a:endParaRPr kumimoji="0" lang="en-US" sz="1400" kern="0">
              <a:solidFill>
                <a:srgbClr val="2968AF">
                  <a:lumMod val="50000"/>
                </a:srgbClr>
              </a:solidFill>
              <a:latin typeface="Noto Sans CJK SC Light"/>
            </a:endParaRPr>
          </a:p>
        </p:txBody>
      </p:sp>
      <p:sp>
        <p:nvSpPr>
          <p:cNvPr id="27" name="Rounded Rectangle 25">
            <a:extLst>
              <a:ext uri="{FF2B5EF4-FFF2-40B4-BE49-F238E27FC236}">
                <a16:creationId xmlns:a16="http://schemas.microsoft.com/office/drawing/2014/main" id="{8B0A8256-8082-30D8-2CD9-F672B2F751DE}"/>
              </a:ext>
            </a:extLst>
          </p:cNvPr>
          <p:cNvSpPr/>
          <p:nvPr/>
        </p:nvSpPr>
        <p:spPr>
          <a:xfrm>
            <a:off x="3419067" y="4452094"/>
            <a:ext cx="338319" cy="322212"/>
          </a:xfrm>
          <a:custGeom>
            <a:avLst/>
            <a:gdLst/>
            <a:ahLst/>
            <a:cxnLst/>
            <a:rect l="l" t="t" r="r" b="b"/>
            <a:pathLst>
              <a:path w="1123462" h="1123462">
                <a:moveTo>
                  <a:pt x="758801" y="661837"/>
                </a:moveTo>
                <a:cubicBezTo>
                  <a:pt x="749648" y="661762"/>
                  <a:pt x="740466" y="665180"/>
                  <a:pt x="733427" y="672107"/>
                </a:cubicBezTo>
                <a:cubicBezTo>
                  <a:pt x="719346" y="685961"/>
                  <a:pt x="719161" y="708607"/>
                  <a:pt x="733016" y="722687"/>
                </a:cubicBezTo>
                <a:lnTo>
                  <a:pt x="753910" y="743923"/>
                </a:lnTo>
                <a:lnTo>
                  <a:pt x="542733" y="743923"/>
                </a:lnTo>
                <a:cubicBezTo>
                  <a:pt x="532857" y="743923"/>
                  <a:pt x="523914" y="747926"/>
                  <a:pt x="517443" y="754399"/>
                </a:cubicBezTo>
                <a:lnTo>
                  <a:pt x="506967" y="779690"/>
                </a:lnTo>
                <a:lnTo>
                  <a:pt x="517443" y="804981"/>
                </a:lnTo>
                <a:cubicBezTo>
                  <a:pt x="523916" y="811453"/>
                  <a:pt x="532858" y="815458"/>
                  <a:pt x="542734" y="815457"/>
                </a:cubicBezTo>
                <a:lnTo>
                  <a:pt x="753910" y="815457"/>
                </a:lnTo>
                <a:lnTo>
                  <a:pt x="733016" y="836693"/>
                </a:lnTo>
                <a:cubicBezTo>
                  <a:pt x="719162" y="850774"/>
                  <a:pt x="719346" y="873420"/>
                  <a:pt x="733426" y="887274"/>
                </a:cubicBezTo>
                <a:cubicBezTo>
                  <a:pt x="747507" y="901128"/>
                  <a:pt x="770153" y="900944"/>
                  <a:pt x="784007" y="886863"/>
                </a:cubicBezTo>
                <a:lnTo>
                  <a:pt x="864319" y="805239"/>
                </a:lnTo>
                <a:lnTo>
                  <a:pt x="869302" y="797600"/>
                </a:lnTo>
                <a:lnTo>
                  <a:pt x="871992" y="793612"/>
                </a:lnTo>
                <a:lnTo>
                  <a:pt x="872069" y="793358"/>
                </a:lnTo>
                <a:lnTo>
                  <a:pt x="872080" y="793343"/>
                </a:lnTo>
                <a:lnTo>
                  <a:pt x="872088" y="793303"/>
                </a:lnTo>
                <a:lnTo>
                  <a:pt x="874076" y="786899"/>
                </a:lnTo>
                <a:cubicBezTo>
                  <a:pt x="874552" y="784570"/>
                  <a:pt x="874802" y="782160"/>
                  <a:pt x="874802" y="779690"/>
                </a:cubicBezTo>
                <a:cubicBezTo>
                  <a:pt x="874801" y="777222"/>
                  <a:pt x="874552" y="774810"/>
                  <a:pt x="874075" y="772482"/>
                </a:cubicBezTo>
                <a:lnTo>
                  <a:pt x="872087" y="766077"/>
                </a:lnTo>
                <a:lnTo>
                  <a:pt x="872080" y="766038"/>
                </a:lnTo>
                <a:lnTo>
                  <a:pt x="872070" y="766023"/>
                </a:lnTo>
                <a:lnTo>
                  <a:pt x="871992" y="765768"/>
                </a:lnTo>
                <a:lnTo>
                  <a:pt x="869291" y="761764"/>
                </a:lnTo>
                <a:lnTo>
                  <a:pt x="864318" y="754142"/>
                </a:lnTo>
                <a:lnTo>
                  <a:pt x="784006" y="672518"/>
                </a:lnTo>
                <a:cubicBezTo>
                  <a:pt x="777079" y="665477"/>
                  <a:pt x="767954" y="661911"/>
                  <a:pt x="758801" y="661837"/>
                </a:cubicBezTo>
                <a:close/>
                <a:moveTo>
                  <a:pt x="364661" y="558282"/>
                </a:moveTo>
                <a:cubicBezTo>
                  <a:pt x="355509" y="558355"/>
                  <a:pt x="346384" y="561922"/>
                  <a:pt x="339457" y="568962"/>
                </a:cubicBezTo>
                <a:lnTo>
                  <a:pt x="259145" y="650587"/>
                </a:lnTo>
                <a:lnTo>
                  <a:pt x="254172" y="658209"/>
                </a:lnTo>
                <a:lnTo>
                  <a:pt x="251473" y="662213"/>
                </a:lnTo>
                <a:lnTo>
                  <a:pt x="251394" y="662469"/>
                </a:lnTo>
                <a:lnTo>
                  <a:pt x="251384" y="662482"/>
                </a:lnTo>
                <a:lnTo>
                  <a:pt x="251377" y="662522"/>
                </a:lnTo>
                <a:lnTo>
                  <a:pt x="249388" y="668927"/>
                </a:lnTo>
                <a:cubicBezTo>
                  <a:pt x="248912" y="671255"/>
                  <a:pt x="248662" y="673667"/>
                  <a:pt x="248662" y="676135"/>
                </a:cubicBezTo>
                <a:cubicBezTo>
                  <a:pt x="248662" y="678605"/>
                  <a:pt x="248913" y="681015"/>
                  <a:pt x="249389" y="683344"/>
                </a:cubicBezTo>
                <a:lnTo>
                  <a:pt x="251377" y="689748"/>
                </a:lnTo>
                <a:lnTo>
                  <a:pt x="251383" y="689789"/>
                </a:lnTo>
                <a:lnTo>
                  <a:pt x="251393" y="689803"/>
                </a:lnTo>
                <a:lnTo>
                  <a:pt x="251473" y="690057"/>
                </a:lnTo>
                <a:lnTo>
                  <a:pt x="254161" y="694045"/>
                </a:lnTo>
                <a:lnTo>
                  <a:pt x="259145" y="701683"/>
                </a:lnTo>
                <a:lnTo>
                  <a:pt x="339457" y="783309"/>
                </a:lnTo>
                <a:cubicBezTo>
                  <a:pt x="353311" y="797389"/>
                  <a:pt x="375956" y="797573"/>
                  <a:pt x="390037" y="783719"/>
                </a:cubicBezTo>
                <a:cubicBezTo>
                  <a:pt x="404118" y="769864"/>
                  <a:pt x="404302" y="747219"/>
                  <a:pt x="390448" y="733138"/>
                </a:cubicBezTo>
                <a:lnTo>
                  <a:pt x="369553" y="711902"/>
                </a:lnTo>
                <a:lnTo>
                  <a:pt x="580730" y="711901"/>
                </a:lnTo>
                <a:cubicBezTo>
                  <a:pt x="590607" y="711902"/>
                  <a:pt x="599548" y="707899"/>
                  <a:pt x="606020" y="701426"/>
                </a:cubicBezTo>
                <a:lnTo>
                  <a:pt x="616497" y="676135"/>
                </a:lnTo>
                <a:lnTo>
                  <a:pt x="606021" y="650843"/>
                </a:lnTo>
                <a:cubicBezTo>
                  <a:pt x="599549" y="644371"/>
                  <a:pt x="590606" y="640368"/>
                  <a:pt x="580730" y="640368"/>
                </a:cubicBezTo>
                <a:lnTo>
                  <a:pt x="369554" y="640368"/>
                </a:lnTo>
                <a:lnTo>
                  <a:pt x="390448" y="619133"/>
                </a:lnTo>
                <a:cubicBezTo>
                  <a:pt x="404302" y="605052"/>
                  <a:pt x="404118" y="582406"/>
                  <a:pt x="390038" y="568551"/>
                </a:cubicBezTo>
                <a:lnTo>
                  <a:pt x="390038" y="568553"/>
                </a:lnTo>
                <a:cubicBezTo>
                  <a:pt x="382997" y="561625"/>
                  <a:pt x="373815" y="558207"/>
                  <a:pt x="364661" y="558282"/>
                </a:cubicBezTo>
                <a:close/>
                <a:moveTo>
                  <a:pt x="758801" y="329475"/>
                </a:moveTo>
                <a:cubicBezTo>
                  <a:pt x="749649" y="329401"/>
                  <a:pt x="740466" y="332819"/>
                  <a:pt x="733427" y="339746"/>
                </a:cubicBezTo>
                <a:lnTo>
                  <a:pt x="733426" y="339746"/>
                </a:lnTo>
                <a:cubicBezTo>
                  <a:pt x="719345" y="353600"/>
                  <a:pt x="719161" y="376245"/>
                  <a:pt x="733017" y="390327"/>
                </a:cubicBezTo>
                <a:lnTo>
                  <a:pt x="753909" y="411562"/>
                </a:lnTo>
                <a:lnTo>
                  <a:pt x="542733" y="411561"/>
                </a:lnTo>
                <a:cubicBezTo>
                  <a:pt x="532856" y="411562"/>
                  <a:pt x="523915" y="415565"/>
                  <a:pt x="517443" y="422037"/>
                </a:cubicBezTo>
                <a:lnTo>
                  <a:pt x="506967" y="447329"/>
                </a:lnTo>
                <a:lnTo>
                  <a:pt x="517443" y="472620"/>
                </a:lnTo>
                <a:cubicBezTo>
                  <a:pt x="523916" y="479093"/>
                  <a:pt x="532857" y="483097"/>
                  <a:pt x="542734" y="483095"/>
                </a:cubicBezTo>
                <a:lnTo>
                  <a:pt x="753910" y="483096"/>
                </a:lnTo>
                <a:lnTo>
                  <a:pt x="733016" y="504333"/>
                </a:lnTo>
                <a:cubicBezTo>
                  <a:pt x="719162" y="518413"/>
                  <a:pt x="719345" y="541059"/>
                  <a:pt x="733426" y="554913"/>
                </a:cubicBezTo>
                <a:cubicBezTo>
                  <a:pt x="747507" y="568767"/>
                  <a:pt x="770152" y="568583"/>
                  <a:pt x="784007" y="554503"/>
                </a:cubicBezTo>
                <a:lnTo>
                  <a:pt x="864318" y="472878"/>
                </a:lnTo>
                <a:lnTo>
                  <a:pt x="869302" y="465238"/>
                </a:lnTo>
                <a:lnTo>
                  <a:pt x="871991" y="461251"/>
                </a:lnTo>
                <a:lnTo>
                  <a:pt x="872070" y="460997"/>
                </a:lnTo>
                <a:lnTo>
                  <a:pt x="872079" y="460982"/>
                </a:lnTo>
                <a:lnTo>
                  <a:pt x="872087" y="460942"/>
                </a:lnTo>
                <a:lnTo>
                  <a:pt x="874075" y="454537"/>
                </a:lnTo>
                <a:cubicBezTo>
                  <a:pt x="874551" y="452209"/>
                  <a:pt x="874801" y="449799"/>
                  <a:pt x="874801" y="447329"/>
                </a:cubicBezTo>
                <a:cubicBezTo>
                  <a:pt x="874802" y="444860"/>
                  <a:pt x="874552" y="442449"/>
                  <a:pt x="874076" y="440121"/>
                </a:cubicBezTo>
                <a:lnTo>
                  <a:pt x="872087" y="433715"/>
                </a:lnTo>
                <a:lnTo>
                  <a:pt x="872079" y="433677"/>
                </a:lnTo>
                <a:lnTo>
                  <a:pt x="872071" y="433662"/>
                </a:lnTo>
                <a:lnTo>
                  <a:pt x="871991" y="433407"/>
                </a:lnTo>
                <a:lnTo>
                  <a:pt x="869292" y="429403"/>
                </a:lnTo>
                <a:lnTo>
                  <a:pt x="864319" y="421781"/>
                </a:lnTo>
                <a:lnTo>
                  <a:pt x="784007" y="340156"/>
                </a:lnTo>
                <a:cubicBezTo>
                  <a:pt x="777079" y="333117"/>
                  <a:pt x="767954" y="329550"/>
                  <a:pt x="758801" y="329475"/>
                </a:cubicBezTo>
                <a:close/>
                <a:moveTo>
                  <a:pt x="364662" y="225921"/>
                </a:moveTo>
                <a:cubicBezTo>
                  <a:pt x="355509" y="225995"/>
                  <a:pt x="346383" y="229561"/>
                  <a:pt x="339456" y="236601"/>
                </a:cubicBezTo>
                <a:lnTo>
                  <a:pt x="259145" y="318226"/>
                </a:lnTo>
                <a:lnTo>
                  <a:pt x="254173" y="325848"/>
                </a:lnTo>
                <a:lnTo>
                  <a:pt x="251473" y="329852"/>
                </a:lnTo>
                <a:lnTo>
                  <a:pt x="251394" y="330107"/>
                </a:lnTo>
                <a:lnTo>
                  <a:pt x="251384" y="330122"/>
                </a:lnTo>
                <a:lnTo>
                  <a:pt x="251376" y="330161"/>
                </a:lnTo>
                <a:lnTo>
                  <a:pt x="249389" y="336566"/>
                </a:lnTo>
                <a:cubicBezTo>
                  <a:pt x="248912" y="338894"/>
                  <a:pt x="248662" y="341305"/>
                  <a:pt x="248662" y="343774"/>
                </a:cubicBezTo>
                <a:cubicBezTo>
                  <a:pt x="248662" y="346244"/>
                  <a:pt x="248912" y="348654"/>
                  <a:pt x="249389" y="350982"/>
                </a:cubicBezTo>
                <a:lnTo>
                  <a:pt x="251377" y="357387"/>
                </a:lnTo>
                <a:lnTo>
                  <a:pt x="251384" y="357428"/>
                </a:lnTo>
                <a:lnTo>
                  <a:pt x="251393" y="357443"/>
                </a:lnTo>
                <a:lnTo>
                  <a:pt x="251473" y="357696"/>
                </a:lnTo>
                <a:lnTo>
                  <a:pt x="254161" y="361684"/>
                </a:lnTo>
                <a:lnTo>
                  <a:pt x="259145" y="369323"/>
                </a:lnTo>
                <a:lnTo>
                  <a:pt x="339456" y="450948"/>
                </a:lnTo>
                <a:cubicBezTo>
                  <a:pt x="353310" y="465028"/>
                  <a:pt x="375957" y="465212"/>
                  <a:pt x="390037" y="451358"/>
                </a:cubicBezTo>
                <a:cubicBezTo>
                  <a:pt x="404118" y="437503"/>
                  <a:pt x="404302" y="414858"/>
                  <a:pt x="390448" y="400777"/>
                </a:cubicBezTo>
                <a:lnTo>
                  <a:pt x="369553" y="379542"/>
                </a:lnTo>
                <a:lnTo>
                  <a:pt x="580730" y="379541"/>
                </a:lnTo>
                <a:cubicBezTo>
                  <a:pt x="590606" y="379541"/>
                  <a:pt x="599549" y="375538"/>
                  <a:pt x="606021" y="369065"/>
                </a:cubicBezTo>
                <a:lnTo>
                  <a:pt x="616497" y="343774"/>
                </a:lnTo>
                <a:lnTo>
                  <a:pt x="606021" y="318483"/>
                </a:lnTo>
                <a:cubicBezTo>
                  <a:pt x="599549" y="312010"/>
                  <a:pt x="590606" y="308006"/>
                  <a:pt x="580730" y="308006"/>
                </a:cubicBezTo>
                <a:lnTo>
                  <a:pt x="369553" y="308007"/>
                </a:lnTo>
                <a:lnTo>
                  <a:pt x="390447" y="286772"/>
                </a:lnTo>
                <a:cubicBezTo>
                  <a:pt x="404302" y="272691"/>
                  <a:pt x="404118" y="250045"/>
                  <a:pt x="390038" y="236191"/>
                </a:cubicBezTo>
                <a:cubicBezTo>
                  <a:pt x="382997" y="229264"/>
                  <a:pt x="373816" y="225846"/>
                  <a:pt x="364662" y="225921"/>
                </a:cubicBezTo>
                <a:close/>
                <a:moveTo>
                  <a:pt x="99325" y="0"/>
                </a:moveTo>
                <a:lnTo>
                  <a:pt x="1024137" y="0"/>
                </a:lnTo>
                <a:cubicBezTo>
                  <a:pt x="1078993" y="0"/>
                  <a:pt x="1123462" y="44469"/>
                  <a:pt x="1123462" y="99325"/>
                </a:cubicBezTo>
                <a:lnTo>
                  <a:pt x="1123462" y="1024137"/>
                </a:lnTo>
                <a:cubicBezTo>
                  <a:pt x="1123462" y="1078993"/>
                  <a:pt x="1078993" y="1123462"/>
                  <a:pt x="1024137" y="1123462"/>
                </a:cubicBezTo>
                <a:lnTo>
                  <a:pt x="99325" y="1123462"/>
                </a:lnTo>
                <a:cubicBezTo>
                  <a:pt x="44469" y="1123462"/>
                  <a:pt x="0" y="1078993"/>
                  <a:pt x="0" y="1024137"/>
                </a:cubicBezTo>
                <a:lnTo>
                  <a:pt x="0" y="99325"/>
                </a:lnTo>
                <a:cubicBezTo>
                  <a:pt x="0" y="44469"/>
                  <a:pt x="44469" y="0"/>
                  <a:pt x="99325" y="0"/>
                </a:cubicBezTo>
                <a:close/>
              </a:path>
            </a:pathLst>
          </a:custGeom>
          <a:solidFill>
            <a:schemeClr val="bg1">
              <a:lumMod val="75000"/>
            </a:schemeClr>
          </a:solidFill>
          <a:ln w="25400" cap="flat" cmpd="sng" algn="ctr">
            <a:noFill/>
            <a:prstDash val="solid"/>
          </a:ln>
          <a:effectLst/>
        </p:spPr>
        <p:txBody>
          <a:bodyPr rtlCol="0" anchor="ctr"/>
          <a:lstStyle/>
          <a:p>
            <a:pPr algn="ctr" defTabSz="342512" fontAlgn="base">
              <a:spcBef>
                <a:spcPct val="0"/>
              </a:spcBef>
              <a:spcAft>
                <a:spcPct val="0"/>
              </a:spcAft>
              <a:defRPr/>
            </a:pPr>
            <a:endParaRPr kumimoji="0" lang="en-US" sz="1400" kern="0">
              <a:solidFill>
                <a:srgbClr val="FFFFFF"/>
              </a:solidFill>
              <a:latin typeface="Noto Sans CJK SC Light"/>
            </a:endParaRPr>
          </a:p>
        </p:txBody>
      </p:sp>
      <p:sp>
        <p:nvSpPr>
          <p:cNvPr id="28" name="Rounded Rectangle 25">
            <a:extLst>
              <a:ext uri="{FF2B5EF4-FFF2-40B4-BE49-F238E27FC236}">
                <a16:creationId xmlns:a16="http://schemas.microsoft.com/office/drawing/2014/main" id="{D1A4DC78-9513-2F4D-7BB5-A56986EE3154}"/>
              </a:ext>
            </a:extLst>
          </p:cNvPr>
          <p:cNvSpPr/>
          <p:nvPr/>
        </p:nvSpPr>
        <p:spPr>
          <a:xfrm>
            <a:off x="3552724" y="4579388"/>
            <a:ext cx="338319" cy="322212"/>
          </a:xfrm>
          <a:custGeom>
            <a:avLst/>
            <a:gdLst/>
            <a:ahLst/>
            <a:cxnLst/>
            <a:rect l="l" t="t" r="r" b="b"/>
            <a:pathLst>
              <a:path w="1123462" h="1123462">
                <a:moveTo>
                  <a:pt x="758801" y="661837"/>
                </a:moveTo>
                <a:cubicBezTo>
                  <a:pt x="749648" y="661762"/>
                  <a:pt x="740466" y="665180"/>
                  <a:pt x="733427" y="672107"/>
                </a:cubicBezTo>
                <a:cubicBezTo>
                  <a:pt x="719346" y="685961"/>
                  <a:pt x="719161" y="708607"/>
                  <a:pt x="733016" y="722687"/>
                </a:cubicBezTo>
                <a:lnTo>
                  <a:pt x="753910" y="743923"/>
                </a:lnTo>
                <a:lnTo>
                  <a:pt x="542733" y="743923"/>
                </a:lnTo>
                <a:cubicBezTo>
                  <a:pt x="532857" y="743923"/>
                  <a:pt x="523914" y="747926"/>
                  <a:pt x="517443" y="754399"/>
                </a:cubicBezTo>
                <a:lnTo>
                  <a:pt x="506967" y="779690"/>
                </a:lnTo>
                <a:lnTo>
                  <a:pt x="517443" y="804981"/>
                </a:lnTo>
                <a:cubicBezTo>
                  <a:pt x="523916" y="811453"/>
                  <a:pt x="532858" y="815458"/>
                  <a:pt x="542734" y="815457"/>
                </a:cubicBezTo>
                <a:lnTo>
                  <a:pt x="753910" y="815457"/>
                </a:lnTo>
                <a:lnTo>
                  <a:pt x="733016" y="836693"/>
                </a:lnTo>
                <a:cubicBezTo>
                  <a:pt x="719162" y="850774"/>
                  <a:pt x="719346" y="873420"/>
                  <a:pt x="733426" y="887274"/>
                </a:cubicBezTo>
                <a:cubicBezTo>
                  <a:pt x="747507" y="901128"/>
                  <a:pt x="770153" y="900944"/>
                  <a:pt x="784007" y="886863"/>
                </a:cubicBezTo>
                <a:lnTo>
                  <a:pt x="864319" y="805239"/>
                </a:lnTo>
                <a:lnTo>
                  <a:pt x="869302" y="797600"/>
                </a:lnTo>
                <a:lnTo>
                  <a:pt x="871992" y="793612"/>
                </a:lnTo>
                <a:lnTo>
                  <a:pt x="872069" y="793358"/>
                </a:lnTo>
                <a:lnTo>
                  <a:pt x="872080" y="793343"/>
                </a:lnTo>
                <a:lnTo>
                  <a:pt x="872088" y="793303"/>
                </a:lnTo>
                <a:lnTo>
                  <a:pt x="874076" y="786899"/>
                </a:lnTo>
                <a:cubicBezTo>
                  <a:pt x="874552" y="784570"/>
                  <a:pt x="874802" y="782160"/>
                  <a:pt x="874802" y="779690"/>
                </a:cubicBezTo>
                <a:cubicBezTo>
                  <a:pt x="874801" y="777222"/>
                  <a:pt x="874552" y="774810"/>
                  <a:pt x="874075" y="772482"/>
                </a:cubicBezTo>
                <a:lnTo>
                  <a:pt x="872087" y="766077"/>
                </a:lnTo>
                <a:lnTo>
                  <a:pt x="872080" y="766038"/>
                </a:lnTo>
                <a:lnTo>
                  <a:pt x="872070" y="766023"/>
                </a:lnTo>
                <a:lnTo>
                  <a:pt x="871992" y="765768"/>
                </a:lnTo>
                <a:lnTo>
                  <a:pt x="869291" y="761764"/>
                </a:lnTo>
                <a:lnTo>
                  <a:pt x="864318" y="754142"/>
                </a:lnTo>
                <a:lnTo>
                  <a:pt x="784006" y="672518"/>
                </a:lnTo>
                <a:cubicBezTo>
                  <a:pt x="777079" y="665477"/>
                  <a:pt x="767954" y="661911"/>
                  <a:pt x="758801" y="661837"/>
                </a:cubicBezTo>
                <a:close/>
                <a:moveTo>
                  <a:pt x="364661" y="558282"/>
                </a:moveTo>
                <a:cubicBezTo>
                  <a:pt x="355509" y="558355"/>
                  <a:pt x="346384" y="561922"/>
                  <a:pt x="339457" y="568962"/>
                </a:cubicBezTo>
                <a:lnTo>
                  <a:pt x="259145" y="650587"/>
                </a:lnTo>
                <a:lnTo>
                  <a:pt x="254172" y="658209"/>
                </a:lnTo>
                <a:lnTo>
                  <a:pt x="251473" y="662213"/>
                </a:lnTo>
                <a:lnTo>
                  <a:pt x="251394" y="662469"/>
                </a:lnTo>
                <a:lnTo>
                  <a:pt x="251384" y="662482"/>
                </a:lnTo>
                <a:lnTo>
                  <a:pt x="251377" y="662522"/>
                </a:lnTo>
                <a:lnTo>
                  <a:pt x="249388" y="668927"/>
                </a:lnTo>
                <a:cubicBezTo>
                  <a:pt x="248912" y="671255"/>
                  <a:pt x="248662" y="673667"/>
                  <a:pt x="248662" y="676135"/>
                </a:cubicBezTo>
                <a:cubicBezTo>
                  <a:pt x="248662" y="678605"/>
                  <a:pt x="248913" y="681015"/>
                  <a:pt x="249389" y="683344"/>
                </a:cubicBezTo>
                <a:lnTo>
                  <a:pt x="251377" y="689748"/>
                </a:lnTo>
                <a:lnTo>
                  <a:pt x="251383" y="689789"/>
                </a:lnTo>
                <a:lnTo>
                  <a:pt x="251393" y="689803"/>
                </a:lnTo>
                <a:lnTo>
                  <a:pt x="251473" y="690057"/>
                </a:lnTo>
                <a:lnTo>
                  <a:pt x="254161" y="694045"/>
                </a:lnTo>
                <a:lnTo>
                  <a:pt x="259145" y="701683"/>
                </a:lnTo>
                <a:lnTo>
                  <a:pt x="339457" y="783309"/>
                </a:lnTo>
                <a:cubicBezTo>
                  <a:pt x="353311" y="797389"/>
                  <a:pt x="375956" y="797573"/>
                  <a:pt x="390037" y="783719"/>
                </a:cubicBezTo>
                <a:cubicBezTo>
                  <a:pt x="404118" y="769864"/>
                  <a:pt x="404302" y="747219"/>
                  <a:pt x="390448" y="733138"/>
                </a:cubicBezTo>
                <a:lnTo>
                  <a:pt x="369553" y="711902"/>
                </a:lnTo>
                <a:lnTo>
                  <a:pt x="580730" y="711901"/>
                </a:lnTo>
                <a:cubicBezTo>
                  <a:pt x="590607" y="711902"/>
                  <a:pt x="599548" y="707899"/>
                  <a:pt x="606020" y="701426"/>
                </a:cubicBezTo>
                <a:lnTo>
                  <a:pt x="616497" y="676135"/>
                </a:lnTo>
                <a:lnTo>
                  <a:pt x="606021" y="650843"/>
                </a:lnTo>
                <a:cubicBezTo>
                  <a:pt x="599549" y="644371"/>
                  <a:pt x="590606" y="640368"/>
                  <a:pt x="580730" y="640368"/>
                </a:cubicBezTo>
                <a:lnTo>
                  <a:pt x="369554" y="640368"/>
                </a:lnTo>
                <a:lnTo>
                  <a:pt x="390448" y="619133"/>
                </a:lnTo>
                <a:cubicBezTo>
                  <a:pt x="404302" y="605052"/>
                  <a:pt x="404118" y="582406"/>
                  <a:pt x="390038" y="568551"/>
                </a:cubicBezTo>
                <a:lnTo>
                  <a:pt x="390038" y="568553"/>
                </a:lnTo>
                <a:cubicBezTo>
                  <a:pt x="382997" y="561625"/>
                  <a:pt x="373815" y="558207"/>
                  <a:pt x="364661" y="558282"/>
                </a:cubicBezTo>
                <a:close/>
                <a:moveTo>
                  <a:pt x="758801" y="329475"/>
                </a:moveTo>
                <a:cubicBezTo>
                  <a:pt x="749649" y="329401"/>
                  <a:pt x="740466" y="332819"/>
                  <a:pt x="733427" y="339746"/>
                </a:cubicBezTo>
                <a:lnTo>
                  <a:pt x="733426" y="339746"/>
                </a:lnTo>
                <a:cubicBezTo>
                  <a:pt x="719345" y="353600"/>
                  <a:pt x="719161" y="376245"/>
                  <a:pt x="733017" y="390327"/>
                </a:cubicBezTo>
                <a:lnTo>
                  <a:pt x="753909" y="411562"/>
                </a:lnTo>
                <a:lnTo>
                  <a:pt x="542733" y="411561"/>
                </a:lnTo>
                <a:cubicBezTo>
                  <a:pt x="532856" y="411562"/>
                  <a:pt x="523915" y="415565"/>
                  <a:pt x="517443" y="422037"/>
                </a:cubicBezTo>
                <a:lnTo>
                  <a:pt x="506967" y="447329"/>
                </a:lnTo>
                <a:lnTo>
                  <a:pt x="517443" y="472620"/>
                </a:lnTo>
                <a:cubicBezTo>
                  <a:pt x="523916" y="479093"/>
                  <a:pt x="532857" y="483097"/>
                  <a:pt x="542734" y="483095"/>
                </a:cubicBezTo>
                <a:lnTo>
                  <a:pt x="753910" y="483096"/>
                </a:lnTo>
                <a:lnTo>
                  <a:pt x="733016" y="504333"/>
                </a:lnTo>
                <a:cubicBezTo>
                  <a:pt x="719162" y="518413"/>
                  <a:pt x="719345" y="541059"/>
                  <a:pt x="733426" y="554913"/>
                </a:cubicBezTo>
                <a:cubicBezTo>
                  <a:pt x="747507" y="568767"/>
                  <a:pt x="770152" y="568583"/>
                  <a:pt x="784007" y="554503"/>
                </a:cubicBezTo>
                <a:lnTo>
                  <a:pt x="864318" y="472878"/>
                </a:lnTo>
                <a:lnTo>
                  <a:pt x="869302" y="465238"/>
                </a:lnTo>
                <a:lnTo>
                  <a:pt x="871991" y="461251"/>
                </a:lnTo>
                <a:lnTo>
                  <a:pt x="872070" y="460997"/>
                </a:lnTo>
                <a:lnTo>
                  <a:pt x="872079" y="460982"/>
                </a:lnTo>
                <a:lnTo>
                  <a:pt x="872087" y="460942"/>
                </a:lnTo>
                <a:lnTo>
                  <a:pt x="874075" y="454537"/>
                </a:lnTo>
                <a:cubicBezTo>
                  <a:pt x="874551" y="452209"/>
                  <a:pt x="874801" y="449799"/>
                  <a:pt x="874801" y="447329"/>
                </a:cubicBezTo>
                <a:cubicBezTo>
                  <a:pt x="874802" y="444860"/>
                  <a:pt x="874552" y="442449"/>
                  <a:pt x="874076" y="440121"/>
                </a:cubicBezTo>
                <a:lnTo>
                  <a:pt x="872087" y="433715"/>
                </a:lnTo>
                <a:lnTo>
                  <a:pt x="872079" y="433677"/>
                </a:lnTo>
                <a:lnTo>
                  <a:pt x="872071" y="433662"/>
                </a:lnTo>
                <a:lnTo>
                  <a:pt x="871991" y="433407"/>
                </a:lnTo>
                <a:lnTo>
                  <a:pt x="869292" y="429403"/>
                </a:lnTo>
                <a:lnTo>
                  <a:pt x="864319" y="421781"/>
                </a:lnTo>
                <a:lnTo>
                  <a:pt x="784007" y="340156"/>
                </a:lnTo>
                <a:cubicBezTo>
                  <a:pt x="777079" y="333117"/>
                  <a:pt x="767954" y="329550"/>
                  <a:pt x="758801" y="329475"/>
                </a:cubicBezTo>
                <a:close/>
                <a:moveTo>
                  <a:pt x="364662" y="225921"/>
                </a:moveTo>
                <a:cubicBezTo>
                  <a:pt x="355509" y="225995"/>
                  <a:pt x="346383" y="229561"/>
                  <a:pt x="339456" y="236601"/>
                </a:cubicBezTo>
                <a:lnTo>
                  <a:pt x="259145" y="318226"/>
                </a:lnTo>
                <a:lnTo>
                  <a:pt x="254173" y="325848"/>
                </a:lnTo>
                <a:lnTo>
                  <a:pt x="251473" y="329852"/>
                </a:lnTo>
                <a:lnTo>
                  <a:pt x="251394" y="330107"/>
                </a:lnTo>
                <a:lnTo>
                  <a:pt x="251384" y="330122"/>
                </a:lnTo>
                <a:lnTo>
                  <a:pt x="251376" y="330161"/>
                </a:lnTo>
                <a:lnTo>
                  <a:pt x="249389" y="336566"/>
                </a:lnTo>
                <a:cubicBezTo>
                  <a:pt x="248912" y="338894"/>
                  <a:pt x="248662" y="341305"/>
                  <a:pt x="248662" y="343774"/>
                </a:cubicBezTo>
                <a:cubicBezTo>
                  <a:pt x="248662" y="346244"/>
                  <a:pt x="248912" y="348654"/>
                  <a:pt x="249389" y="350982"/>
                </a:cubicBezTo>
                <a:lnTo>
                  <a:pt x="251377" y="357387"/>
                </a:lnTo>
                <a:lnTo>
                  <a:pt x="251384" y="357428"/>
                </a:lnTo>
                <a:lnTo>
                  <a:pt x="251393" y="357443"/>
                </a:lnTo>
                <a:lnTo>
                  <a:pt x="251473" y="357696"/>
                </a:lnTo>
                <a:lnTo>
                  <a:pt x="254161" y="361684"/>
                </a:lnTo>
                <a:lnTo>
                  <a:pt x="259145" y="369323"/>
                </a:lnTo>
                <a:lnTo>
                  <a:pt x="339456" y="450948"/>
                </a:lnTo>
                <a:cubicBezTo>
                  <a:pt x="353310" y="465028"/>
                  <a:pt x="375957" y="465212"/>
                  <a:pt x="390037" y="451358"/>
                </a:cubicBezTo>
                <a:cubicBezTo>
                  <a:pt x="404118" y="437503"/>
                  <a:pt x="404302" y="414858"/>
                  <a:pt x="390448" y="400777"/>
                </a:cubicBezTo>
                <a:lnTo>
                  <a:pt x="369553" y="379542"/>
                </a:lnTo>
                <a:lnTo>
                  <a:pt x="580730" y="379541"/>
                </a:lnTo>
                <a:cubicBezTo>
                  <a:pt x="590606" y="379541"/>
                  <a:pt x="599549" y="375538"/>
                  <a:pt x="606021" y="369065"/>
                </a:cubicBezTo>
                <a:lnTo>
                  <a:pt x="616497" y="343774"/>
                </a:lnTo>
                <a:lnTo>
                  <a:pt x="606021" y="318483"/>
                </a:lnTo>
                <a:cubicBezTo>
                  <a:pt x="599549" y="312010"/>
                  <a:pt x="590606" y="308006"/>
                  <a:pt x="580730" y="308006"/>
                </a:cubicBezTo>
                <a:lnTo>
                  <a:pt x="369553" y="308007"/>
                </a:lnTo>
                <a:lnTo>
                  <a:pt x="390447" y="286772"/>
                </a:lnTo>
                <a:cubicBezTo>
                  <a:pt x="404302" y="272691"/>
                  <a:pt x="404118" y="250045"/>
                  <a:pt x="390038" y="236191"/>
                </a:cubicBezTo>
                <a:cubicBezTo>
                  <a:pt x="382997" y="229264"/>
                  <a:pt x="373816" y="225846"/>
                  <a:pt x="364662" y="225921"/>
                </a:cubicBezTo>
                <a:close/>
                <a:moveTo>
                  <a:pt x="99325" y="0"/>
                </a:moveTo>
                <a:lnTo>
                  <a:pt x="1024137" y="0"/>
                </a:lnTo>
                <a:cubicBezTo>
                  <a:pt x="1078993" y="0"/>
                  <a:pt x="1123462" y="44469"/>
                  <a:pt x="1123462" y="99325"/>
                </a:cubicBezTo>
                <a:lnTo>
                  <a:pt x="1123462" y="1024137"/>
                </a:lnTo>
                <a:cubicBezTo>
                  <a:pt x="1123462" y="1078993"/>
                  <a:pt x="1078993" y="1123462"/>
                  <a:pt x="1024137" y="1123462"/>
                </a:cubicBezTo>
                <a:lnTo>
                  <a:pt x="99325" y="1123462"/>
                </a:lnTo>
                <a:cubicBezTo>
                  <a:pt x="44469" y="1123462"/>
                  <a:pt x="0" y="1078993"/>
                  <a:pt x="0" y="1024137"/>
                </a:cubicBezTo>
                <a:lnTo>
                  <a:pt x="0" y="99325"/>
                </a:lnTo>
                <a:cubicBezTo>
                  <a:pt x="0" y="44469"/>
                  <a:pt x="44469" y="0"/>
                  <a:pt x="99325" y="0"/>
                </a:cubicBezTo>
                <a:close/>
              </a:path>
            </a:pathLst>
          </a:custGeom>
          <a:solidFill>
            <a:schemeClr val="bg1">
              <a:lumMod val="75000"/>
            </a:schemeClr>
          </a:solidFill>
          <a:ln w="6350" cap="flat" cmpd="sng" algn="ctr">
            <a:noFill/>
            <a:prstDash val="solid"/>
          </a:ln>
          <a:effectLst/>
        </p:spPr>
        <p:txBody>
          <a:bodyPr rtlCol="0" anchor="ctr"/>
          <a:lstStyle/>
          <a:p>
            <a:pPr algn="ctr" defTabSz="342512" fontAlgn="base">
              <a:spcBef>
                <a:spcPct val="0"/>
              </a:spcBef>
              <a:spcAft>
                <a:spcPct val="0"/>
              </a:spcAft>
              <a:defRPr/>
            </a:pPr>
            <a:endParaRPr kumimoji="0" lang="en-US" sz="1400" kern="0">
              <a:solidFill>
                <a:srgbClr val="FFFFFF"/>
              </a:solidFill>
              <a:latin typeface="Noto Sans CJK SC Light"/>
            </a:endParaRPr>
          </a:p>
        </p:txBody>
      </p:sp>
      <p:grpSp>
        <p:nvGrpSpPr>
          <p:cNvPr id="610" name="グループ化 609">
            <a:extLst>
              <a:ext uri="{FF2B5EF4-FFF2-40B4-BE49-F238E27FC236}">
                <a16:creationId xmlns:a16="http://schemas.microsoft.com/office/drawing/2014/main" id="{0FBB0864-3375-EB8A-5F49-D92ED885EA1B}"/>
              </a:ext>
            </a:extLst>
          </p:cNvPr>
          <p:cNvGrpSpPr/>
          <p:nvPr/>
        </p:nvGrpSpPr>
        <p:grpSpPr>
          <a:xfrm>
            <a:off x="10009127" y="1358911"/>
            <a:ext cx="620136" cy="413811"/>
            <a:chOff x="10317495" y="1361869"/>
            <a:chExt cx="620136" cy="413811"/>
          </a:xfrm>
        </p:grpSpPr>
        <p:sp>
          <p:nvSpPr>
            <p:cNvPr id="540" name="Freeform 290">
              <a:extLst>
                <a:ext uri="{FF2B5EF4-FFF2-40B4-BE49-F238E27FC236}">
                  <a16:creationId xmlns:a16="http://schemas.microsoft.com/office/drawing/2014/main" id="{A5E506B2-1B00-CA5E-A3C5-5230290FD112}"/>
                </a:ext>
              </a:extLst>
            </p:cNvPr>
            <p:cNvSpPr>
              <a:spLocks/>
            </p:cNvSpPr>
            <p:nvPr/>
          </p:nvSpPr>
          <p:spPr bwMode="auto">
            <a:xfrm flipV="1">
              <a:off x="10317495" y="1469517"/>
              <a:ext cx="620136" cy="94557"/>
            </a:xfrm>
            <a:custGeom>
              <a:avLst/>
              <a:gdLst>
                <a:gd name="T0" fmla="*/ 387 w 387"/>
                <a:gd name="T1" fmla="*/ 11 h 62"/>
                <a:gd name="T2" fmla="*/ 387 w 387"/>
                <a:gd name="T3" fmla="*/ 52 h 62"/>
                <a:gd name="T4" fmla="*/ 376 w 387"/>
                <a:gd name="T5" fmla="*/ 62 h 62"/>
                <a:gd name="T6" fmla="*/ 11 w 387"/>
                <a:gd name="T7" fmla="*/ 62 h 62"/>
                <a:gd name="T8" fmla="*/ 0 w 387"/>
                <a:gd name="T9" fmla="*/ 52 h 62"/>
                <a:gd name="T10" fmla="*/ 0 w 387"/>
                <a:gd name="T11" fmla="*/ 11 h 62"/>
                <a:gd name="T12" fmla="*/ 11 w 387"/>
                <a:gd name="T13" fmla="*/ 0 h 62"/>
                <a:gd name="T14" fmla="*/ 376 w 387"/>
                <a:gd name="T15" fmla="*/ 0 h 62"/>
                <a:gd name="T16" fmla="*/ 387 w 387"/>
                <a:gd name="T17" fmla="*/ 11 h 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87" h="62">
                  <a:moveTo>
                    <a:pt x="387" y="11"/>
                  </a:moveTo>
                  <a:cubicBezTo>
                    <a:pt x="387" y="52"/>
                    <a:pt x="387" y="52"/>
                    <a:pt x="387" y="52"/>
                  </a:cubicBezTo>
                  <a:cubicBezTo>
                    <a:pt x="387" y="57"/>
                    <a:pt x="382" y="62"/>
                    <a:pt x="376" y="62"/>
                  </a:cubicBezTo>
                  <a:cubicBezTo>
                    <a:pt x="11" y="62"/>
                    <a:pt x="11" y="62"/>
                    <a:pt x="11" y="62"/>
                  </a:cubicBezTo>
                  <a:cubicBezTo>
                    <a:pt x="5" y="62"/>
                    <a:pt x="0" y="57"/>
                    <a:pt x="0" y="52"/>
                  </a:cubicBezTo>
                  <a:cubicBezTo>
                    <a:pt x="0" y="11"/>
                    <a:pt x="0" y="11"/>
                    <a:pt x="0" y="11"/>
                  </a:cubicBezTo>
                  <a:cubicBezTo>
                    <a:pt x="0" y="5"/>
                    <a:pt x="5" y="0"/>
                    <a:pt x="11" y="0"/>
                  </a:cubicBezTo>
                  <a:cubicBezTo>
                    <a:pt x="376" y="0"/>
                    <a:pt x="376" y="0"/>
                    <a:pt x="376" y="0"/>
                  </a:cubicBezTo>
                  <a:cubicBezTo>
                    <a:pt x="382" y="0"/>
                    <a:pt x="387" y="5"/>
                    <a:pt x="387" y="11"/>
                  </a:cubicBezTo>
                </a:path>
              </a:pathLst>
            </a:custGeom>
            <a:solidFill>
              <a:srgbClr val="13D7C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457189"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282828"/>
                </a:solidFill>
                <a:effectLst/>
                <a:uLnTx/>
                <a:uFillTx/>
                <a:latin typeface="Noto Sans CJK SC Light"/>
              </a:endParaRPr>
            </a:p>
          </p:txBody>
        </p:sp>
        <p:sp>
          <p:nvSpPr>
            <p:cNvPr id="541" name="Line 291">
              <a:extLst>
                <a:ext uri="{FF2B5EF4-FFF2-40B4-BE49-F238E27FC236}">
                  <a16:creationId xmlns:a16="http://schemas.microsoft.com/office/drawing/2014/main" id="{FA1CA125-2A10-FC18-847E-C2B10D0D46CC}"/>
                </a:ext>
              </a:extLst>
            </p:cNvPr>
            <p:cNvSpPr>
              <a:spLocks noChangeShapeType="1"/>
            </p:cNvSpPr>
            <p:nvPr/>
          </p:nvSpPr>
          <p:spPr bwMode="auto">
            <a:xfrm>
              <a:off x="10349737" y="1492793"/>
              <a:ext cx="0" cy="46551"/>
            </a:xfrm>
            <a:prstGeom prst="line">
              <a:avLst/>
            </a:prstGeom>
            <a:solidFill>
              <a:srgbClr val="13D7CE"/>
            </a:solidFill>
            <a:ln w="11113" cap="rnd">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defTabSz="457189"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282828"/>
                </a:solidFill>
                <a:effectLst/>
                <a:uLnTx/>
                <a:uFillTx/>
                <a:latin typeface="Noto Sans CJK SC Light"/>
              </a:endParaRPr>
            </a:p>
          </p:txBody>
        </p:sp>
        <p:sp>
          <p:nvSpPr>
            <p:cNvPr id="542" name="Line 292">
              <a:extLst>
                <a:ext uri="{FF2B5EF4-FFF2-40B4-BE49-F238E27FC236}">
                  <a16:creationId xmlns:a16="http://schemas.microsoft.com/office/drawing/2014/main" id="{EA05BEE9-CF1E-DB72-4128-409DBD6F21A9}"/>
                </a:ext>
              </a:extLst>
            </p:cNvPr>
            <p:cNvSpPr>
              <a:spLocks noChangeShapeType="1"/>
            </p:cNvSpPr>
            <p:nvPr/>
          </p:nvSpPr>
          <p:spPr bwMode="auto">
            <a:xfrm>
              <a:off x="10378757" y="1492793"/>
              <a:ext cx="0" cy="46551"/>
            </a:xfrm>
            <a:prstGeom prst="line">
              <a:avLst/>
            </a:prstGeom>
            <a:solidFill>
              <a:srgbClr val="13D7CE"/>
            </a:solidFill>
            <a:ln w="11113" cap="rnd">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defTabSz="457189"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282828"/>
                </a:solidFill>
                <a:effectLst/>
                <a:uLnTx/>
                <a:uFillTx/>
                <a:latin typeface="Noto Sans CJK SC Light"/>
              </a:endParaRPr>
            </a:p>
          </p:txBody>
        </p:sp>
        <p:sp>
          <p:nvSpPr>
            <p:cNvPr id="543" name="Line 293">
              <a:extLst>
                <a:ext uri="{FF2B5EF4-FFF2-40B4-BE49-F238E27FC236}">
                  <a16:creationId xmlns:a16="http://schemas.microsoft.com/office/drawing/2014/main" id="{8CF855B4-DADD-F5F2-1EAE-F05C95E9896B}"/>
                </a:ext>
              </a:extLst>
            </p:cNvPr>
            <p:cNvSpPr>
              <a:spLocks noChangeShapeType="1"/>
            </p:cNvSpPr>
            <p:nvPr/>
          </p:nvSpPr>
          <p:spPr bwMode="auto">
            <a:xfrm>
              <a:off x="10409306" y="1492793"/>
              <a:ext cx="0" cy="46551"/>
            </a:xfrm>
            <a:prstGeom prst="line">
              <a:avLst/>
            </a:prstGeom>
            <a:solidFill>
              <a:srgbClr val="13D7CE"/>
            </a:solidFill>
            <a:ln w="11113" cap="rnd">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defTabSz="457189"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282828"/>
                </a:solidFill>
                <a:effectLst/>
                <a:uLnTx/>
                <a:uFillTx/>
                <a:latin typeface="Noto Sans CJK SC Light"/>
              </a:endParaRPr>
            </a:p>
          </p:txBody>
        </p:sp>
        <p:sp>
          <p:nvSpPr>
            <p:cNvPr id="544" name="Line 294">
              <a:extLst>
                <a:ext uri="{FF2B5EF4-FFF2-40B4-BE49-F238E27FC236}">
                  <a16:creationId xmlns:a16="http://schemas.microsoft.com/office/drawing/2014/main" id="{E6488988-B0D3-878E-729F-A098E59A197B}"/>
                </a:ext>
              </a:extLst>
            </p:cNvPr>
            <p:cNvSpPr>
              <a:spLocks noChangeShapeType="1"/>
            </p:cNvSpPr>
            <p:nvPr/>
          </p:nvSpPr>
          <p:spPr bwMode="auto">
            <a:xfrm>
              <a:off x="10436800" y="1492793"/>
              <a:ext cx="0" cy="46551"/>
            </a:xfrm>
            <a:prstGeom prst="line">
              <a:avLst/>
            </a:prstGeom>
            <a:solidFill>
              <a:srgbClr val="13D7CE"/>
            </a:solidFill>
            <a:ln w="11113" cap="rnd">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defTabSz="457189"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282828"/>
                </a:solidFill>
                <a:effectLst/>
                <a:uLnTx/>
                <a:uFillTx/>
                <a:latin typeface="Noto Sans CJK SC Light"/>
              </a:endParaRPr>
            </a:p>
          </p:txBody>
        </p:sp>
        <p:sp>
          <p:nvSpPr>
            <p:cNvPr id="545" name="Line 295">
              <a:extLst>
                <a:ext uri="{FF2B5EF4-FFF2-40B4-BE49-F238E27FC236}">
                  <a16:creationId xmlns:a16="http://schemas.microsoft.com/office/drawing/2014/main" id="{C516770F-AEA5-7F85-DE57-BB074F89C831}"/>
                </a:ext>
              </a:extLst>
            </p:cNvPr>
            <p:cNvSpPr>
              <a:spLocks noChangeShapeType="1"/>
            </p:cNvSpPr>
            <p:nvPr/>
          </p:nvSpPr>
          <p:spPr bwMode="auto">
            <a:xfrm>
              <a:off x="10465821" y="1492793"/>
              <a:ext cx="0" cy="46551"/>
            </a:xfrm>
            <a:prstGeom prst="line">
              <a:avLst/>
            </a:prstGeom>
            <a:solidFill>
              <a:srgbClr val="13D7CE"/>
            </a:solidFill>
            <a:ln w="11113" cap="rnd">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defTabSz="457189"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282828"/>
                </a:solidFill>
                <a:effectLst/>
                <a:uLnTx/>
                <a:uFillTx/>
                <a:latin typeface="Noto Sans CJK SC Light"/>
              </a:endParaRPr>
            </a:p>
          </p:txBody>
        </p:sp>
        <p:sp>
          <p:nvSpPr>
            <p:cNvPr id="546" name="Freeform 302">
              <a:extLst>
                <a:ext uri="{FF2B5EF4-FFF2-40B4-BE49-F238E27FC236}">
                  <a16:creationId xmlns:a16="http://schemas.microsoft.com/office/drawing/2014/main" id="{09C860DC-9AAD-47D3-594D-7C609AC452CF}"/>
                </a:ext>
              </a:extLst>
            </p:cNvPr>
            <p:cNvSpPr>
              <a:spLocks/>
            </p:cNvSpPr>
            <p:nvPr/>
          </p:nvSpPr>
          <p:spPr bwMode="auto">
            <a:xfrm flipV="1">
              <a:off x="10317495" y="1361869"/>
              <a:ext cx="620136" cy="94557"/>
            </a:xfrm>
            <a:custGeom>
              <a:avLst/>
              <a:gdLst>
                <a:gd name="T0" fmla="*/ 387 w 387"/>
                <a:gd name="T1" fmla="*/ 10 h 62"/>
                <a:gd name="T2" fmla="*/ 387 w 387"/>
                <a:gd name="T3" fmla="*/ 51 h 62"/>
                <a:gd name="T4" fmla="*/ 376 w 387"/>
                <a:gd name="T5" fmla="*/ 62 h 62"/>
                <a:gd name="T6" fmla="*/ 11 w 387"/>
                <a:gd name="T7" fmla="*/ 62 h 62"/>
                <a:gd name="T8" fmla="*/ 0 w 387"/>
                <a:gd name="T9" fmla="*/ 51 h 62"/>
                <a:gd name="T10" fmla="*/ 0 w 387"/>
                <a:gd name="T11" fmla="*/ 10 h 62"/>
                <a:gd name="T12" fmla="*/ 11 w 387"/>
                <a:gd name="T13" fmla="*/ 0 h 62"/>
                <a:gd name="T14" fmla="*/ 376 w 387"/>
                <a:gd name="T15" fmla="*/ 0 h 62"/>
                <a:gd name="T16" fmla="*/ 387 w 387"/>
                <a:gd name="T17" fmla="*/ 10 h 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87" h="62">
                  <a:moveTo>
                    <a:pt x="387" y="10"/>
                  </a:moveTo>
                  <a:cubicBezTo>
                    <a:pt x="387" y="51"/>
                    <a:pt x="387" y="51"/>
                    <a:pt x="387" y="51"/>
                  </a:cubicBezTo>
                  <a:cubicBezTo>
                    <a:pt x="387" y="57"/>
                    <a:pt x="382" y="62"/>
                    <a:pt x="376" y="62"/>
                  </a:cubicBezTo>
                  <a:cubicBezTo>
                    <a:pt x="11" y="62"/>
                    <a:pt x="11" y="62"/>
                    <a:pt x="11" y="62"/>
                  </a:cubicBezTo>
                  <a:cubicBezTo>
                    <a:pt x="5" y="62"/>
                    <a:pt x="0" y="57"/>
                    <a:pt x="0" y="51"/>
                  </a:cubicBezTo>
                  <a:cubicBezTo>
                    <a:pt x="0" y="10"/>
                    <a:pt x="0" y="10"/>
                    <a:pt x="0" y="10"/>
                  </a:cubicBezTo>
                  <a:cubicBezTo>
                    <a:pt x="0" y="4"/>
                    <a:pt x="5" y="0"/>
                    <a:pt x="11" y="0"/>
                  </a:cubicBezTo>
                  <a:cubicBezTo>
                    <a:pt x="376" y="0"/>
                    <a:pt x="376" y="0"/>
                    <a:pt x="376" y="0"/>
                  </a:cubicBezTo>
                  <a:cubicBezTo>
                    <a:pt x="382" y="0"/>
                    <a:pt x="387" y="4"/>
                    <a:pt x="387" y="10"/>
                  </a:cubicBezTo>
                </a:path>
              </a:pathLst>
            </a:custGeom>
            <a:solidFill>
              <a:srgbClr val="13D7C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457189"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282828"/>
                </a:solidFill>
                <a:effectLst/>
                <a:uLnTx/>
                <a:uFillTx/>
                <a:latin typeface="Noto Sans CJK SC Light"/>
              </a:endParaRPr>
            </a:p>
          </p:txBody>
        </p:sp>
        <p:sp>
          <p:nvSpPr>
            <p:cNvPr id="547" name="Line 303">
              <a:extLst>
                <a:ext uri="{FF2B5EF4-FFF2-40B4-BE49-F238E27FC236}">
                  <a16:creationId xmlns:a16="http://schemas.microsoft.com/office/drawing/2014/main" id="{801A598C-30A0-751F-8895-64F6BE4C5FD5}"/>
                </a:ext>
              </a:extLst>
            </p:cNvPr>
            <p:cNvSpPr>
              <a:spLocks noChangeShapeType="1"/>
            </p:cNvSpPr>
            <p:nvPr/>
          </p:nvSpPr>
          <p:spPr bwMode="auto">
            <a:xfrm>
              <a:off x="10349737" y="1386599"/>
              <a:ext cx="0" cy="48006"/>
            </a:xfrm>
            <a:prstGeom prst="line">
              <a:avLst/>
            </a:prstGeom>
            <a:solidFill>
              <a:srgbClr val="13D7CE"/>
            </a:solidFill>
            <a:ln w="11113" cap="rnd">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defTabSz="457189"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282828"/>
                </a:solidFill>
                <a:effectLst/>
                <a:uLnTx/>
                <a:uFillTx/>
                <a:latin typeface="Noto Sans CJK SC Light"/>
              </a:endParaRPr>
            </a:p>
          </p:txBody>
        </p:sp>
        <p:sp>
          <p:nvSpPr>
            <p:cNvPr id="548" name="Line 304">
              <a:extLst>
                <a:ext uri="{FF2B5EF4-FFF2-40B4-BE49-F238E27FC236}">
                  <a16:creationId xmlns:a16="http://schemas.microsoft.com/office/drawing/2014/main" id="{D3E9A056-D219-4AC1-4E98-7C6F97801D3E}"/>
                </a:ext>
              </a:extLst>
            </p:cNvPr>
            <p:cNvSpPr>
              <a:spLocks noChangeShapeType="1"/>
            </p:cNvSpPr>
            <p:nvPr/>
          </p:nvSpPr>
          <p:spPr bwMode="auto">
            <a:xfrm>
              <a:off x="10378757" y="1386599"/>
              <a:ext cx="0" cy="48006"/>
            </a:xfrm>
            <a:prstGeom prst="line">
              <a:avLst/>
            </a:prstGeom>
            <a:solidFill>
              <a:srgbClr val="13D7CE"/>
            </a:solidFill>
            <a:ln w="11113" cap="rnd">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defTabSz="457189"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282828"/>
                </a:solidFill>
                <a:effectLst/>
                <a:uLnTx/>
                <a:uFillTx/>
                <a:latin typeface="Noto Sans CJK SC Light"/>
              </a:endParaRPr>
            </a:p>
          </p:txBody>
        </p:sp>
        <p:sp>
          <p:nvSpPr>
            <p:cNvPr id="549" name="Line 305">
              <a:extLst>
                <a:ext uri="{FF2B5EF4-FFF2-40B4-BE49-F238E27FC236}">
                  <a16:creationId xmlns:a16="http://schemas.microsoft.com/office/drawing/2014/main" id="{29B3414A-93F8-7334-6246-B682B8D60769}"/>
                </a:ext>
              </a:extLst>
            </p:cNvPr>
            <p:cNvSpPr>
              <a:spLocks noChangeShapeType="1"/>
            </p:cNvSpPr>
            <p:nvPr/>
          </p:nvSpPr>
          <p:spPr bwMode="auto">
            <a:xfrm>
              <a:off x="10409306" y="1386599"/>
              <a:ext cx="0" cy="48006"/>
            </a:xfrm>
            <a:prstGeom prst="line">
              <a:avLst/>
            </a:prstGeom>
            <a:solidFill>
              <a:srgbClr val="13D7CE"/>
            </a:solidFill>
            <a:ln w="11113" cap="rnd">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defTabSz="457189"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282828"/>
                </a:solidFill>
                <a:effectLst/>
                <a:uLnTx/>
                <a:uFillTx/>
                <a:latin typeface="Noto Sans CJK SC Light"/>
              </a:endParaRPr>
            </a:p>
          </p:txBody>
        </p:sp>
        <p:sp>
          <p:nvSpPr>
            <p:cNvPr id="550" name="Line 306">
              <a:extLst>
                <a:ext uri="{FF2B5EF4-FFF2-40B4-BE49-F238E27FC236}">
                  <a16:creationId xmlns:a16="http://schemas.microsoft.com/office/drawing/2014/main" id="{4464DC68-4328-0310-D67D-4BA14F8965FE}"/>
                </a:ext>
              </a:extLst>
            </p:cNvPr>
            <p:cNvSpPr>
              <a:spLocks noChangeShapeType="1"/>
            </p:cNvSpPr>
            <p:nvPr/>
          </p:nvSpPr>
          <p:spPr bwMode="auto">
            <a:xfrm>
              <a:off x="10436800" y="1386599"/>
              <a:ext cx="0" cy="48006"/>
            </a:xfrm>
            <a:prstGeom prst="line">
              <a:avLst/>
            </a:prstGeom>
            <a:solidFill>
              <a:srgbClr val="13D7CE"/>
            </a:solidFill>
            <a:ln w="11113" cap="rnd">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defTabSz="457189"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282828"/>
                </a:solidFill>
                <a:effectLst/>
                <a:uLnTx/>
                <a:uFillTx/>
                <a:latin typeface="Noto Sans CJK SC Light"/>
              </a:endParaRPr>
            </a:p>
          </p:txBody>
        </p:sp>
        <p:sp>
          <p:nvSpPr>
            <p:cNvPr id="551" name="Line 307">
              <a:extLst>
                <a:ext uri="{FF2B5EF4-FFF2-40B4-BE49-F238E27FC236}">
                  <a16:creationId xmlns:a16="http://schemas.microsoft.com/office/drawing/2014/main" id="{E2298ED3-4E8E-D69F-F754-4C792871330C}"/>
                </a:ext>
              </a:extLst>
            </p:cNvPr>
            <p:cNvSpPr>
              <a:spLocks noChangeShapeType="1"/>
            </p:cNvSpPr>
            <p:nvPr/>
          </p:nvSpPr>
          <p:spPr bwMode="auto">
            <a:xfrm>
              <a:off x="10465821" y="1386599"/>
              <a:ext cx="0" cy="48006"/>
            </a:xfrm>
            <a:prstGeom prst="line">
              <a:avLst/>
            </a:prstGeom>
            <a:solidFill>
              <a:srgbClr val="13D7CE"/>
            </a:solidFill>
            <a:ln w="11113" cap="rnd">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defTabSz="457189"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282828"/>
                </a:solidFill>
                <a:effectLst/>
                <a:uLnTx/>
                <a:uFillTx/>
                <a:latin typeface="Noto Sans CJK SC Light"/>
              </a:endParaRPr>
            </a:p>
          </p:txBody>
        </p:sp>
        <p:sp>
          <p:nvSpPr>
            <p:cNvPr id="597" name="Freeform 290">
              <a:extLst>
                <a:ext uri="{FF2B5EF4-FFF2-40B4-BE49-F238E27FC236}">
                  <a16:creationId xmlns:a16="http://schemas.microsoft.com/office/drawing/2014/main" id="{9F7DBBF3-6B56-C391-0124-31C7145F9464}"/>
                </a:ext>
              </a:extLst>
            </p:cNvPr>
            <p:cNvSpPr>
              <a:spLocks/>
            </p:cNvSpPr>
            <p:nvPr/>
          </p:nvSpPr>
          <p:spPr bwMode="auto">
            <a:xfrm flipV="1">
              <a:off x="10317495" y="1681123"/>
              <a:ext cx="620136" cy="94557"/>
            </a:xfrm>
            <a:custGeom>
              <a:avLst/>
              <a:gdLst>
                <a:gd name="T0" fmla="*/ 387 w 387"/>
                <a:gd name="T1" fmla="*/ 11 h 62"/>
                <a:gd name="T2" fmla="*/ 387 w 387"/>
                <a:gd name="T3" fmla="*/ 52 h 62"/>
                <a:gd name="T4" fmla="*/ 376 w 387"/>
                <a:gd name="T5" fmla="*/ 62 h 62"/>
                <a:gd name="T6" fmla="*/ 11 w 387"/>
                <a:gd name="T7" fmla="*/ 62 h 62"/>
                <a:gd name="T8" fmla="*/ 0 w 387"/>
                <a:gd name="T9" fmla="*/ 52 h 62"/>
                <a:gd name="T10" fmla="*/ 0 w 387"/>
                <a:gd name="T11" fmla="*/ 11 h 62"/>
                <a:gd name="T12" fmla="*/ 11 w 387"/>
                <a:gd name="T13" fmla="*/ 0 h 62"/>
                <a:gd name="T14" fmla="*/ 376 w 387"/>
                <a:gd name="T15" fmla="*/ 0 h 62"/>
                <a:gd name="T16" fmla="*/ 387 w 387"/>
                <a:gd name="T17" fmla="*/ 11 h 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87" h="62">
                  <a:moveTo>
                    <a:pt x="387" y="11"/>
                  </a:moveTo>
                  <a:cubicBezTo>
                    <a:pt x="387" y="52"/>
                    <a:pt x="387" y="52"/>
                    <a:pt x="387" y="52"/>
                  </a:cubicBezTo>
                  <a:cubicBezTo>
                    <a:pt x="387" y="57"/>
                    <a:pt x="382" y="62"/>
                    <a:pt x="376" y="62"/>
                  </a:cubicBezTo>
                  <a:cubicBezTo>
                    <a:pt x="11" y="62"/>
                    <a:pt x="11" y="62"/>
                    <a:pt x="11" y="62"/>
                  </a:cubicBezTo>
                  <a:cubicBezTo>
                    <a:pt x="5" y="62"/>
                    <a:pt x="0" y="57"/>
                    <a:pt x="0" y="52"/>
                  </a:cubicBezTo>
                  <a:cubicBezTo>
                    <a:pt x="0" y="11"/>
                    <a:pt x="0" y="11"/>
                    <a:pt x="0" y="11"/>
                  </a:cubicBezTo>
                  <a:cubicBezTo>
                    <a:pt x="0" y="5"/>
                    <a:pt x="5" y="0"/>
                    <a:pt x="11" y="0"/>
                  </a:cubicBezTo>
                  <a:cubicBezTo>
                    <a:pt x="376" y="0"/>
                    <a:pt x="376" y="0"/>
                    <a:pt x="376" y="0"/>
                  </a:cubicBezTo>
                  <a:cubicBezTo>
                    <a:pt x="382" y="0"/>
                    <a:pt x="387" y="5"/>
                    <a:pt x="387" y="11"/>
                  </a:cubicBezTo>
                </a:path>
              </a:pathLst>
            </a:custGeom>
            <a:solidFill>
              <a:srgbClr val="13D7C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457189"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282828"/>
                </a:solidFill>
                <a:effectLst/>
                <a:uLnTx/>
                <a:uFillTx/>
                <a:latin typeface="Noto Sans CJK SC Light"/>
              </a:endParaRPr>
            </a:p>
          </p:txBody>
        </p:sp>
        <p:sp>
          <p:nvSpPr>
            <p:cNvPr id="598" name="Line 291">
              <a:extLst>
                <a:ext uri="{FF2B5EF4-FFF2-40B4-BE49-F238E27FC236}">
                  <a16:creationId xmlns:a16="http://schemas.microsoft.com/office/drawing/2014/main" id="{2A88E555-EFD9-F504-F462-27E8C8B589E0}"/>
                </a:ext>
              </a:extLst>
            </p:cNvPr>
            <p:cNvSpPr>
              <a:spLocks noChangeShapeType="1"/>
            </p:cNvSpPr>
            <p:nvPr/>
          </p:nvSpPr>
          <p:spPr bwMode="auto">
            <a:xfrm>
              <a:off x="10346517" y="1704399"/>
              <a:ext cx="0" cy="46551"/>
            </a:xfrm>
            <a:prstGeom prst="line">
              <a:avLst/>
            </a:prstGeom>
            <a:solidFill>
              <a:srgbClr val="13D7CE"/>
            </a:solidFill>
            <a:ln w="11113" cap="rnd">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defTabSz="457189"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282828"/>
                </a:solidFill>
                <a:effectLst/>
                <a:uLnTx/>
                <a:uFillTx/>
                <a:latin typeface="Noto Sans CJK SC Light"/>
              </a:endParaRPr>
            </a:p>
          </p:txBody>
        </p:sp>
        <p:sp>
          <p:nvSpPr>
            <p:cNvPr id="599" name="Line 292">
              <a:extLst>
                <a:ext uri="{FF2B5EF4-FFF2-40B4-BE49-F238E27FC236}">
                  <a16:creationId xmlns:a16="http://schemas.microsoft.com/office/drawing/2014/main" id="{B631EA0E-4725-9685-F14F-F1EF76652064}"/>
                </a:ext>
              </a:extLst>
            </p:cNvPr>
            <p:cNvSpPr>
              <a:spLocks noChangeShapeType="1"/>
            </p:cNvSpPr>
            <p:nvPr/>
          </p:nvSpPr>
          <p:spPr bwMode="auto">
            <a:xfrm>
              <a:off x="10375537" y="1704399"/>
              <a:ext cx="0" cy="46551"/>
            </a:xfrm>
            <a:prstGeom prst="line">
              <a:avLst/>
            </a:prstGeom>
            <a:solidFill>
              <a:srgbClr val="13D7CE"/>
            </a:solidFill>
            <a:ln w="11113" cap="rnd">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defTabSz="457189"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282828"/>
                </a:solidFill>
                <a:effectLst/>
                <a:uLnTx/>
                <a:uFillTx/>
                <a:latin typeface="Noto Sans CJK SC Light"/>
              </a:endParaRPr>
            </a:p>
          </p:txBody>
        </p:sp>
        <p:sp>
          <p:nvSpPr>
            <p:cNvPr id="600" name="Line 293">
              <a:extLst>
                <a:ext uri="{FF2B5EF4-FFF2-40B4-BE49-F238E27FC236}">
                  <a16:creationId xmlns:a16="http://schemas.microsoft.com/office/drawing/2014/main" id="{19121682-5128-35E1-AF03-64B2DD6E9093}"/>
                </a:ext>
              </a:extLst>
            </p:cNvPr>
            <p:cNvSpPr>
              <a:spLocks noChangeShapeType="1"/>
            </p:cNvSpPr>
            <p:nvPr/>
          </p:nvSpPr>
          <p:spPr bwMode="auto">
            <a:xfrm>
              <a:off x="10406086" y="1704399"/>
              <a:ext cx="0" cy="46551"/>
            </a:xfrm>
            <a:prstGeom prst="line">
              <a:avLst/>
            </a:prstGeom>
            <a:solidFill>
              <a:srgbClr val="13D7CE"/>
            </a:solidFill>
            <a:ln w="11113" cap="rnd">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defTabSz="457189"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282828"/>
                </a:solidFill>
                <a:effectLst/>
                <a:uLnTx/>
                <a:uFillTx/>
                <a:latin typeface="Noto Sans CJK SC Light"/>
              </a:endParaRPr>
            </a:p>
          </p:txBody>
        </p:sp>
        <p:sp>
          <p:nvSpPr>
            <p:cNvPr id="601" name="Line 294">
              <a:extLst>
                <a:ext uri="{FF2B5EF4-FFF2-40B4-BE49-F238E27FC236}">
                  <a16:creationId xmlns:a16="http://schemas.microsoft.com/office/drawing/2014/main" id="{7EBB1E70-07AF-8E63-5D6E-115D651E91CA}"/>
                </a:ext>
              </a:extLst>
            </p:cNvPr>
            <p:cNvSpPr>
              <a:spLocks noChangeShapeType="1"/>
            </p:cNvSpPr>
            <p:nvPr/>
          </p:nvSpPr>
          <p:spPr bwMode="auto">
            <a:xfrm>
              <a:off x="10433580" y="1704399"/>
              <a:ext cx="0" cy="46551"/>
            </a:xfrm>
            <a:prstGeom prst="line">
              <a:avLst/>
            </a:prstGeom>
            <a:solidFill>
              <a:srgbClr val="13D7CE"/>
            </a:solidFill>
            <a:ln w="11113" cap="rnd">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defTabSz="457189"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282828"/>
                </a:solidFill>
                <a:effectLst/>
                <a:uLnTx/>
                <a:uFillTx/>
                <a:latin typeface="Noto Sans CJK SC Light"/>
              </a:endParaRPr>
            </a:p>
          </p:txBody>
        </p:sp>
        <p:sp>
          <p:nvSpPr>
            <p:cNvPr id="602" name="Line 295">
              <a:extLst>
                <a:ext uri="{FF2B5EF4-FFF2-40B4-BE49-F238E27FC236}">
                  <a16:creationId xmlns:a16="http://schemas.microsoft.com/office/drawing/2014/main" id="{DEB2EE36-C3EF-2E40-AB2F-24A9E3D4C756}"/>
                </a:ext>
              </a:extLst>
            </p:cNvPr>
            <p:cNvSpPr>
              <a:spLocks noChangeShapeType="1"/>
            </p:cNvSpPr>
            <p:nvPr/>
          </p:nvSpPr>
          <p:spPr bwMode="auto">
            <a:xfrm>
              <a:off x="10462601" y="1704399"/>
              <a:ext cx="0" cy="46551"/>
            </a:xfrm>
            <a:prstGeom prst="line">
              <a:avLst/>
            </a:prstGeom>
            <a:solidFill>
              <a:srgbClr val="13D7CE"/>
            </a:solidFill>
            <a:ln w="11113" cap="rnd">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defTabSz="457189"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282828"/>
                </a:solidFill>
                <a:effectLst/>
                <a:uLnTx/>
                <a:uFillTx/>
                <a:latin typeface="Noto Sans CJK SC Light"/>
              </a:endParaRPr>
            </a:p>
          </p:txBody>
        </p:sp>
        <p:sp>
          <p:nvSpPr>
            <p:cNvPr id="603" name="Freeform 302">
              <a:extLst>
                <a:ext uri="{FF2B5EF4-FFF2-40B4-BE49-F238E27FC236}">
                  <a16:creationId xmlns:a16="http://schemas.microsoft.com/office/drawing/2014/main" id="{6C551C7B-AACA-52DF-B5FA-3DE16CCC3D11}"/>
                </a:ext>
              </a:extLst>
            </p:cNvPr>
            <p:cNvSpPr>
              <a:spLocks/>
            </p:cNvSpPr>
            <p:nvPr/>
          </p:nvSpPr>
          <p:spPr bwMode="auto">
            <a:xfrm flipV="1">
              <a:off x="10317495" y="1573475"/>
              <a:ext cx="620136" cy="94557"/>
            </a:xfrm>
            <a:custGeom>
              <a:avLst/>
              <a:gdLst>
                <a:gd name="T0" fmla="*/ 387 w 387"/>
                <a:gd name="T1" fmla="*/ 10 h 62"/>
                <a:gd name="T2" fmla="*/ 387 w 387"/>
                <a:gd name="T3" fmla="*/ 51 h 62"/>
                <a:gd name="T4" fmla="*/ 376 w 387"/>
                <a:gd name="T5" fmla="*/ 62 h 62"/>
                <a:gd name="T6" fmla="*/ 11 w 387"/>
                <a:gd name="T7" fmla="*/ 62 h 62"/>
                <a:gd name="T8" fmla="*/ 0 w 387"/>
                <a:gd name="T9" fmla="*/ 51 h 62"/>
                <a:gd name="T10" fmla="*/ 0 w 387"/>
                <a:gd name="T11" fmla="*/ 10 h 62"/>
                <a:gd name="T12" fmla="*/ 11 w 387"/>
                <a:gd name="T13" fmla="*/ 0 h 62"/>
                <a:gd name="T14" fmla="*/ 376 w 387"/>
                <a:gd name="T15" fmla="*/ 0 h 62"/>
                <a:gd name="T16" fmla="*/ 387 w 387"/>
                <a:gd name="T17" fmla="*/ 10 h 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87" h="62">
                  <a:moveTo>
                    <a:pt x="387" y="10"/>
                  </a:moveTo>
                  <a:cubicBezTo>
                    <a:pt x="387" y="51"/>
                    <a:pt x="387" y="51"/>
                    <a:pt x="387" y="51"/>
                  </a:cubicBezTo>
                  <a:cubicBezTo>
                    <a:pt x="387" y="57"/>
                    <a:pt x="382" y="62"/>
                    <a:pt x="376" y="62"/>
                  </a:cubicBezTo>
                  <a:cubicBezTo>
                    <a:pt x="11" y="62"/>
                    <a:pt x="11" y="62"/>
                    <a:pt x="11" y="62"/>
                  </a:cubicBezTo>
                  <a:cubicBezTo>
                    <a:pt x="5" y="62"/>
                    <a:pt x="0" y="57"/>
                    <a:pt x="0" y="51"/>
                  </a:cubicBezTo>
                  <a:cubicBezTo>
                    <a:pt x="0" y="10"/>
                    <a:pt x="0" y="10"/>
                    <a:pt x="0" y="10"/>
                  </a:cubicBezTo>
                  <a:cubicBezTo>
                    <a:pt x="0" y="4"/>
                    <a:pt x="5" y="0"/>
                    <a:pt x="11" y="0"/>
                  </a:cubicBezTo>
                  <a:cubicBezTo>
                    <a:pt x="376" y="0"/>
                    <a:pt x="376" y="0"/>
                    <a:pt x="376" y="0"/>
                  </a:cubicBezTo>
                  <a:cubicBezTo>
                    <a:pt x="382" y="0"/>
                    <a:pt x="387" y="4"/>
                    <a:pt x="387" y="10"/>
                  </a:cubicBezTo>
                </a:path>
              </a:pathLst>
            </a:custGeom>
            <a:solidFill>
              <a:srgbClr val="13D7C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457189"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282828"/>
                </a:solidFill>
                <a:effectLst/>
                <a:uLnTx/>
                <a:uFillTx/>
                <a:latin typeface="Noto Sans CJK SC Light"/>
              </a:endParaRPr>
            </a:p>
          </p:txBody>
        </p:sp>
        <p:sp>
          <p:nvSpPr>
            <p:cNvPr id="604" name="Line 303">
              <a:extLst>
                <a:ext uri="{FF2B5EF4-FFF2-40B4-BE49-F238E27FC236}">
                  <a16:creationId xmlns:a16="http://schemas.microsoft.com/office/drawing/2014/main" id="{A5C562DD-EBBB-9EC7-0699-764671B60135}"/>
                </a:ext>
              </a:extLst>
            </p:cNvPr>
            <p:cNvSpPr>
              <a:spLocks noChangeShapeType="1"/>
            </p:cNvSpPr>
            <p:nvPr/>
          </p:nvSpPr>
          <p:spPr bwMode="auto">
            <a:xfrm>
              <a:off x="10346517" y="1598205"/>
              <a:ext cx="0" cy="48006"/>
            </a:xfrm>
            <a:prstGeom prst="line">
              <a:avLst/>
            </a:prstGeom>
            <a:solidFill>
              <a:srgbClr val="13D7CE"/>
            </a:solidFill>
            <a:ln w="11113" cap="rnd">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defTabSz="457189"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282828"/>
                </a:solidFill>
                <a:effectLst/>
                <a:uLnTx/>
                <a:uFillTx/>
                <a:latin typeface="Noto Sans CJK SC Light"/>
              </a:endParaRPr>
            </a:p>
          </p:txBody>
        </p:sp>
        <p:sp>
          <p:nvSpPr>
            <p:cNvPr id="605" name="Line 304">
              <a:extLst>
                <a:ext uri="{FF2B5EF4-FFF2-40B4-BE49-F238E27FC236}">
                  <a16:creationId xmlns:a16="http://schemas.microsoft.com/office/drawing/2014/main" id="{654E21B9-4E43-4027-3B48-D61B9CDCD060}"/>
                </a:ext>
              </a:extLst>
            </p:cNvPr>
            <p:cNvSpPr>
              <a:spLocks noChangeShapeType="1"/>
            </p:cNvSpPr>
            <p:nvPr/>
          </p:nvSpPr>
          <p:spPr bwMode="auto">
            <a:xfrm>
              <a:off x="10375537" y="1598205"/>
              <a:ext cx="0" cy="48006"/>
            </a:xfrm>
            <a:prstGeom prst="line">
              <a:avLst/>
            </a:prstGeom>
            <a:solidFill>
              <a:srgbClr val="13D7CE"/>
            </a:solidFill>
            <a:ln w="11113" cap="rnd">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defTabSz="457189"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282828"/>
                </a:solidFill>
                <a:effectLst/>
                <a:uLnTx/>
                <a:uFillTx/>
                <a:latin typeface="Noto Sans CJK SC Light"/>
              </a:endParaRPr>
            </a:p>
          </p:txBody>
        </p:sp>
        <p:sp>
          <p:nvSpPr>
            <p:cNvPr id="606" name="Line 305">
              <a:extLst>
                <a:ext uri="{FF2B5EF4-FFF2-40B4-BE49-F238E27FC236}">
                  <a16:creationId xmlns:a16="http://schemas.microsoft.com/office/drawing/2014/main" id="{FCB3F686-FC5D-092E-4385-F9CCFBE2DBA2}"/>
                </a:ext>
              </a:extLst>
            </p:cNvPr>
            <p:cNvSpPr>
              <a:spLocks noChangeShapeType="1"/>
            </p:cNvSpPr>
            <p:nvPr/>
          </p:nvSpPr>
          <p:spPr bwMode="auto">
            <a:xfrm>
              <a:off x="10406086" y="1598205"/>
              <a:ext cx="0" cy="48006"/>
            </a:xfrm>
            <a:prstGeom prst="line">
              <a:avLst/>
            </a:prstGeom>
            <a:solidFill>
              <a:srgbClr val="13D7CE"/>
            </a:solidFill>
            <a:ln w="11113" cap="rnd">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defTabSz="457189"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282828"/>
                </a:solidFill>
                <a:effectLst/>
                <a:uLnTx/>
                <a:uFillTx/>
                <a:latin typeface="Noto Sans CJK SC Light"/>
              </a:endParaRPr>
            </a:p>
          </p:txBody>
        </p:sp>
        <p:sp>
          <p:nvSpPr>
            <p:cNvPr id="607" name="Line 306">
              <a:extLst>
                <a:ext uri="{FF2B5EF4-FFF2-40B4-BE49-F238E27FC236}">
                  <a16:creationId xmlns:a16="http://schemas.microsoft.com/office/drawing/2014/main" id="{8040C013-FB53-2269-0A89-FCA35BFB204C}"/>
                </a:ext>
              </a:extLst>
            </p:cNvPr>
            <p:cNvSpPr>
              <a:spLocks noChangeShapeType="1"/>
            </p:cNvSpPr>
            <p:nvPr/>
          </p:nvSpPr>
          <p:spPr bwMode="auto">
            <a:xfrm>
              <a:off x="10433580" y="1598205"/>
              <a:ext cx="0" cy="48006"/>
            </a:xfrm>
            <a:prstGeom prst="line">
              <a:avLst/>
            </a:prstGeom>
            <a:solidFill>
              <a:srgbClr val="13D7CE"/>
            </a:solidFill>
            <a:ln w="11113" cap="rnd">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defTabSz="457189"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282828"/>
                </a:solidFill>
                <a:effectLst/>
                <a:uLnTx/>
                <a:uFillTx/>
                <a:latin typeface="Noto Sans CJK SC Light"/>
              </a:endParaRPr>
            </a:p>
          </p:txBody>
        </p:sp>
        <p:sp>
          <p:nvSpPr>
            <p:cNvPr id="608" name="Line 307">
              <a:extLst>
                <a:ext uri="{FF2B5EF4-FFF2-40B4-BE49-F238E27FC236}">
                  <a16:creationId xmlns:a16="http://schemas.microsoft.com/office/drawing/2014/main" id="{BBF01086-007F-B9D8-D1AA-A6EC81F87AD9}"/>
                </a:ext>
              </a:extLst>
            </p:cNvPr>
            <p:cNvSpPr>
              <a:spLocks noChangeShapeType="1"/>
            </p:cNvSpPr>
            <p:nvPr/>
          </p:nvSpPr>
          <p:spPr bwMode="auto">
            <a:xfrm>
              <a:off x="10462601" y="1598205"/>
              <a:ext cx="0" cy="48006"/>
            </a:xfrm>
            <a:prstGeom prst="line">
              <a:avLst/>
            </a:prstGeom>
            <a:solidFill>
              <a:srgbClr val="13D7CE"/>
            </a:solidFill>
            <a:ln w="11113" cap="rnd">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defTabSz="457189"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282828"/>
                </a:solidFill>
                <a:effectLst/>
                <a:uLnTx/>
                <a:uFillTx/>
                <a:latin typeface="Noto Sans CJK SC Light"/>
              </a:endParaRPr>
            </a:p>
          </p:txBody>
        </p:sp>
      </p:grpSp>
      <p:sp>
        <p:nvSpPr>
          <p:cNvPr id="611" name="文本框 659">
            <a:extLst>
              <a:ext uri="{FF2B5EF4-FFF2-40B4-BE49-F238E27FC236}">
                <a16:creationId xmlns:a16="http://schemas.microsoft.com/office/drawing/2014/main" id="{6589C54B-707F-8DEE-EA19-AB55DAFA3656}"/>
              </a:ext>
            </a:extLst>
          </p:cNvPr>
          <p:cNvSpPr txBox="1"/>
          <p:nvPr/>
        </p:nvSpPr>
        <p:spPr>
          <a:xfrm>
            <a:off x="107734" y="5276592"/>
            <a:ext cx="1723549" cy="276999"/>
          </a:xfrm>
          <a:prstGeom prst="rect">
            <a:avLst/>
          </a:prstGeom>
          <a:noFill/>
        </p:spPr>
        <p:txBody>
          <a:bodyPr wrap="none" rtlCol="0">
            <a:spAutoFit/>
          </a:bodyPr>
          <a:lstStyle/>
          <a:p>
            <a:pPr defTabSz="685800"/>
            <a:r>
              <a:rPr lang="ja-JP" altLang="en-US" sz="1200" b="1" dirty="0">
                <a:solidFill>
                  <a:srgbClr val="3C3C3C"/>
                </a:solidFill>
                <a:latin typeface="Noto Sans CJK SC Light"/>
              </a:rPr>
              <a:t>イントラネットワーク</a:t>
            </a:r>
            <a:endParaRPr lang="en-US" altLang="zh-CN" sz="1200" b="1" dirty="0">
              <a:solidFill>
                <a:srgbClr val="3C3C3C"/>
              </a:solidFill>
              <a:latin typeface="Noto Sans CJK SC Light"/>
            </a:endParaRPr>
          </a:p>
        </p:txBody>
      </p:sp>
      <p:sp>
        <p:nvSpPr>
          <p:cNvPr id="614" name="文本框 607">
            <a:extLst>
              <a:ext uri="{FF2B5EF4-FFF2-40B4-BE49-F238E27FC236}">
                <a16:creationId xmlns:a16="http://schemas.microsoft.com/office/drawing/2014/main" id="{CE427CB0-B1C5-8D74-1A2C-29A4C8902D88}"/>
              </a:ext>
            </a:extLst>
          </p:cNvPr>
          <p:cNvSpPr txBox="1"/>
          <p:nvPr/>
        </p:nvSpPr>
        <p:spPr>
          <a:xfrm>
            <a:off x="2912660" y="4953361"/>
            <a:ext cx="389850" cy="215444"/>
          </a:xfrm>
          <a:prstGeom prst="rect">
            <a:avLst/>
          </a:prstGeom>
          <a:noFill/>
        </p:spPr>
        <p:txBody>
          <a:bodyPr wrap="none" rtlCol="0">
            <a:spAutoFit/>
          </a:bodyPr>
          <a:lstStyle/>
          <a:p>
            <a:pPr algn="ctr" defTabSz="685800"/>
            <a:r>
              <a:rPr lang="ja-JP" altLang="en-US" sz="800" dirty="0">
                <a:solidFill>
                  <a:srgbClr val="FFFFFF"/>
                </a:solidFill>
                <a:latin typeface="Noto Sans CJK SC Light"/>
              </a:rPr>
              <a:t>施設</a:t>
            </a:r>
            <a:endParaRPr lang="zh-CN" altLang="en-US" sz="800" dirty="0">
              <a:solidFill>
                <a:srgbClr val="FFFFFF"/>
              </a:solidFill>
              <a:latin typeface="Noto Sans CJK SC Light"/>
            </a:endParaRPr>
          </a:p>
        </p:txBody>
      </p:sp>
      <p:sp>
        <p:nvSpPr>
          <p:cNvPr id="615" name="文本框 609">
            <a:extLst>
              <a:ext uri="{FF2B5EF4-FFF2-40B4-BE49-F238E27FC236}">
                <a16:creationId xmlns:a16="http://schemas.microsoft.com/office/drawing/2014/main" id="{FFEFEC5E-47F5-BE66-ECC1-0D94AE0C8244}"/>
              </a:ext>
            </a:extLst>
          </p:cNvPr>
          <p:cNvSpPr txBox="1"/>
          <p:nvPr/>
        </p:nvSpPr>
        <p:spPr>
          <a:xfrm>
            <a:off x="3397467" y="5054667"/>
            <a:ext cx="492443" cy="215444"/>
          </a:xfrm>
          <a:prstGeom prst="rect">
            <a:avLst/>
          </a:prstGeom>
          <a:noFill/>
        </p:spPr>
        <p:txBody>
          <a:bodyPr wrap="none" rtlCol="0">
            <a:spAutoFit/>
          </a:bodyPr>
          <a:lstStyle/>
          <a:p>
            <a:pPr defTabSz="685800"/>
            <a:r>
              <a:rPr lang="ja-JP" altLang="en-US" sz="800" dirty="0">
                <a:solidFill>
                  <a:srgbClr val="FFFFFF"/>
                </a:solidFill>
                <a:latin typeface="Noto Sans CJK SC Light"/>
              </a:rPr>
              <a:t>発電機</a:t>
            </a:r>
            <a:endParaRPr lang="zh-CN" altLang="en-US" sz="800" dirty="0">
              <a:solidFill>
                <a:srgbClr val="FFFFFF"/>
              </a:solidFill>
              <a:latin typeface="Noto Sans CJK SC Light"/>
            </a:endParaRPr>
          </a:p>
        </p:txBody>
      </p:sp>
      <p:sp>
        <p:nvSpPr>
          <p:cNvPr id="616" name="文本框 609">
            <a:extLst>
              <a:ext uri="{FF2B5EF4-FFF2-40B4-BE49-F238E27FC236}">
                <a16:creationId xmlns:a16="http://schemas.microsoft.com/office/drawing/2014/main" id="{081EE1FC-A687-89D9-F93B-FCF0229411C6}"/>
              </a:ext>
            </a:extLst>
          </p:cNvPr>
          <p:cNvSpPr txBox="1"/>
          <p:nvPr/>
        </p:nvSpPr>
        <p:spPr>
          <a:xfrm>
            <a:off x="4041654" y="5085616"/>
            <a:ext cx="389850" cy="215444"/>
          </a:xfrm>
          <a:prstGeom prst="rect">
            <a:avLst/>
          </a:prstGeom>
          <a:noFill/>
        </p:spPr>
        <p:txBody>
          <a:bodyPr wrap="none" rtlCol="0">
            <a:spAutoFit/>
          </a:bodyPr>
          <a:lstStyle/>
          <a:p>
            <a:pPr defTabSz="685800"/>
            <a:r>
              <a:rPr lang="ja-JP" altLang="en-US" sz="800" dirty="0">
                <a:solidFill>
                  <a:srgbClr val="FFFFFF"/>
                </a:solidFill>
                <a:latin typeface="Noto Sans CJK SC Light"/>
              </a:rPr>
              <a:t>計測</a:t>
            </a:r>
            <a:endParaRPr lang="zh-CN" altLang="en-US" sz="800" dirty="0">
              <a:solidFill>
                <a:srgbClr val="FFFFFF"/>
              </a:solidFill>
              <a:latin typeface="Noto Sans CJK SC Light"/>
            </a:endParaRPr>
          </a:p>
        </p:txBody>
      </p:sp>
      <p:cxnSp>
        <p:nvCxnSpPr>
          <p:cNvPr id="620" name="直線矢印コネクタ 619">
            <a:extLst>
              <a:ext uri="{FF2B5EF4-FFF2-40B4-BE49-F238E27FC236}">
                <a16:creationId xmlns:a16="http://schemas.microsoft.com/office/drawing/2014/main" id="{534A1B67-A73E-339C-EC60-2E09AA5FBC23}"/>
              </a:ext>
            </a:extLst>
          </p:cNvPr>
          <p:cNvCxnSpPr/>
          <p:nvPr/>
        </p:nvCxnSpPr>
        <p:spPr>
          <a:xfrm>
            <a:off x="3594026" y="2225963"/>
            <a:ext cx="540000" cy="0"/>
          </a:xfrm>
          <a:prstGeom prst="straightConnector1">
            <a:avLst/>
          </a:prstGeom>
          <a:ln>
            <a:solidFill>
              <a:srgbClr val="2FD3CA"/>
            </a:solidFill>
            <a:tailEnd type="triangle"/>
          </a:ln>
        </p:spPr>
        <p:style>
          <a:lnRef idx="1">
            <a:schemeClr val="accent1"/>
          </a:lnRef>
          <a:fillRef idx="0">
            <a:schemeClr val="accent1"/>
          </a:fillRef>
          <a:effectRef idx="0">
            <a:schemeClr val="accent1"/>
          </a:effectRef>
          <a:fontRef idx="minor">
            <a:schemeClr val="tx1"/>
          </a:fontRef>
        </p:style>
      </p:cxnSp>
      <p:cxnSp>
        <p:nvCxnSpPr>
          <p:cNvPr id="621" name="直線矢印コネクタ 620">
            <a:extLst>
              <a:ext uri="{FF2B5EF4-FFF2-40B4-BE49-F238E27FC236}">
                <a16:creationId xmlns:a16="http://schemas.microsoft.com/office/drawing/2014/main" id="{81C7FCAB-8B1C-880A-8481-2E10A09F0B39}"/>
              </a:ext>
            </a:extLst>
          </p:cNvPr>
          <p:cNvCxnSpPr>
            <a:cxnSpLocks/>
          </p:cNvCxnSpPr>
          <p:nvPr/>
        </p:nvCxnSpPr>
        <p:spPr>
          <a:xfrm flipH="1">
            <a:off x="3598688" y="2115126"/>
            <a:ext cx="540000" cy="0"/>
          </a:xfrm>
          <a:prstGeom prst="straightConnector1">
            <a:avLst/>
          </a:prstGeom>
          <a:ln>
            <a:solidFill>
              <a:srgbClr val="2FD3CA"/>
            </a:solidFill>
            <a:tailEnd type="triangle"/>
          </a:ln>
        </p:spPr>
        <p:style>
          <a:lnRef idx="1">
            <a:schemeClr val="accent1"/>
          </a:lnRef>
          <a:fillRef idx="0">
            <a:schemeClr val="accent1"/>
          </a:fillRef>
          <a:effectRef idx="0">
            <a:schemeClr val="accent1"/>
          </a:effectRef>
          <a:fontRef idx="minor">
            <a:schemeClr val="tx1"/>
          </a:fontRef>
        </p:style>
      </p:cxnSp>
      <p:cxnSp>
        <p:nvCxnSpPr>
          <p:cNvPr id="622" name="直線矢印コネクタ 621">
            <a:extLst>
              <a:ext uri="{FF2B5EF4-FFF2-40B4-BE49-F238E27FC236}">
                <a16:creationId xmlns:a16="http://schemas.microsoft.com/office/drawing/2014/main" id="{19BCBEA1-7B52-B299-C701-3441246903B1}"/>
              </a:ext>
            </a:extLst>
          </p:cNvPr>
          <p:cNvCxnSpPr/>
          <p:nvPr/>
        </p:nvCxnSpPr>
        <p:spPr>
          <a:xfrm>
            <a:off x="4490414" y="2225963"/>
            <a:ext cx="540000" cy="0"/>
          </a:xfrm>
          <a:prstGeom prst="straightConnector1">
            <a:avLst/>
          </a:prstGeom>
          <a:ln>
            <a:solidFill>
              <a:srgbClr val="2FD3CA"/>
            </a:solidFill>
            <a:tailEnd type="triangle"/>
          </a:ln>
        </p:spPr>
        <p:style>
          <a:lnRef idx="1">
            <a:schemeClr val="accent1"/>
          </a:lnRef>
          <a:fillRef idx="0">
            <a:schemeClr val="accent1"/>
          </a:fillRef>
          <a:effectRef idx="0">
            <a:schemeClr val="accent1"/>
          </a:effectRef>
          <a:fontRef idx="minor">
            <a:schemeClr val="tx1"/>
          </a:fontRef>
        </p:style>
      </p:cxnSp>
      <p:cxnSp>
        <p:nvCxnSpPr>
          <p:cNvPr id="623" name="直線矢印コネクタ 622">
            <a:extLst>
              <a:ext uri="{FF2B5EF4-FFF2-40B4-BE49-F238E27FC236}">
                <a16:creationId xmlns:a16="http://schemas.microsoft.com/office/drawing/2014/main" id="{969D9274-D0E1-E6CF-F11F-720679185437}"/>
              </a:ext>
            </a:extLst>
          </p:cNvPr>
          <p:cNvCxnSpPr>
            <a:cxnSpLocks/>
          </p:cNvCxnSpPr>
          <p:nvPr/>
        </p:nvCxnSpPr>
        <p:spPr>
          <a:xfrm flipH="1">
            <a:off x="4495076" y="2115126"/>
            <a:ext cx="540000" cy="0"/>
          </a:xfrm>
          <a:prstGeom prst="straightConnector1">
            <a:avLst/>
          </a:prstGeom>
          <a:ln>
            <a:solidFill>
              <a:srgbClr val="2FD3CA"/>
            </a:solidFill>
            <a:tailEnd type="triangle"/>
          </a:ln>
        </p:spPr>
        <p:style>
          <a:lnRef idx="1">
            <a:schemeClr val="accent1"/>
          </a:lnRef>
          <a:fillRef idx="0">
            <a:schemeClr val="accent1"/>
          </a:fillRef>
          <a:effectRef idx="0">
            <a:schemeClr val="accent1"/>
          </a:effectRef>
          <a:fontRef idx="minor">
            <a:schemeClr val="tx1"/>
          </a:fontRef>
        </p:style>
      </p:cxnSp>
      <p:cxnSp>
        <p:nvCxnSpPr>
          <p:cNvPr id="626" name="直线连接符 45">
            <a:extLst>
              <a:ext uri="{FF2B5EF4-FFF2-40B4-BE49-F238E27FC236}">
                <a16:creationId xmlns:a16="http://schemas.microsoft.com/office/drawing/2014/main" id="{1509BF55-6C3F-ADBC-FE59-975007FEE300}"/>
              </a:ext>
            </a:extLst>
          </p:cNvPr>
          <p:cNvCxnSpPr>
            <a:cxnSpLocks/>
            <a:endCxn id="8" idx="2"/>
          </p:cNvCxnSpPr>
          <p:nvPr/>
        </p:nvCxnSpPr>
        <p:spPr>
          <a:xfrm flipH="1" flipV="1">
            <a:off x="5221556" y="2440442"/>
            <a:ext cx="4360425" cy="304074"/>
          </a:xfrm>
          <a:prstGeom prst="line">
            <a:avLst/>
          </a:prstGeom>
          <a:noFill/>
          <a:ln w="6350" cap="flat" cmpd="sng" algn="ctr">
            <a:solidFill>
              <a:schemeClr val="bg1"/>
            </a:solidFill>
            <a:prstDash val="solid"/>
            <a:miter lim="800000"/>
          </a:ln>
          <a:effectLst/>
        </p:spPr>
      </p:cxnSp>
      <p:sp>
        <p:nvSpPr>
          <p:cNvPr id="633" name="文本框 656">
            <a:extLst>
              <a:ext uri="{FF2B5EF4-FFF2-40B4-BE49-F238E27FC236}">
                <a16:creationId xmlns:a16="http://schemas.microsoft.com/office/drawing/2014/main" id="{9B74A06A-1D23-84D3-2E5F-C5E8CCE73B61}"/>
              </a:ext>
            </a:extLst>
          </p:cNvPr>
          <p:cNvSpPr txBox="1"/>
          <p:nvPr/>
        </p:nvSpPr>
        <p:spPr>
          <a:xfrm>
            <a:off x="1851289" y="2692727"/>
            <a:ext cx="518091" cy="246221"/>
          </a:xfrm>
          <a:prstGeom prst="rect">
            <a:avLst/>
          </a:prstGeom>
          <a:noFill/>
        </p:spPr>
        <p:txBody>
          <a:bodyPr wrap="none" rtlCol="0">
            <a:spAutoFit/>
          </a:bodyPr>
          <a:lstStyle/>
          <a:p>
            <a:pPr defTabSz="685800"/>
            <a:r>
              <a:rPr lang="ja-JP" altLang="en-US" sz="1000" b="1" dirty="0">
                <a:solidFill>
                  <a:schemeClr val="bg1"/>
                </a:solidFill>
                <a:latin typeface="Noto Sans CJK SC Light"/>
              </a:rPr>
              <a:t>子局</a:t>
            </a:r>
            <a:r>
              <a:rPr lang="en-US" altLang="ja-JP" sz="1000" b="1" dirty="0">
                <a:solidFill>
                  <a:schemeClr val="bg1"/>
                </a:solidFill>
                <a:latin typeface="Noto Sans CJK SC Light"/>
              </a:rPr>
              <a:t>A</a:t>
            </a:r>
          </a:p>
        </p:txBody>
      </p:sp>
      <p:sp>
        <p:nvSpPr>
          <p:cNvPr id="634" name="文本框 656">
            <a:extLst>
              <a:ext uri="{FF2B5EF4-FFF2-40B4-BE49-F238E27FC236}">
                <a16:creationId xmlns:a16="http://schemas.microsoft.com/office/drawing/2014/main" id="{3FDB326E-D59E-F6D3-52AA-DB1FDB30E847}"/>
              </a:ext>
            </a:extLst>
          </p:cNvPr>
          <p:cNvSpPr txBox="1"/>
          <p:nvPr/>
        </p:nvSpPr>
        <p:spPr>
          <a:xfrm>
            <a:off x="6649088" y="2638265"/>
            <a:ext cx="526106" cy="246221"/>
          </a:xfrm>
          <a:prstGeom prst="rect">
            <a:avLst/>
          </a:prstGeom>
          <a:noFill/>
        </p:spPr>
        <p:txBody>
          <a:bodyPr wrap="none" rtlCol="0">
            <a:spAutoFit/>
          </a:bodyPr>
          <a:lstStyle/>
          <a:p>
            <a:pPr defTabSz="685800"/>
            <a:r>
              <a:rPr lang="ja-JP" altLang="en-US" sz="1000" b="1" dirty="0">
                <a:solidFill>
                  <a:schemeClr val="bg1"/>
                </a:solidFill>
                <a:latin typeface="Noto Sans CJK SC Light"/>
              </a:rPr>
              <a:t>子局</a:t>
            </a:r>
            <a:r>
              <a:rPr lang="en-US" altLang="ja-JP" sz="1000" b="1" dirty="0">
                <a:solidFill>
                  <a:schemeClr val="bg1"/>
                </a:solidFill>
                <a:latin typeface="Noto Sans CJK SC Light"/>
              </a:rPr>
              <a:t>N</a:t>
            </a:r>
          </a:p>
        </p:txBody>
      </p:sp>
      <p:sp>
        <p:nvSpPr>
          <p:cNvPr id="635" name="文本框 538">
            <a:extLst>
              <a:ext uri="{FF2B5EF4-FFF2-40B4-BE49-F238E27FC236}">
                <a16:creationId xmlns:a16="http://schemas.microsoft.com/office/drawing/2014/main" id="{E3A7C05B-67F2-AB03-014B-AB69949CA652}"/>
              </a:ext>
            </a:extLst>
          </p:cNvPr>
          <p:cNvSpPr txBox="1"/>
          <p:nvPr/>
        </p:nvSpPr>
        <p:spPr>
          <a:xfrm>
            <a:off x="9996964" y="1786057"/>
            <a:ext cx="591829" cy="215444"/>
          </a:xfrm>
          <a:prstGeom prst="rect">
            <a:avLst/>
          </a:prstGeom>
          <a:noFill/>
        </p:spPr>
        <p:txBody>
          <a:bodyPr wrap="none" rtlCol="0">
            <a:spAutoFit/>
          </a:bodyPr>
          <a:lstStyle/>
          <a:p>
            <a:pPr defTabSz="685800"/>
            <a:r>
              <a:rPr lang="en-US" altLang="ja-JP" sz="800" dirty="0">
                <a:solidFill>
                  <a:srgbClr val="FFFFFF"/>
                </a:solidFill>
                <a:latin typeface="Noto Sans CJK SC Light"/>
              </a:rPr>
              <a:t>PI Servers</a:t>
            </a:r>
            <a:endParaRPr lang="zh-CN" altLang="en-US" sz="800" dirty="0">
              <a:solidFill>
                <a:srgbClr val="FFFFFF"/>
              </a:solidFill>
              <a:latin typeface="Noto Sans CJK SC Light"/>
            </a:endParaRPr>
          </a:p>
        </p:txBody>
      </p:sp>
      <p:cxnSp>
        <p:nvCxnSpPr>
          <p:cNvPr id="636" name="直线连接符 48">
            <a:extLst>
              <a:ext uri="{FF2B5EF4-FFF2-40B4-BE49-F238E27FC236}">
                <a16:creationId xmlns:a16="http://schemas.microsoft.com/office/drawing/2014/main" id="{C995A940-368E-0430-3052-8366F251044A}"/>
              </a:ext>
            </a:extLst>
          </p:cNvPr>
          <p:cNvCxnSpPr>
            <a:cxnSpLocks/>
          </p:cNvCxnSpPr>
          <p:nvPr/>
        </p:nvCxnSpPr>
        <p:spPr>
          <a:xfrm flipV="1">
            <a:off x="3676691" y="3757773"/>
            <a:ext cx="1309040" cy="694319"/>
          </a:xfrm>
          <a:prstGeom prst="line">
            <a:avLst/>
          </a:prstGeom>
          <a:noFill/>
          <a:ln w="6350" cap="flat" cmpd="sng" algn="ctr">
            <a:solidFill>
              <a:schemeClr val="bg1"/>
            </a:solidFill>
            <a:prstDash val="solid"/>
            <a:miter lim="800000"/>
          </a:ln>
          <a:effectLst/>
        </p:spPr>
      </p:cxnSp>
      <p:cxnSp>
        <p:nvCxnSpPr>
          <p:cNvPr id="641" name="直線コネクタ 640">
            <a:extLst>
              <a:ext uri="{FF2B5EF4-FFF2-40B4-BE49-F238E27FC236}">
                <a16:creationId xmlns:a16="http://schemas.microsoft.com/office/drawing/2014/main" id="{78D863C6-1E82-2197-9956-42A8DF24A0A8}"/>
              </a:ext>
            </a:extLst>
          </p:cNvPr>
          <p:cNvCxnSpPr/>
          <p:nvPr/>
        </p:nvCxnSpPr>
        <p:spPr>
          <a:xfrm>
            <a:off x="9522170" y="1403313"/>
            <a:ext cx="504000" cy="0"/>
          </a:xfrm>
          <a:prstGeom prst="line">
            <a:avLst/>
          </a:prstGeom>
          <a:ln>
            <a:solidFill>
              <a:srgbClr val="2FD3CA"/>
            </a:solidFill>
          </a:ln>
        </p:spPr>
        <p:style>
          <a:lnRef idx="1">
            <a:schemeClr val="accent1"/>
          </a:lnRef>
          <a:fillRef idx="0">
            <a:schemeClr val="accent1"/>
          </a:fillRef>
          <a:effectRef idx="0">
            <a:schemeClr val="accent1"/>
          </a:effectRef>
          <a:fontRef idx="minor">
            <a:schemeClr val="tx1"/>
          </a:fontRef>
        </p:style>
      </p:cxnSp>
      <p:cxnSp>
        <p:nvCxnSpPr>
          <p:cNvPr id="707" name="直線コネクタ 706">
            <a:extLst>
              <a:ext uri="{FF2B5EF4-FFF2-40B4-BE49-F238E27FC236}">
                <a16:creationId xmlns:a16="http://schemas.microsoft.com/office/drawing/2014/main" id="{AB6F07D1-A919-2FDB-F742-F846C0D6DCA1}"/>
              </a:ext>
            </a:extLst>
          </p:cNvPr>
          <p:cNvCxnSpPr/>
          <p:nvPr/>
        </p:nvCxnSpPr>
        <p:spPr>
          <a:xfrm>
            <a:off x="9522528" y="1456480"/>
            <a:ext cx="504000" cy="0"/>
          </a:xfrm>
          <a:prstGeom prst="line">
            <a:avLst/>
          </a:prstGeom>
          <a:ln>
            <a:solidFill>
              <a:srgbClr val="2FD3CA"/>
            </a:solidFill>
          </a:ln>
        </p:spPr>
        <p:style>
          <a:lnRef idx="1">
            <a:schemeClr val="accent1"/>
          </a:lnRef>
          <a:fillRef idx="0">
            <a:schemeClr val="accent1"/>
          </a:fillRef>
          <a:effectRef idx="0">
            <a:schemeClr val="accent1"/>
          </a:effectRef>
          <a:fontRef idx="minor">
            <a:schemeClr val="tx1"/>
          </a:fontRef>
        </p:style>
      </p:cxnSp>
      <p:cxnSp>
        <p:nvCxnSpPr>
          <p:cNvPr id="708" name="直線コネクタ 707">
            <a:extLst>
              <a:ext uri="{FF2B5EF4-FFF2-40B4-BE49-F238E27FC236}">
                <a16:creationId xmlns:a16="http://schemas.microsoft.com/office/drawing/2014/main" id="{AFF39353-E7C7-C5A6-1803-336D28205325}"/>
              </a:ext>
            </a:extLst>
          </p:cNvPr>
          <p:cNvCxnSpPr/>
          <p:nvPr/>
        </p:nvCxnSpPr>
        <p:spPr>
          <a:xfrm>
            <a:off x="8813278" y="3431796"/>
            <a:ext cx="792000" cy="0"/>
          </a:xfrm>
          <a:prstGeom prst="line">
            <a:avLst/>
          </a:prstGeom>
          <a:ln>
            <a:solidFill>
              <a:srgbClr val="2FD3CA"/>
            </a:solidFill>
          </a:ln>
        </p:spPr>
        <p:style>
          <a:lnRef idx="1">
            <a:schemeClr val="accent1"/>
          </a:lnRef>
          <a:fillRef idx="0">
            <a:schemeClr val="accent1"/>
          </a:fillRef>
          <a:effectRef idx="0">
            <a:schemeClr val="accent1"/>
          </a:effectRef>
          <a:fontRef idx="minor">
            <a:schemeClr val="tx1"/>
          </a:fontRef>
        </p:style>
      </p:cxnSp>
      <p:cxnSp>
        <p:nvCxnSpPr>
          <p:cNvPr id="709" name="直線コネクタ 708">
            <a:extLst>
              <a:ext uri="{FF2B5EF4-FFF2-40B4-BE49-F238E27FC236}">
                <a16:creationId xmlns:a16="http://schemas.microsoft.com/office/drawing/2014/main" id="{D5156594-FAD2-87DD-2ECC-3523B4C64F91}"/>
              </a:ext>
            </a:extLst>
          </p:cNvPr>
          <p:cNvCxnSpPr/>
          <p:nvPr/>
        </p:nvCxnSpPr>
        <p:spPr>
          <a:xfrm>
            <a:off x="8813636" y="3484963"/>
            <a:ext cx="792000" cy="0"/>
          </a:xfrm>
          <a:prstGeom prst="line">
            <a:avLst/>
          </a:prstGeom>
          <a:ln>
            <a:solidFill>
              <a:srgbClr val="2FD3CA"/>
            </a:solidFill>
          </a:ln>
        </p:spPr>
        <p:style>
          <a:lnRef idx="1">
            <a:schemeClr val="accent1"/>
          </a:lnRef>
          <a:fillRef idx="0">
            <a:schemeClr val="accent1"/>
          </a:fillRef>
          <a:effectRef idx="0">
            <a:schemeClr val="accent1"/>
          </a:effectRef>
          <a:fontRef idx="minor">
            <a:schemeClr val="tx1"/>
          </a:fontRef>
        </p:style>
      </p:cxnSp>
      <p:cxnSp>
        <p:nvCxnSpPr>
          <p:cNvPr id="710" name="直線コネクタ 709">
            <a:extLst>
              <a:ext uri="{FF2B5EF4-FFF2-40B4-BE49-F238E27FC236}">
                <a16:creationId xmlns:a16="http://schemas.microsoft.com/office/drawing/2014/main" id="{5F1621BC-74EF-DDF8-DD39-459F8A2DB04E}"/>
              </a:ext>
            </a:extLst>
          </p:cNvPr>
          <p:cNvCxnSpPr/>
          <p:nvPr/>
        </p:nvCxnSpPr>
        <p:spPr>
          <a:xfrm>
            <a:off x="4037673" y="3515694"/>
            <a:ext cx="792000" cy="0"/>
          </a:xfrm>
          <a:prstGeom prst="line">
            <a:avLst/>
          </a:prstGeom>
          <a:ln>
            <a:solidFill>
              <a:srgbClr val="2FD3CA"/>
            </a:solidFill>
          </a:ln>
        </p:spPr>
        <p:style>
          <a:lnRef idx="1">
            <a:schemeClr val="accent1"/>
          </a:lnRef>
          <a:fillRef idx="0">
            <a:schemeClr val="accent1"/>
          </a:fillRef>
          <a:effectRef idx="0">
            <a:schemeClr val="accent1"/>
          </a:effectRef>
          <a:fontRef idx="minor">
            <a:schemeClr val="tx1"/>
          </a:fontRef>
        </p:style>
      </p:cxnSp>
      <p:cxnSp>
        <p:nvCxnSpPr>
          <p:cNvPr id="711" name="直線コネクタ 710">
            <a:extLst>
              <a:ext uri="{FF2B5EF4-FFF2-40B4-BE49-F238E27FC236}">
                <a16:creationId xmlns:a16="http://schemas.microsoft.com/office/drawing/2014/main" id="{9734A3C1-1522-2849-5A1E-2523F6D7C4AC}"/>
              </a:ext>
            </a:extLst>
          </p:cNvPr>
          <p:cNvCxnSpPr/>
          <p:nvPr/>
        </p:nvCxnSpPr>
        <p:spPr>
          <a:xfrm>
            <a:off x="4038031" y="3568861"/>
            <a:ext cx="792000" cy="0"/>
          </a:xfrm>
          <a:prstGeom prst="line">
            <a:avLst/>
          </a:prstGeom>
          <a:ln>
            <a:solidFill>
              <a:srgbClr val="2FD3CA"/>
            </a:solidFill>
          </a:ln>
        </p:spPr>
        <p:style>
          <a:lnRef idx="1">
            <a:schemeClr val="accent1"/>
          </a:lnRef>
          <a:fillRef idx="0">
            <a:schemeClr val="accent1"/>
          </a:fillRef>
          <a:effectRef idx="0">
            <a:schemeClr val="accent1"/>
          </a:effectRef>
          <a:fontRef idx="minor">
            <a:schemeClr val="tx1"/>
          </a:fontRef>
        </p:style>
      </p:cxnSp>
      <p:grpSp>
        <p:nvGrpSpPr>
          <p:cNvPr id="250" name="Group 214">
            <a:extLst>
              <a:ext uri="{FF2B5EF4-FFF2-40B4-BE49-F238E27FC236}">
                <a16:creationId xmlns:a16="http://schemas.microsoft.com/office/drawing/2014/main" id="{9DB89ADB-56AD-FD57-5407-F58A8A897055}"/>
              </a:ext>
            </a:extLst>
          </p:cNvPr>
          <p:cNvGrpSpPr/>
          <p:nvPr/>
        </p:nvGrpSpPr>
        <p:grpSpPr>
          <a:xfrm flipV="1">
            <a:off x="3453516" y="3385661"/>
            <a:ext cx="620136" cy="202205"/>
            <a:chOff x="3804232" y="3841442"/>
            <a:chExt cx="644525" cy="220663"/>
          </a:xfrm>
        </p:grpSpPr>
        <p:sp>
          <p:nvSpPr>
            <p:cNvPr id="251" name="Freeform 290">
              <a:extLst>
                <a:ext uri="{FF2B5EF4-FFF2-40B4-BE49-F238E27FC236}">
                  <a16:creationId xmlns:a16="http://schemas.microsoft.com/office/drawing/2014/main" id="{8609EB76-E175-FB11-A722-8238B9E3A7A3}"/>
                </a:ext>
              </a:extLst>
            </p:cNvPr>
            <p:cNvSpPr>
              <a:spLocks/>
            </p:cNvSpPr>
            <p:nvPr/>
          </p:nvSpPr>
          <p:spPr bwMode="auto">
            <a:xfrm>
              <a:off x="3804232" y="3841442"/>
              <a:ext cx="644525" cy="103188"/>
            </a:xfrm>
            <a:custGeom>
              <a:avLst/>
              <a:gdLst>
                <a:gd name="T0" fmla="*/ 387 w 387"/>
                <a:gd name="T1" fmla="*/ 11 h 62"/>
                <a:gd name="T2" fmla="*/ 387 w 387"/>
                <a:gd name="T3" fmla="*/ 52 h 62"/>
                <a:gd name="T4" fmla="*/ 376 w 387"/>
                <a:gd name="T5" fmla="*/ 62 h 62"/>
                <a:gd name="T6" fmla="*/ 11 w 387"/>
                <a:gd name="T7" fmla="*/ 62 h 62"/>
                <a:gd name="T8" fmla="*/ 0 w 387"/>
                <a:gd name="T9" fmla="*/ 52 h 62"/>
                <a:gd name="T10" fmla="*/ 0 w 387"/>
                <a:gd name="T11" fmla="*/ 11 h 62"/>
                <a:gd name="T12" fmla="*/ 11 w 387"/>
                <a:gd name="T13" fmla="*/ 0 h 62"/>
                <a:gd name="T14" fmla="*/ 376 w 387"/>
                <a:gd name="T15" fmla="*/ 0 h 62"/>
                <a:gd name="T16" fmla="*/ 387 w 387"/>
                <a:gd name="T17" fmla="*/ 11 h 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87" h="62">
                  <a:moveTo>
                    <a:pt x="387" y="11"/>
                  </a:moveTo>
                  <a:cubicBezTo>
                    <a:pt x="387" y="52"/>
                    <a:pt x="387" y="52"/>
                    <a:pt x="387" y="52"/>
                  </a:cubicBezTo>
                  <a:cubicBezTo>
                    <a:pt x="387" y="57"/>
                    <a:pt x="382" y="62"/>
                    <a:pt x="376" y="62"/>
                  </a:cubicBezTo>
                  <a:cubicBezTo>
                    <a:pt x="11" y="62"/>
                    <a:pt x="11" y="62"/>
                    <a:pt x="11" y="62"/>
                  </a:cubicBezTo>
                  <a:cubicBezTo>
                    <a:pt x="5" y="62"/>
                    <a:pt x="0" y="57"/>
                    <a:pt x="0" y="52"/>
                  </a:cubicBezTo>
                  <a:cubicBezTo>
                    <a:pt x="0" y="11"/>
                    <a:pt x="0" y="11"/>
                    <a:pt x="0" y="11"/>
                  </a:cubicBezTo>
                  <a:cubicBezTo>
                    <a:pt x="0" y="5"/>
                    <a:pt x="5" y="0"/>
                    <a:pt x="11" y="0"/>
                  </a:cubicBezTo>
                  <a:cubicBezTo>
                    <a:pt x="376" y="0"/>
                    <a:pt x="376" y="0"/>
                    <a:pt x="376" y="0"/>
                  </a:cubicBezTo>
                  <a:cubicBezTo>
                    <a:pt x="382" y="0"/>
                    <a:pt x="387" y="5"/>
                    <a:pt x="387" y="11"/>
                  </a:cubicBezTo>
                </a:path>
              </a:pathLst>
            </a:custGeom>
            <a:solidFill>
              <a:srgbClr val="3C3C3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457189"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Noto Sans CJK SC Light"/>
              </a:endParaRPr>
            </a:p>
          </p:txBody>
        </p:sp>
        <p:sp>
          <p:nvSpPr>
            <p:cNvPr id="252" name="Line 291">
              <a:extLst>
                <a:ext uri="{FF2B5EF4-FFF2-40B4-BE49-F238E27FC236}">
                  <a16:creationId xmlns:a16="http://schemas.microsoft.com/office/drawing/2014/main" id="{5BFCD01F-CC4C-A92E-A590-B4B4BEC778AE}"/>
                </a:ext>
              </a:extLst>
            </p:cNvPr>
            <p:cNvSpPr>
              <a:spLocks noChangeShapeType="1"/>
            </p:cNvSpPr>
            <p:nvPr/>
          </p:nvSpPr>
          <p:spPr bwMode="auto">
            <a:xfrm flipV="1">
              <a:off x="3834395" y="3868430"/>
              <a:ext cx="0" cy="50800"/>
            </a:xfrm>
            <a:prstGeom prst="line">
              <a:avLst/>
            </a:prstGeom>
            <a:noFill/>
            <a:ln w="11113" cap="rnd">
              <a:solidFill>
                <a:srgbClr val="FFFFFF"/>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defTabSz="457189"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Noto Sans CJK SC Light"/>
              </a:endParaRPr>
            </a:p>
          </p:txBody>
        </p:sp>
        <p:sp>
          <p:nvSpPr>
            <p:cNvPr id="253" name="Line 292">
              <a:extLst>
                <a:ext uri="{FF2B5EF4-FFF2-40B4-BE49-F238E27FC236}">
                  <a16:creationId xmlns:a16="http://schemas.microsoft.com/office/drawing/2014/main" id="{B2837BEC-76A5-FDB2-E30E-BC14A404AC52}"/>
                </a:ext>
              </a:extLst>
            </p:cNvPr>
            <p:cNvSpPr>
              <a:spLocks noChangeShapeType="1"/>
            </p:cNvSpPr>
            <p:nvPr/>
          </p:nvSpPr>
          <p:spPr bwMode="auto">
            <a:xfrm flipV="1">
              <a:off x="3864557" y="3868430"/>
              <a:ext cx="0" cy="50800"/>
            </a:xfrm>
            <a:prstGeom prst="line">
              <a:avLst/>
            </a:prstGeom>
            <a:noFill/>
            <a:ln w="11113" cap="rnd">
              <a:solidFill>
                <a:srgbClr val="FFFFFF"/>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defTabSz="457189"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Noto Sans CJK SC Light"/>
              </a:endParaRPr>
            </a:p>
          </p:txBody>
        </p:sp>
        <p:sp>
          <p:nvSpPr>
            <p:cNvPr id="254" name="Line 293">
              <a:extLst>
                <a:ext uri="{FF2B5EF4-FFF2-40B4-BE49-F238E27FC236}">
                  <a16:creationId xmlns:a16="http://schemas.microsoft.com/office/drawing/2014/main" id="{66C1A838-A39D-137E-8614-A295AA7A0C9A}"/>
                </a:ext>
              </a:extLst>
            </p:cNvPr>
            <p:cNvSpPr>
              <a:spLocks noChangeShapeType="1"/>
            </p:cNvSpPr>
            <p:nvPr/>
          </p:nvSpPr>
          <p:spPr bwMode="auto">
            <a:xfrm flipV="1">
              <a:off x="3896307" y="3868430"/>
              <a:ext cx="0" cy="50800"/>
            </a:xfrm>
            <a:prstGeom prst="line">
              <a:avLst/>
            </a:prstGeom>
            <a:noFill/>
            <a:ln w="11113" cap="rnd">
              <a:solidFill>
                <a:srgbClr val="FFFFFF"/>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defTabSz="457189"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Noto Sans CJK SC Light"/>
              </a:endParaRPr>
            </a:p>
          </p:txBody>
        </p:sp>
        <p:sp>
          <p:nvSpPr>
            <p:cNvPr id="255" name="Line 294">
              <a:extLst>
                <a:ext uri="{FF2B5EF4-FFF2-40B4-BE49-F238E27FC236}">
                  <a16:creationId xmlns:a16="http://schemas.microsoft.com/office/drawing/2014/main" id="{200D1FC8-FAC6-D56D-DFA7-8F80F6089D44}"/>
                </a:ext>
              </a:extLst>
            </p:cNvPr>
            <p:cNvSpPr>
              <a:spLocks noChangeShapeType="1"/>
            </p:cNvSpPr>
            <p:nvPr/>
          </p:nvSpPr>
          <p:spPr bwMode="auto">
            <a:xfrm flipV="1">
              <a:off x="3924882" y="3868430"/>
              <a:ext cx="0" cy="50800"/>
            </a:xfrm>
            <a:prstGeom prst="line">
              <a:avLst/>
            </a:prstGeom>
            <a:noFill/>
            <a:ln w="11113" cap="rnd">
              <a:solidFill>
                <a:srgbClr val="FFFFFF"/>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defTabSz="457189"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Noto Sans CJK SC Light"/>
              </a:endParaRPr>
            </a:p>
          </p:txBody>
        </p:sp>
        <p:sp>
          <p:nvSpPr>
            <p:cNvPr id="320" name="Line 295">
              <a:extLst>
                <a:ext uri="{FF2B5EF4-FFF2-40B4-BE49-F238E27FC236}">
                  <a16:creationId xmlns:a16="http://schemas.microsoft.com/office/drawing/2014/main" id="{27552B30-9905-5EBE-88F7-A78876553897}"/>
                </a:ext>
              </a:extLst>
            </p:cNvPr>
            <p:cNvSpPr>
              <a:spLocks noChangeShapeType="1"/>
            </p:cNvSpPr>
            <p:nvPr/>
          </p:nvSpPr>
          <p:spPr bwMode="auto">
            <a:xfrm flipV="1">
              <a:off x="3955045" y="3868430"/>
              <a:ext cx="0" cy="50800"/>
            </a:xfrm>
            <a:prstGeom prst="line">
              <a:avLst/>
            </a:prstGeom>
            <a:noFill/>
            <a:ln w="11113" cap="rnd">
              <a:solidFill>
                <a:srgbClr val="FFFFFF"/>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defTabSz="457189"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Noto Sans CJK SC Light"/>
              </a:endParaRPr>
            </a:p>
          </p:txBody>
        </p:sp>
        <p:sp>
          <p:nvSpPr>
            <p:cNvPr id="321" name="Freeform 302">
              <a:extLst>
                <a:ext uri="{FF2B5EF4-FFF2-40B4-BE49-F238E27FC236}">
                  <a16:creationId xmlns:a16="http://schemas.microsoft.com/office/drawing/2014/main" id="{B2629B29-5C55-82E4-884E-66EE6E8F872B}"/>
                </a:ext>
              </a:extLst>
            </p:cNvPr>
            <p:cNvSpPr>
              <a:spLocks/>
            </p:cNvSpPr>
            <p:nvPr/>
          </p:nvSpPr>
          <p:spPr bwMode="auto">
            <a:xfrm>
              <a:off x="3804232" y="3958917"/>
              <a:ext cx="644525" cy="103188"/>
            </a:xfrm>
            <a:custGeom>
              <a:avLst/>
              <a:gdLst>
                <a:gd name="T0" fmla="*/ 387 w 387"/>
                <a:gd name="T1" fmla="*/ 10 h 62"/>
                <a:gd name="T2" fmla="*/ 387 w 387"/>
                <a:gd name="T3" fmla="*/ 51 h 62"/>
                <a:gd name="T4" fmla="*/ 376 w 387"/>
                <a:gd name="T5" fmla="*/ 62 h 62"/>
                <a:gd name="T6" fmla="*/ 11 w 387"/>
                <a:gd name="T7" fmla="*/ 62 h 62"/>
                <a:gd name="T8" fmla="*/ 0 w 387"/>
                <a:gd name="T9" fmla="*/ 51 h 62"/>
                <a:gd name="T10" fmla="*/ 0 w 387"/>
                <a:gd name="T11" fmla="*/ 10 h 62"/>
                <a:gd name="T12" fmla="*/ 11 w 387"/>
                <a:gd name="T13" fmla="*/ 0 h 62"/>
                <a:gd name="T14" fmla="*/ 376 w 387"/>
                <a:gd name="T15" fmla="*/ 0 h 62"/>
                <a:gd name="T16" fmla="*/ 387 w 387"/>
                <a:gd name="T17" fmla="*/ 10 h 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87" h="62">
                  <a:moveTo>
                    <a:pt x="387" y="10"/>
                  </a:moveTo>
                  <a:cubicBezTo>
                    <a:pt x="387" y="51"/>
                    <a:pt x="387" y="51"/>
                    <a:pt x="387" y="51"/>
                  </a:cubicBezTo>
                  <a:cubicBezTo>
                    <a:pt x="387" y="57"/>
                    <a:pt x="382" y="62"/>
                    <a:pt x="376" y="62"/>
                  </a:cubicBezTo>
                  <a:cubicBezTo>
                    <a:pt x="11" y="62"/>
                    <a:pt x="11" y="62"/>
                    <a:pt x="11" y="62"/>
                  </a:cubicBezTo>
                  <a:cubicBezTo>
                    <a:pt x="5" y="62"/>
                    <a:pt x="0" y="57"/>
                    <a:pt x="0" y="51"/>
                  </a:cubicBezTo>
                  <a:cubicBezTo>
                    <a:pt x="0" y="10"/>
                    <a:pt x="0" y="10"/>
                    <a:pt x="0" y="10"/>
                  </a:cubicBezTo>
                  <a:cubicBezTo>
                    <a:pt x="0" y="4"/>
                    <a:pt x="5" y="0"/>
                    <a:pt x="11" y="0"/>
                  </a:cubicBezTo>
                  <a:cubicBezTo>
                    <a:pt x="376" y="0"/>
                    <a:pt x="376" y="0"/>
                    <a:pt x="376" y="0"/>
                  </a:cubicBezTo>
                  <a:cubicBezTo>
                    <a:pt x="382" y="0"/>
                    <a:pt x="387" y="4"/>
                    <a:pt x="387" y="10"/>
                  </a:cubicBezTo>
                </a:path>
              </a:pathLst>
            </a:custGeom>
            <a:solidFill>
              <a:srgbClr val="3C3C3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457189"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Noto Sans CJK SC Light"/>
              </a:endParaRPr>
            </a:p>
          </p:txBody>
        </p:sp>
        <p:sp>
          <p:nvSpPr>
            <p:cNvPr id="322" name="Line 303">
              <a:extLst>
                <a:ext uri="{FF2B5EF4-FFF2-40B4-BE49-F238E27FC236}">
                  <a16:creationId xmlns:a16="http://schemas.microsoft.com/office/drawing/2014/main" id="{14639775-5150-D95A-EBD1-ED3C4D0793E7}"/>
                </a:ext>
              </a:extLst>
            </p:cNvPr>
            <p:cNvSpPr>
              <a:spLocks noChangeShapeType="1"/>
            </p:cNvSpPr>
            <p:nvPr/>
          </p:nvSpPr>
          <p:spPr bwMode="auto">
            <a:xfrm flipV="1">
              <a:off x="3834395" y="3982730"/>
              <a:ext cx="0" cy="52388"/>
            </a:xfrm>
            <a:prstGeom prst="line">
              <a:avLst/>
            </a:prstGeom>
            <a:noFill/>
            <a:ln w="11113" cap="rnd">
              <a:solidFill>
                <a:srgbClr val="FFFFFF"/>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defTabSz="457189"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Noto Sans CJK SC Light"/>
              </a:endParaRPr>
            </a:p>
          </p:txBody>
        </p:sp>
        <p:sp>
          <p:nvSpPr>
            <p:cNvPr id="323" name="Line 304">
              <a:extLst>
                <a:ext uri="{FF2B5EF4-FFF2-40B4-BE49-F238E27FC236}">
                  <a16:creationId xmlns:a16="http://schemas.microsoft.com/office/drawing/2014/main" id="{00D6DFE6-70D4-657E-BFD9-B225F947C7E6}"/>
                </a:ext>
              </a:extLst>
            </p:cNvPr>
            <p:cNvSpPr>
              <a:spLocks noChangeShapeType="1"/>
            </p:cNvSpPr>
            <p:nvPr/>
          </p:nvSpPr>
          <p:spPr bwMode="auto">
            <a:xfrm flipV="1">
              <a:off x="3864557" y="3982730"/>
              <a:ext cx="0" cy="52388"/>
            </a:xfrm>
            <a:prstGeom prst="line">
              <a:avLst/>
            </a:prstGeom>
            <a:noFill/>
            <a:ln w="11113" cap="rnd">
              <a:solidFill>
                <a:srgbClr val="FFFFFF"/>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defTabSz="457189"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Noto Sans CJK SC Light"/>
              </a:endParaRPr>
            </a:p>
          </p:txBody>
        </p:sp>
        <p:sp>
          <p:nvSpPr>
            <p:cNvPr id="324" name="Line 305">
              <a:extLst>
                <a:ext uri="{FF2B5EF4-FFF2-40B4-BE49-F238E27FC236}">
                  <a16:creationId xmlns:a16="http://schemas.microsoft.com/office/drawing/2014/main" id="{C8C30D96-33C0-A241-8EAB-123307D332EA}"/>
                </a:ext>
              </a:extLst>
            </p:cNvPr>
            <p:cNvSpPr>
              <a:spLocks noChangeShapeType="1"/>
            </p:cNvSpPr>
            <p:nvPr/>
          </p:nvSpPr>
          <p:spPr bwMode="auto">
            <a:xfrm flipV="1">
              <a:off x="3896307" y="3982730"/>
              <a:ext cx="0" cy="52388"/>
            </a:xfrm>
            <a:prstGeom prst="line">
              <a:avLst/>
            </a:prstGeom>
            <a:noFill/>
            <a:ln w="11113" cap="rnd">
              <a:solidFill>
                <a:srgbClr val="FFFFFF"/>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defTabSz="457189"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Noto Sans CJK SC Light"/>
              </a:endParaRPr>
            </a:p>
          </p:txBody>
        </p:sp>
        <p:sp>
          <p:nvSpPr>
            <p:cNvPr id="325" name="Line 306">
              <a:extLst>
                <a:ext uri="{FF2B5EF4-FFF2-40B4-BE49-F238E27FC236}">
                  <a16:creationId xmlns:a16="http://schemas.microsoft.com/office/drawing/2014/main" id="{AC2D5C99-EE57-B946-16B6-8F33F41F85FB}"/>
                </a:ext>
              </a:extLst>
            </p:cNvPr>
            <p:cNvSpPr>
              <a:spLocks noChangeShapeType="1"/>
            </p:cNvSpPr>
            <p:nvPr/>
          </p:nvSpPr>
          <p:spPr bwMode="auto">
            <a:xfrm flipV="1">
              <a:off x="3924882" y="3982730"/>
              <a:ext cx="0" cy="52388"/>
            </a:xfrm>
            <a:prstGeom prst="line">
              <a:avLst/>
            </a:prstGeom>
            <a:noFill/>
            <a:ln w="11113" cap="rnd">
              <a:solidFill>
                <a:srgbClr val="FFFFFF"/>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defTabSz="457189"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Noto Sans CJK SC Light"/>
              </a:endParaRPr>
            </a:p>
          </p:txBody>
        </p:sp>
        <p:sp>
          <p:nvSpPr>
            <p:cNvPr id="326" name="Line 307">
              <a:extLst>
                <a:ext uri="{FF2B5EF4-FFF2-40B4-BE49-F238E27FC236}">
                  <a16:creationId xmlns:a16="http://schemas.microsoft.com/office/drawing/2014/main" id="{48964E93-FEB2-772A-E6E1-47FDE398140B}"/>
                </a:ext>
              </a:extLst>
            </p:cNvPr>
            <p:cNvSpPr>
              <a:spLocks noChangeShapeType="1"/>
            </p:cNvSpPr>
            <p:nvPr/>
          </p:nvSpPr>
          <p:spPr bwMode="auto">
            <a:xfrm flipV="1">
              <a:off x="3955045" y="3982730"/>
              <a:ext cx="0" cy="52388"/>
            </a:xfrm>
            <a:prstGeom prst="line">
              <a:avLst/>
            </a:prstGeom>
            <a:noFill/>
            <a:ln w="11113" cap="rnd">
              <a:solidFill>
                <a:srgbClr val="FFFFFF"/>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defTabSz="457189"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Noto Sans CJK SC Light"/>
              </a:endParaRPr>
            </a:p>
          </p:txBody>
        </p:sp>
      </p:grpSp>
      <p:grpSp>
        <p:nvGrpSpPr>
          <p:cNvPr id="667" name="Group 214">
            <a:extLst>
              <a:ext uri="{FF2B5EF4-FFF2-40B4-BE49-F238E27FC236}">
                <a16:creationId xmlns:a16="http://schemas.microsoft.com/office/drawing/2014/main" id="{3E052F38-4B3B-3549-D7CA-98A53A756D36}"/>
              </a:ext>
            </a:extLst>
          </p:cNvPr>
          <p:cNvGrpSpPr/>
          <p:nvPr/>
        </p:nvGrpSpPr>
        <p:grpSpPr>
          <a:xfrm flipV="1">
            <a:off x="3461159" y="3146157"/>
            <a:ext cx="620136" cy="202205"/>
            <a:chOff x="3804232" y="3841442"/>
            <a:chExt cx="644525" cy="220663"/>
          </a:xfrm>
        </p:grpSpPr>
        <p:sp>
          <p:nvSpPr>
            <p:cNvPr id="668" name="Freeform 290">
              <a:extLst>
                <a:ext uri="{FF2B5EF4-FFF2-40B4-BE49-F238E27FC236}">
                  <a16:creationId xmlns:a16="http://schemas.microsoft.com/office/drawing/2014/main" id="{EF7B2F5C-8971-595F-1FCA-96BC587CAD61}"/>
                </a:ext>
              </a:extLst>
            </p:cNvPr>
            <p:cNvSpPr>
              <a:spLocks/>
            </p:cNvSpPr>
            <p:nvPr/>
          </p:nvSpPr>
          <p:spPr bwMode="auto">
            <a:xfrm>
              <a:off x="3804232" y="3841442"/>
              <a:ext cx="644525" cy="103188"/>
            </a:xfrm>
            <a:custGeom>
              <a:avLst/>
              <a:gdLst>
                <a:gd name="T0" fmla="*/ 387 w 387"/>
                <a:gd name="T1" fmla="*/ 11 h 62"/>
                <a:gd name="T2" fmla="*/ 387 w 387"/>
                <a:gd name="T3" fmla="*/ 52 h 62"/>
                <a:gd name="T4" fmla="*/ 376 w 387"/>
                <a:gd name="T5" fmla="*/ 62 h 62"/>
                <a:gd name="T6" fmla="*/ 11 w 387"/>
                <a:gd name="T7" fmla="*/ 62 h 62"/>
                <a:gd name="T8" fmla="*/ 0 w 387"/>
                <a:gd name="T9" fmla="*/ 52 h 62"/>
                <a:gd name="T10" fmla="*/ 0 w 387"/>
                <a:gd name="T11" fmla="*/ 11 h 62"/>
                <a:gd name="T12" fmla="*/ 11 w 387"/>
                <a:gd name="T13" fmla="*/ 0 h 62"/>
                <a:gd name="T14" fmla="*/ 376 w 387"/>
                <a:gd name="T15" fmla="*/ 0 h 62"/>
                <a:gd name="T16" fmla="*/ 387 w 387"/>
                <a:gd name="T17" fmla="*/ 11 h 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87" h="62">
                  <a:moveTo>
                    <a:pt x="387" y="11"/>
                  </a:moveTo>
                  <a:cubicBezTo>
                    <a:pt x="387" y="52"/>
                    <a:pt x="387" y="52"/>
                    <a:pt x="387" y="52"/>
                  </a:cubicBezTo>
                  <a:cubicBezTo>
                    <a:pt x="387" y="57"/>
                    <a:pt x="382" y="62"/>
                    <a:pt x="376" y="62"/>
                  </a:cubicBezTo>
                  <a:cubicBezTo>
                    <a:pt x="11" y="62"/>
                    <a:pt x="11" y="62"/>
                    <a:pt x="11" y="62"/>
                  </a:cubicBezTo>
                  <a:cubicBezTo>
                    <a:pt x="5" y="62"/>
                    <a:pt x="0" y="57"/>
                    <a:pt x="0" y="52"/>
                  </a:cubicBezTo>
                  <a:cubicBezTo>
                    <a:pt x="0" y="11"/>
                    <a:pt x="0" y="11"/>
                    <a:pt x="0" y="11"/>
                  </a:cubicBezTo>
                  <a:cubicBezTo>
                    <a:pt x="0" y="5"/>
                    <a:pt x="5" y="0"/>
                    <a:pt x="11" y="0"/>
                  </a:cubicBezTo>
                  <a:cubicBezTo>
                    <a:pt x="376" y="0"/>
                    <a:pt x="376" y="0"/>
                    <a:pt x="376" y="0"/>
                  </a:cubicBezTo>
                  <a:cubicBezTo>
                    <a:pt x="382" y="0"/>
                    <a:pt x="387" y="5"/>
                    <a:pt x="387" y="11"/>
                  </a:cubicBezTo>
                </a:path>
              </a:pathLst>
            </a:custGeom>
            <a:solidFill>
              <a:srgbClr val="3C3C3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457189"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Noto Sans CJK SC Light"/>
              </a:endParaRPr>
            </a:p>
          </p:txBody>
        </p:sp>
        <p:sp>
          <p:nvSpPr>
            <p:cNvPr id="669" name="Line 291">
              <a:extLst>
                <a:ext uri="{FF2B5EF4-FFF2-40B4-BE49-F238E27FC236}">
                  <a16:creationId xmlns:a16="http://schemas.microsoft.com/office/drawing/2014/main" id="{8CC0C470-412F-4E96-9BDB-1E244268DBDC}"/>
                </a:ext>
              </a:extLst>
            </p:cNvPr>
            <p:cNvSpPr>
              <a:spLocks noChangeShapeType="1"/>
            </p:cNvSpPr>
            <p:nvPr/>
          </p:nvSpPr>
          <p:spPr bwMode="auto">
            <a:xfrm flipV="1">
              <a:off x="3834395" y="3868430"/>
              <a:ext cx="0" cy="50800"/>
            </a:xfrm>
            <a:prstGeom prst="line">
              <a:avLst/>
            </a:prstGeom>
            <a:noFill/>
            <a:ln w="11113" cap="rnd">
              <a:solidFill>
                <a:srgbClr val="FFFFFF"/>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defTabSz="457189"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Noto Sans CJK SC Light"/>
              </a:endParaRPr>
            </a:p>
          </p:txBody>
        </p:sp>
        <p:sp>
          <p:nvSpPr>
            <p:cNvPr id="670" name="Line 292">
              <a:extLst>
                <a:ext uri="{FF2B5EF4-FFF2-40B4-BE49-F238E27FC236}">
                  <a16:creationId xmlns:a16="http://schemas.microsoft.com/office/drawing/2014/main" id="{A71D42D8-5AA3-125A-9B69-E14F11773644}"/>
                </a:ext>
              </a:extLst>
            </p:cNvPr>
            <p:cNvSpPr>
              <a:spLocks noChangeShapeType="1"/>
            </p:cNvSpPr>
            <p:nvPr/>
          </p:nvSpPr>
          <p:spPr bwMode="auto">
            <a:xfrm flipV="1">
              <a:off x="3864557" y="3868430"/>
              <a:ext cx="0" cy="50800"/>
            </a:xfrm>
            <a:prstGeom prst="line">
              <a:avLst/>
            </a:prstGeom>
            <a:noFill/>
            <a:ln w="11113" cap="rnd">
              <a:solidFill>
                <a:srgbClr val="FFFFFF"/>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defTabSz="457189"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Noto Sans CJK SC Light"/>
              </a:endParaRPr>
            </a:p>
          </p:txBody>
        </p:sp>
        <p:sp>
          <p:nvSpPr>
            <p:cNvPr id="671" name="Line 293">
              <a:extLst>
                <a:ext uri="{FF2B5EF4-FFF2-40B4-BE49-F238E27FC236}">
                  <a16:creationId xmlns:a16="http://schemas.microsoft.com/office/drawing/2014/main" id="{2C2A0C7E-7D6A-1B04-27AA-58839C21944E}"/>
                </a:ext>
              </a:extLst>
            </p:cNvPr>
            <p:cNvSpPr>
              <a:spLocks noChangeShapeType="1"/>
            </p:cNvSpPr>
            <p:nvPr/>
          </p:nvSpPr>
          <p:spPr bwMode="auto">
            <a:xfrm flipV="1">
              <a:off x="3896307" y="3868430"/>
              <a:ext cx="0" cy="50800"/>
            </a:xfrm>
            <a:prstGeom prst="line">
              <a:avLst/>
            </a:prstGeom>
            <a:noFill/>
            <a:ln w="11113" cap="rnd">
              <a:solidFill>
                <a:srgbClr val="FFFFFF"/>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defTabSz="457189"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Noto Sans CJK SC Light"/>
              </a:endParaRPr>
            </a:p>
          </p:txBody>
        </p:sp>
        <p:sp>
          <p:nvSpPr>
            <p:cNvPr id="672" name="Line 294">
              <a:extLst>
                <a:ext uri="{FF2B5EF4-FFF2-40B4-BE49-F238E27FC236}">
                  <a16:creationId xmlns:a16="http://schemas.microsoft.com/office/drawing/2014/main" id="{EDC74556-E2A7-2799-5E55-AE6E49A5FB18}"/>
                </a:ext>
              </a:extLst>
            </p:cNvPr>
            <p:cNvSpPr>
              <a:spLocks noChangeShapeType="1"/>
            </p:cNvSpPr>
            <p:nvPr/>
          </p:nvSpPr>
          <p:spPr bwMode="auto">
            <a:xfrm flipV="1">
              <a:off x="3924882" y="3868430"/>
              <a:ext cx="0" cy="50800"/>
            </a:xfrm>
            <a:prstGeom prst="line">
              <a:avLst/>
            </a:prstGeom>
            <a:noFill/>
            <a:ln w="11113" cap="rnd">
              <a:solidFill>
                <a:srgbClr val="FFFFFF"/>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defTabSz="457189"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Noto Sans CJK SC Light"/>
              </a:endParaRPr>
            </a:p>
          </p:txBody>
        </p:sp>
        <p:sp>
          <p:nvSpPr>
            <p:cNvPr id="673" name="Line 295">
              <a:extLst>
                <a:ext uri="{FF2B5EF4-FFF2-40B4-BE49-F238E27FC236}">
                  <a16:creationId xmlns:a16="http://schemas.microsoft.com/office/drawing/2014/main" id="{D45811D9-7F00-77E6-8297-DEC24DBEA804}"/>
                </a:ext>
              </a:extLst>
            </p:cNvPr>
            <p:cNvSpPr>
              <a:spLocks noChangeShapeType="1"/>
            </p:cNvSpPr>
            <p:nvPr/>
          </p:nvSpPr>
          <p:spPr bwMode="auto">
            <a:xfrm flipV="1">
              <a:off x="3955045" y="3868430"/>
              <a:ext cx="0" cy="50800"/>
            </a:xfrm>
            <a:prstGeom prst="line">
              <a:avLst/>
            </a:prstGeom>
            <a:noFill/>
            <a:ln w="11113" cap="rnd">
              <a:solidFill>
                <a:srgbClr val="FFFFFF"/>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defTabSz="457189"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Noto Sans CJK SC Light"/>
              </a:endParaRPr>
            </a:p>
          </p:txBody>
        </p:sp>
        <p:sp>
          <p:nvSpPr>
            <p:cNvPr id="674" name="Freeform 302">
              <a:extLst>
                <a:ext uri="{FF2B5EF4-FFF2-40B4-BE49-F238E27FC236}">
                  <a16:creationId xmlns:a16="http://schemas.microsoft.com/office/drawing/2014/main" id="{C38797E4-2136-6836-054A-F51CAADB92D6}"/>
                </a:ext>
              </a:extLst>
            </p:cNvPr>
            <p:cNvSpPr>
              <a:spLocks/>
            </p:cNvSpPr>
            <p:nvPr/>
          </p:nvSpPr>
          <p:spPr bwMode="auto">
            <a:xfrm>
              <a:off x="3804232" y="3958917"/>
              <a:ext cx="644525" cy="103188"/>
            </a:xfrm>
            <a:custGeom>
              <a:avLst/>
              <a:gdLst>
                <a:gd name="T0" fmla="*/ 387 w 387"/>
                <a:gd name="T1" fmla="*/ 10 h 62"/>
                <a:gd name="T2" fmla="*/ 387 w 387"/>
                <a:gd name="T3" fmla="*/ 51 h 62"/>
                <a:gd name="T4" fmla="*/ 376 w 387"/>
                <a:gd name="T5" fmla="*/ 62 h 62"/>
                <a:gd name="T6" fmla="*/ 11 w 387"/>
                <a:gd name="T7" fmla="*/ 62 h 62"/>
                <a:gd name="T8" fmla="*/ 0 w 387"/>
                <a:gd name="T9" fmla="*/ 51 h 62"/>
                <a:gd name="T10" fmla="*/ 0 w 387"/>
                <a:gd name="T11" fmla="*/ 10 h 62"/>
                <a:gd name="T12" fmla="*/ 11 w 387"/>
                <a:gd name="T13" fmla="*/ 0 h 62"/>
                <a:gd name="T14" fmla="*/ 376 w 387"/>
                <a:gd name="T15" fmla="*/ 0 h 62"/>
                <a:gd name="T16" fmla="*/ 387 w 387"/>
                <a:gd name="T17" fmla="*/ 10 h 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87" h="62">
                  <a:moveTo>
                    <a:pt x="387" y="10"/>
                  </a:moveTo>
                  <a:cubicBezTo>
                    <a:pt x="387" y="51"/>
                    <a:pt x="387" y="51"/>
                    <a:pt x="387" y="51"/>
                  </a:cubicBezTo>
                  <a:cubicBezTo>
                    <a:pt x="387" y="57"/>
                    <a:pt x="382" y="62"/>
                    <a:pt x="376" y="62"/>
                  </a:cubicBezTo>
                  <a:cubicBezTo>
                    <a:pt x="11" y="62"/>
                    <a:pt x="11" y="62"/>
                    <a:pt x="11" y="62"/>
                  </a:cubicBezTo>
                  <a:cubicBezTo>
                    <a:pt x="5" y="62"/>
                    <a:pt x="0" y="57"/>
                    <a:pt x="0" y="51"/>
                  </a:cubicBezTo>
                  <a:cubicBezTo>
                    <a:pt x="0" y="10"/>
                    <a:pt x="0" y="10"/>
                    <a:pt x="0" y="10"/>
                  </a:cubicBezTo>
                  <a:cubicBezTo>
                    <a:pt x="0" y="4"/>
                    <a:pt x="5" y="0"/>
                    <a:pt x="11" y="0"/>
                  </a:cubicBezTo>
                  <a:cubicBezTo>
                    <a:pt x="376" y="0"/>
                    <a:pt x="376" y="0"/>
                    <a:pt x="376" y="0"/>
                  </a:cubicBezTo>
                  <a:cubicBezTo>
                    <a:pt x="382" y="0"/>
                    <a:pt x="387" y="4"/>
                    <a:pt x="387" y="10"/>
                  </a:cubicBezTo>
                </a:path>
              </a:pathLst>
            </a:custGeom>
            <a:solidFill>
              <a:srgbClr val="3C3C3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457189"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Noto Sans CJK SC Light"/>
              </a:endParaRPr>
            </a:p>
          </p:txBody>
        </p:sp>
        <p:sp>
          <p:nvSpPr>
            <p:cNvPr id="675" name="Line 303">
              <a:extLst>
                <a:ext uri="{FF2B5EF4-FFF2-40B4-BE49-F238E27FC236}">
                  <a16:creationId xmlns:a16="http://schemas.microsoft.com/office/drawing/2014/main" id="{BC945537-C151-3523-902B-ACCEDCE24FF5}"/>
                </a:ext>
              </a:extLst>
            </p:cNvPr>
            <p:cNvSpPr>
              <a:spLocks noChangeShapeType="1"/>
            </p:cNvSpPr>
            <p:nvPr/>
          </p:nvSpPr>
          <p:spPr bwMode="auto">
            <a:xfrm flipV="1">
              <a:off x="3834395" y="3982730"/>
              <a:ext cx="0" cy="52388"/>
            </a:xfrm>
            <a:prstGeom prst="line">
              <a:avLst/>
            </a:prstGeom>
            <a:noFill/>
            <a:ln w="11113" cap="rnd">
              <a:solidFill>
                <a:srgbClr val="FFFFFF"/>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defTabSz="457189"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Noto Sans CJK SC Light"/>
              </a:endParaRPr>
            </a:p>
          </p:txBody>
        </p:sp>
        <p:sp>
          <p:nvSpPr>
            <p:cNvPr id="676" name="Line 304">
              <a:extLst>
                <a:ext uri="{FF2B5EF4-FFF2-40B4-BE49-F238E27FC236}">
                  <a16:creationId xmlns:a16="http://schemas.microsoft.com/office/drawing/2014/main" id="{FC540DD6-5769-C59E-7A6A-2277CE414178}"/>
                </a:ext>
              </a:extLst>
            </p:cNvPr>
            <p:cNvSpPr>
              <a:spLocks noChangeShapeType="1"/>
            </p:cNvSpPr>
            <p:nvPr/>
          </p:nvSpPr>
          <p:spPr bwMode="auto">
            <a:xfrm flipV="1">
              <a:off x="3864557" y="3982730"/>
              <a:ext cx="0" cy="52388"/>
            </a:xfrm>
            <a:prstGeom prst="line">
              <a:avLst/>
            </a:prstGeom>
            <a:noFill/>
            <a:ln w="11113" cap="rnd">
              <a:solidFill>
                <a:srgbClr val="FFFFFF"/>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defTabSz="457189"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Noto Sans CJK SC Light"/>
              </a:endParaRPr>
            </a:p>
          </p:txBody>
        </p:sp>
        <p:sp>
          <p:nvSpPr>
            <p:cNvPr id="677" name="Line 305">
              <a:extLst>
                <a:ext uri="{FF2B5EF4-FFF2-40B4-BE49-F238E27FC236}">
                  <a16:creationId xmlns:a16="http://schemas.microsoft.com/office/drawing/2014/main" id="{78B5B5FE-A1FE-11A1-2054-8BC8996845A7}"/>
                </a:ext>
              </a:extLst>
            </p:cNvPr>
            <p:cNvSpPr>
              <a:spLocks noChangeShapeType="1"/>
            </p:cNvSpPr>
            <p:nvPr/>
          </p:nvSpPr>
          <p:spPr bwMode="auto">
            <a:xfrm flipV="1">
              <a:off x="3896307" y="3982730"/>
              <a:ext cx="0" cy="52388"/>
            </a:xfrm>
            <a:prstGeom prst="line">
              <a:avLst/>
            </a:prstGeom>
            <a:noFill/>
            <a:ln w="11113" cap="rnd">
              <a:solidFill>
                <a:srgbClr val="FFFFFF"/>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defTabSz="457189"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Noto Sans CJK SC Light"/>
              </a:endParaRPr>
            </a:p>
          </p:txBody>
        </p:sp>
        <p:sp>
          <p:nvSpPr>
            <p:cNvPr id="678" name="Line 306">
              <a:extLst>
                <a:ext uri="{FF2B5EF4-FFF2-40B4-BE49-F238E27FC236}">
                  <a16:creationId xmlns:a16="http://schemas.microsoft.com/office/drawing/2014/main" id="{24F9389D-A4C3-3847-964C-D8B3F20C2760}"/>
                </a:ext>
              </a:extLst>
            </p:cNvPr>
            <p:cNvSpPr>
              <a:spLocks noChangeShapeType="1"/>
            </p:cNvSpPr>
            <p:nvPr/>
          </p:nvSpPr>
          <p:spPr bwMode="auto">
            <a:xfrm flipV="1">
              <a:off x="3924882" y="3982730"/>
              <a:ext cx="0" cy="52388"/>
            </a:xfrm>
            <a:prstGeom prst="line">
              <a:avLst/>
            </a:prstGeom>
            <a:noFill/>
            <a:ln w="11113" cap="rnd">
              <a:solidFill>
                <a:srgbClr val="FFFFFF"/>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defTabSz="457189"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Noto Sans CJK SC Light"/>
              </a:endParaRPr>
            </a:p>
          </p:txBody>
        </p:sp>
        <p:sp>
          <p:nvSpPr>
            <p:cNvPr id="679" name="Line 307">
              <a:extLst>
                <a:ext uri="{FF2B5EF4-FFF2-40B4-BE49-F238E27FC236}">
                  <a16:creationId xmlns:a16="http://schemas.microsoft.com/office/drawing/2014/main" id="{8B6460E0-3893-6098-AE01-03D2FFDC3108}"/>
                </a:ext>
              </a:extLst>
            </p:cNvPr>
            <p:cNvSpPr>
              <a:spLocks noChangeShapeType="1"/>
            </p:cNvSpPr>
            <p:nvPr/>
          </p:nvSpPr>
          <p:spPr bwMode="auto">
            <a:xfrm flipV="1">
              <a:off x="3955045" y="3982730"/>
              <a:ext cx="0" cy="52388"/>
            </a:xfrm>
            <a:prstGeom prst="line">
              <a:avLst/>
            </a:prstGeom>
            <a:noFill/>
            <a:ln w="11113" cap="rnd">
              <a:solidFill>
                <a:srgbClr val="FFFFFF"/>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defTabSz="457189"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Noto Sans CJK SC Light"/>
              </a:endParaRPr>
            </a:p>
          </p:txBody>
        </p:sp>
      </p:grpSp>
      <p:grpSp>
        <p:nvGrpSpPr>
          <p:cNvPr id="651" name="Group 214">
            <a:extLst>
              <a:ext uri="{FF2B5EF4-FFF2-40B4-BE49-F238E27FC236}">
                <a16:creationId xmlns:a16="http://schemas.microsoft.com/office/drawing/2014/main" id="{E3C1E082-5192-5133-38D0-53E6F713CE7D}"/>
              </a:ext>
            </a:extLst>
          </p:cNvPr>
          <p:cNvGrpSpPr/>
          <p:nvPr/>
        </p:nvGrpSpPr>
        <p:grpSpPr>
          <a:xfrm flipV="1">
            <a:off x="8181615" y="3347740"/>
            <a:ext cx="620136" cy="202205"/>
            <a:chOff x="3804232" y="3841442"/>
            <a:chExt cx="644525" cy="220663"/>
          </a:xfrm>
        </p:grpSpPr>
        <p:sp>
          <p:nvSpPr>
            <p:cNvPr id="652" name="Freeform 290">
              <a:extLst>
                <a:ext uri="{FF2B5EF4-FFF2-40B4-BE49-F238E27FC236}">
                  <a16:creationId xmlns:a16="http://schemas.microsoft.com/office/drawing/2014/main" id="{ABAB28A0-138B-7CD6-CC25-0F9DCF7EDB13}"/>
                </a:ext>
              </a:extLst>
            </p:cNvPr>
            <p:cNvSpPr>
              <a:spLocks/>
            </p:cNvSpPr>
            <p:nvPr/>
          </p:nvSpPr>
          <p:spPr bwMode="auto">
            <a:xfrm>
              <a:off x="3804232" y="3841442"/>
              <a:ext cx="644525" cy="103188"/>
            </a:xfrm>
            <a:custGeom>
              <a:avLst/>
              <a:gdLst>
                <a:gd name="T0" fmla="*/ 387 w 387"/>
                <a:gd name="T1" fmla="*/ 11 h 62"/>
                <a:gd name="T2" fmla="*/ 387 w 387"/>
                <a:gd name="T3" fmla="*/ 52 h 62"/>
                <a:gd name="T4" fmla="*/ 376 w 387"/>
                <a:gd name="T5" fmla="*/ 62 h 62"/>
                <a:gd name="T6" fmla="*/ 11 w 387"/>
                <a:gd name="T7" fmla="*/ 62 h 62"/>
                <a:gd name="T8" fmla="*/ 0 w 387"/>
                <a:gd name="T9" fmla="*/ 52 h 62"/>
                <a:gd name="T10" fmla="*/ 0 w 387"/>
                <a:gd name="T11" fmla="*/ 11 h 62"/>
                <a:gd name="T12" fmla="*/ 11 w 387"/>
                <a:gd name="T13" fmla="*/ 0 h 62"/>
                <a:gd name="T14" fmla="*/ 376 w 387"/>
                <a:gd name="T15" fmla="*/ 0 h 62"/>
                <a:gd name="T16" fmla="*/ 387 w 387"/>
                <a:gd name="T17" fmla="*/ 11 h 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87" h="62">
                  <a:moveTo>
                    <a:pt x="387" y="11"/>
                  </a:moveTo>
                  <a:cubicBezTo>
                    <a:pt x="387" y="52"/>
                    <a:pt x="387" y="52"/>
                    <a:pt x="387" y="52"/>
                  </a:cubicBezTo>
                  <a:cubicBezTo>
                    <a:pt x="387" y="57"/>
                    <a:pt x="382" y="62"/>
                    <a:pt x="376" y="62"/>
                  </a:cubicBezTo>
                  <a:cubicBezTo>
                    <a:pt x="11" y="62"/>
                    <a:pt x="11" y="62"/>
                    <a:pt x="11" y="62"/>
                  </a:cubicBezTo>
                  <a:cubicBezTo>
                    <a:pt x="5" y="62"/>
                    <a:pt x="0" y="57"/>
                    <a:pt x="0" y="52"/>
                  </a:cubicBezTo>
                  <a:cubicBezTo>
                    <a:pt x="0" y="11"/>
                    <a:pt x="0" y="11"/>
                    <a:pt x="0" y="11"/>
                  </a:cubicBezTo>
                  <a:cubicBezTo>
                    <a:pt x="0" y="5"/>
                    <a:pt x="5" y="0"/>
                    <a:pt x="11" y="0"/>
                  </a:cubicBezTo>
                  <a:cubicBezTo>
                    <a:pt x="376" y="0"/>
                    <a:pt x="376" y="0"/>
                    <a:pt x="376" y="0"/>
                  </a:cubicBezTo>
                  <a:cubicBezTo>
                    <a:pt x="382" y="0"/>
                    <a:pt x="387" y="5"/>
                    <a:pt x="387" y="11"/>
                  </a:cubicBezTo>
                </a:path>
              </a:pathLst>
            </a:custGeom>
            <a:solidFill>
              <a:srgbClr val="3C3C3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457189"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Noto Sans CJK SC Light"/>
              </a:endParaRPr>
            </a:p>
          </p:txBody>
        </p:sp>
        <p:sp>
          <p:nvSpPr>
            <p:cNvPr id="653" name="Line 291">
              <a:extLst>
                <a:ext uri="{FF2B5EF4-FFF2-40B4-BE49-F238E27FC236}">
                  <a16:creationId xmlns:a16="http://schemas.microsoft.com/office/drawing/2014/main" id="{1313055E-7346-CE4A-3081-CAB15E6F6459}"/>
                </a:ext>
              </a:extLst>
            </p:cNvPr>
            <p:cNvSpPr>
              <a:spLocks noChangeShapeType="1"/>
            </p:cNvSpPr>
            <p:nvPr/>
          </p:nvSpPr>
          <p:spPr bwMode="auto">
            <a:xfrm flipV="1">
              <a:off x="3834395" y="3868430"/>
              <a:ext cx="0" cy="50800"/>
            </a:xfrm>
            <a:prstGeom prst="line">
              <a:avLst/>
            </a:prstGeom>
            <a:noFill/>
            <a:ln w="11113" cap="rnd">
              <a:solidFill>
                <a:srgbClr val="FFFFFF"/>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defTabSz="457189"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Noto Sans CJK SC Light"/>
              </a:endParaRPr>
            </a:p>
          </p:txBody>
        </p:sp>
        <p:sp>
          <p:nvSpPr>
            <p:cNvPr id="654" name="Line 292">
              <a:extLst>
                <a:ext uri="{FF2B5EF4-FFF2-40B4-BE49-F238E27FC236}">
                  <a16:creationId xmlns:a16="http://schemas.microsoft.com/office/drawing/2014/main" id="{484BB078-789F-A82F-62A4-4BF8906E0062}"/>
                </a:ext>
              </a:extLst>
            </p:cNvPr>
            <p:cNvSpPr>
              <a:spLocks noChangeShapeType="1"/>
            </p:cNvSpPr>
            <p:nvPr/>
          </p:nvSpPr>
          <p:spPr bwMode="auto">
            <a:xfrm flipV="1">
              <a:off x="3864557" y="3868430"/>
              <a:ext cx="0" cy="50800"/>
            </a:xfrm>
            <a:prstGeom prst="line">
              <a:avLst/>
            </a:prstGeom>
            <a:noFill/>
            <a:ln w="11113" cap="rnd">
              <a:solidFill>
                <a:srgbClr val="FFFFFF"/>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defTabSz="457189"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Noto Sans CJK SC Light"/>
              </a:endParaRPr>
            </a:p>
          </p:txBody>
        </p:sp>
        <p:sp>
          <p:nvSpPr>
            <p:cNvPr id="655" name="Line 293">
              <a:extLst>
                <a:ext uri="{FF2B5EF4-FFF2-40B4-BE49-F238E27FC236}">
                  <a16:creationId xmlns:a16="http://schemas.microsoft.com/office/drawing/2014/main" id="{858D551C-C715-26D0-122B-10BD2818D8D8}"/>
                </a:ext>
              </a:extLst>
            </p:cNvPr>
            <p:cNvSpPr>
              <a:spLocks noChangeShapeType="1"/>
            </p:cNvSpPr>
            <p:nvPr/>
          </p:nvSpPr>
          <p:spPr bwMode="auto">
            <a:xfrm flipV="1">
              <a:off x="3896307" y="3868430"/>
              <a:ext cx="0" cy="50800"/>
            </a:xfrm>
            <a:prstGeom prst="line">
              <a:avLst/>
            </a:prstGeom>
            <a:noFill/>
            <a:ln w="11113" cap="rnd">
              <a:solidFill>
                <a:srgbClr val="FFFFFF"/>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defTabSz="457189"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Noto Sans CJK SC Light"/>
              </a:endParaRPr>
            </a:p>
          </p:txBody>
        </p:sp>
        <p:sp>
          <p:nvSpPr>
            <p:cNvPr id="656" name="Line 294">
              <a:extLst>
                <a:ext uri="{FF2B5EF4-FFF2-40B4-BE49-F238E27FC236}">
                  <a16:creationId xmlns:a16="http://schemas.microsoft.com/office/drawing/2014/main" id="{266C6AED-1368-6C93-FD5F-116D89CAB117}"/>
                </a:ext>
              </a:extLst>
            </p:cNvPr>
            <p:cNvSpPr>
              <a:spLocks noChangeShapeType="1"/>
            </p:cNvSpPr>
            <p:nvPr/>
          </p:nvSpPr>
          <p:spPr bwMode="auto">
            <a:xfrm flipV="1">
              <a:off x="3924882" y="3868430"/>
              <a:ext cx="0" cy="50800"/>
            </a:xfrm>
            <a:prstGeom prst="line">
              <a:avLst/>
            </a:prstGeom>
            <a:noFill/>
            <a:ln w="11113" cap="rnd">
              <a:solidFill>
                <a:srgbClr val="FFFFFF"/>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defTabSz="457189"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Noto Sans CJK SC Light"/>
              </a:endParaRPr>
            </a:p>
          </p:txBody>
        </p:sp>
        <p:sp>
          <p:nvSpPr>
            <p:cNvPr id="657" name="Line 295">
              <a:extLst>
                <a:ext uri="{FF2B5EF4-FFF2-40B4-BE49-F238E27FC236}">
                  <a16:creationId xmlns:a16="http://schemas.microsoft.com/office/drawing/2014/main" id="{7CEA909C-FDE7-E4D8-5A01-5C5F5EA57073}"/>
                </a:ext>
              </a:extLst>
            </p:cNvPr>
            <p:cNvSpPr>
              <a:spLocks noChangeShapeType="1"/>
            </p:cNvSpPr>
            <p:nvPr/>
          </p:nvSpPr>
          <p:spPr bwMode="auto">
            <a:xfrm flipV="1">
              <a:off x="3955045" y="3868430"/>
              <a:ext cx="0" cy="50800"/>
            </a:xfrm>
            <a:prstGeom prst="line">
              <a:avLst/>
            </a:prstGeom>
            <a:noFill/>
            <a:ln w="11113" cap="rnd">
              <a:solidFill>
                <a:srgbClr val="FFFFFF"/>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defTabSz="457189"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Noto Sans CJK SC Light"/>
              </a:endParaRPr>
            </a:p>
          </p:txBody>
        </p:sp>
        <p:sp>
          <p:nvSpPr>
            <p:cNvPr id="658" name="Freeform 302">
              <a:extLst>
                <a:ext uri="{FF2B5EF4-FFF2-40B4-BE49-F238E27FC236}">
                  <a16:creationId xmlns:a16="http://schemas.microsoft.com/office/drawing/2014/main" id="{C1E9563F-5315-9200-DA5D-DFF99D50D70A}"/>
                </a:ext>
              </a:extLst>
            </p:cNvPr>
            <p:cNvSpPr>
              <a:spLocks/>
            </p:cNvSpPr>
            <p:nvPr/>
          </p:nvSpPr>
          <p:spPr bwMode="auto">
            <a:xfrm>
              <a:off x="3804232" y="3958917"/>
              <a:ext cx="644525" cy="103188"/>
            </a:xfrm>
            <a:custGeom>
              <a:avLst/>
              <a:gdLst>
                <a:gd name="T0" fmla="*/ 387 w 387"/>
                <a:gd name="T1" fmla="*/ 10 h 62"/>
                <a:gd name="T2" fmla="*/ 387 w 387"/>
                <a:gd name="T3" fmla="*/ 51 h 62"/>
                <a:gd name="T4" fmla="*/ 376 w 387"/>
                <a:gd name="T5" fmla="*/ 62 h 62"/>
                <a:gd name="T6" fmla="*/ 11 w 387"/>
                <a:gd name="T7" fmla="*/ 62 h 62"/>
                <a:gd name="T8" fmla="*/ 0 w 387"/>
                <a:gd name="T9" fmla="*/ 51 h 62"/>
                <a:gd name="T10" fmla="*/ 0 w 387"/>
                <a:gd name="T11" fmla="*/ 10 h 62"/>
                <a:gd name="T12" fmla="*/ 11 w 387"/>
                <a:gd name="T13" fmla="*/ 0 h 62"/>
                <a:gd name="T14" fmla="*/ 376 w 387"/>
                <a:gd name="T15" fmla="*/ 0 h 62"/>
                <a:gd name="T16" fmla="*/ 387 w 387"/>
                <a:gd name="T17" fmla="*/ 10 h 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87" h="62">
                  <a:moveTo>
                    <a:pt x="387" y="10"/>
                  </a:moveTo>
                  <a:cubicBezTo>
                    <a:pt x="387" y="51"/>
                    <a:pt x="387" y="51"/>
                    <a:pt x="387" y="51"/>
                  </a:cubicBezTo>
                  <a:cubicBezTo>
                    <a:pt x="387" y="57"/>
                    <a:pt x="382" y="62"/>
                    <a:pt x="376" y="62"/>
                  </a:cubicBezTo>
                  <a:cubicBezTo>
                    <a:pt x="11" y="62"/>
                    <a:pt x="11" y="62"/>
                    <a:pt x="11" y="62"/>
                  </a:cubicBezTo>
                  <a:cubicBezTo>
                    <a:pt x="5" y="62"/>
                    <a:pt x="0" y="57"/>
                    <a:pt x="0" y="51"/>
                  </a:cubicBezTo>
                  <a:cubicBezTo>
                    <a:pt x="0" y="10"/>
                    <a:pt x="0" y="10"/>
                    <a:pt x="0" y="10"/>
                  </a:cubicBezTo>
                  <a:cubicBezTo>
                    <a:pt x="0" y="4"/>
                    <a:pt x="5" y="0"/>
                    <a:pt x="11" y="0"/>
                  </a:cubicBezTo>
                  <a:cubicBezTo>
                    <a:pt x="376" y="0"/>
                    <a:pt x="376" y="0"/>
                    <a:pt x="376" y="0"/>
                  </a:cubicBezTo>
                  <a:cubicBezTo>
                    <a:pt x="382" y="0"/>
                    <a:pt x="387" y="4"/>
                    <a:pt x="387" y="10"/>
                  </a:cubicBezTo>
                </a:path>
              </a:pathLst>
            </a:custGeom>
            <a:solidFill>
              <a:srgbClr val="3C3C3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457189"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Noto Sans CJK SC Light"/>
              </a:endParaRPr>
            </a:p>
          </p:txBody>
        </p:sp>
        <p:sp>
          <p:nvSpPr>
            <p:cNvPr id="659" name="Line 303">
              <a:extLst>
                <a:ext uri="{FF2B5EF4-FFF2-40B4-BE49-F238E27FC236}">
                  <a16:creationId xmlns:a16="http://schemas.microsoft.com/office/drawing/2014/main" id="{4DBC0D28-B323-0CFA-2275-23E7C7D5E94F}"/>
                </a:ext>
              </a:extLst>
            </p:cNvPr>
            <p:cNvSpPr>
              <a:spLocks noChangeShapeType="1"/>
            </p:cNvSpPr>
            <p:nvPr/>
          </p:nvSpPr>
          <p:spPr bwMode="auto">
            <a:xfrm flipV="1">
              <a:off x="3834395" y="3982730"/>
              <a:ext cx="0" cy="52388"/>
            </a:xfrm>
            <a:prstGeom prst="line">
              <a:avLst/>
            </a:prstGeom>
            <a:noFill/>
            <a:ln w="11113" cap="rnd">
              <a:solidFill>
                <a:srgbClr val="FFFFFF"/>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defTabSz="457189"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Noto Sans CJK SC Light"/>
              </a:endParaRPr>
            </a:p>
          </p:txBody>
        </p:sp>
        <p:sp>
          <p:nvSpPr>
            <p:cNvPr id="660" name="Line 304">
              <a:extLst>
                <a:ext uri="{FF2B5EF4-FFF2-40B4-BE49-F238E27FC236}">
                  <a16:creationId xmlns:a16="http://schemas.microsoft.com/office/drawing/2014/main" id="{D6AD92C0-B427-D8DF-0578-68CDE19CBA27}"/>
                </a:ext>
              </a:extLst>
            </p:cNvPr>
            <p:cNvSpPr>
              <a:spLocks noChangeShapeType="1"/>
            </p:cNvSpPr>
            <p:nvPr/>
          </p:nvSpPr>
          <p:spPr bwMode="auto">
            <a:xfrm flipV="1">
              <a:off x="3864557" y="3982730"/>
              <a:ext cx="0" cy="52388"/>
            </a:xfrm>
            <a:prstGeom prst="line">
              <a:avLst/>
            </a:prstGeom>
            <a:noFill/>
            <a:ln w="11113" cap="rnd">
              <a:solidFill>
                <a:srgbClr val="FFFFFF"/>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defTabSz="457189"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Noto Sans CJK SC Light"/>
              </a:endParaRPr>
            </a:p>
          </p:txBody>
        </p:sp>
        <p:sp>
          <p:nvSpPr>
            <p:cNvPr id="661" name="Line 305">
              <a:extLst>
                <a:ext uri="{FF2B5EF4-FFF2-40B4-BE49-F238E27FC236}">
                  <a16:creationId xmlns:a16="http://schemas.microsoft.com/office/drawing/2014/main" id="{A13B91B0-6021-8CA5-0687-BE5CAB5B6DA3}"/>
                </a:ext>
              </a:extLst>
            </p:cNvPr>
            <p:cNvSpPr>
              <a:spLocks noChangeShapeType="1"/>
            </p:cNvSpPr>
            <p:nvPr/>
          </p:nvSpPr>
          <p:spPr bwMode="auto">
            <a:xfrm flipV="1">
              <a:off x="3896307" y="3982730"/>
              <a:ext cx="0" cy="52388"/>
            </a:xfrm>
            <a:prstGeom prst="line">
              <a:avLst/>
            </a:prstGeom>
            <a:noFill/>
            <a:ln w="11113" cap="rnd">
              <a:solidFill>
                <a:srgbClr val="FFFFFF"/>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defTabSz="457189"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Noto Sans CJK SC Light"/>
              </a:endParaRPr>
            </a:p>
          </p:txBody>
        </p:sp>
        <p:sp>
          <p:nvSpPr>
            <p:cNvPr id="662" name="Line 306">
              <a:extLst>
                <a:ext uri="{FF2B5EF4-FFF2-40B4-BE49-F238E27FC236}">
                  <a16:creationId xmlns:a16="http://schemas.microsoft.com/office/drawing/2014/main" id="{974F83F7-B782-ED85-5339-1CB5047DE4A7}"/>
                </a:ext>
              </a:extLst>
            </p:cNvPr>
            <p:cNvSpPr>
              <a:spLocks noChangeShapeType="1"/>
            </p:cNvSpPr>
            <p:nvPr/>
          </p:nvSpPr>
          <p:spPr bwMode="auto">
            <a:xfrm flipV="1">
              <a:off x="3924882" y="3982730"/>
              <a:ext cx="0" cy="52388"/>
            </a:xfrm>
            <a:prstGeom prst="line">
              <a:avLst/>
            </a:prstGeom>
            <a:noFill/>
            <a:ln w="11113" cap="rnd">
              <a:solidFill>
                <a:srgbClr val="FFFFFF"/>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defTabSz="457189"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Noto Sans CJK SC Light"/>
              </a:endParaRPr>
            </a:p>
          </p:txBody>
        </p:sp>
        <p:sp>
          <p:nvSpPr>
            <p:cNvPr id="663" name="Line 307">
              <a:extLst>
                <a:ext uri="{FF2B5EF4-FFF2-40B4-BE49-F238E27FC236}">
                  <a16:creationId xmlns:a16="http://schemas.microsoft.com/office/drawing/2014/main" id="{F01DF707-1B2D-BF48-78C8-C9285A528197}"/>
                </a:ext>
              </a:extLst>
            </p:cNvPr>
            <p:cNvSpPr>
              <a:spLocks noChangeShapeType="1"/>
            </p:cNvSpPr>
            <p:nvPr/>
          </p:nvSpPr>
          <p:spPr bwMode="auto">
            <a:xfrm flipV="1">
              <a:off x="3955045" y="3982730"/>
              <a:ext cx="0" cy="52388"/>
            </a:xfrm>
            <a:prstGeom prst="line">
              <a:avLst/>
            </a:prstGeom>
            <a:noFill/>
            <a:ln w="11113" cap="rnd">
              <a:solidFill>
                <a:srgbClr val="FFFFFF"/>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defTabSz="457189"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Noto Sans CJK SC Light"/>
              </a:endParaRPr>
            </a:p>
          </p:txBody>
        </p:sp>
      </p:grpSp>
      <p:grpSp>
        <p:nvGrpSpPr>
          <p:cNvPr id="694" name="Group 214">
            <a:extLst>
              <a:ext uri="{FF2B5EF4-FFF2-40B4-BE49-F238E27FC236}">
                <a16:creationId xmlns:a16="http://schemas.microsoft.com/office/drawing/2014/main" id="{AB122178-4EE4-35A7-7535-5B8C5F195872}"/>
              </a:ext>
            </a:extLst>
          </p:cNvPr>
          <p:cNvGrpSpPr/>
          <p:nvPr/>
        </p:nvGrpSpPr>
        <p:grpSpPr>
          <a:xfrm flipV="1">
            <a:off x="8183031" y="3099891"/>
            <a:ext cx="620136" cy="202205"/>
            <a:chOff x="3804232" y="3841442"/>
            <a:chExt cx="644525" cy="220663"/>
          </a:xfrm>
        </p:grpSpPr>
        <p:sp>
          <p:nvSpPr>
            <p:cNvPr id="695" name="Freeform 290">
              <a:extLst>
                <a:ext uri="{FF2B5EF4-FFF2-40B4-BE49-F238E27FC236}">
                  <a16:creationId xmlns:a16="http://schemas.microsoft.com/office/drawing/2014/main" id="{D250C4CD-874F-4CC5-4E39-31E83F69FC3E}"/>
                </a:ext>
              </a:extLst>
            </p:cNvPr>
            <p:cNvSpPr>
              <a:spLocks/>
            </p:cNvSpPr>
            <p:nvPr/>
          </p:nvSpPr>
          <p:spPr bwMode="auto">
            <a:xfrm>
              <a:off x="3804232" y="3841442"/>
              <a:ext cx="644525" cy="103188"/>
            </a:xfrm>
            <a:custGeom>
              <a:avLst/>
              <a:gdLst>
                <a:gd name="T0" fmla="*/ 387 w 387"/>
                <a:gd name="T1" fmla="*/ 11 h 62"/>
                <a:gd name="T2" fmla="*/ 387 w 387"/>
                <a:gd name="T3" fmla="*/ 52 h 62"/>
                <a:gd name="T4" fmla="*/ 376 w 387"/>
                <a:gd name="T5" fmla="*/ 62 h 62"/>
                <a:gd name="T6" fmla="*/ 11 w 387"/>
                <a:gd name="T7" fmla="*/ 62 h 62"/>
                <a:gd name="T8" fmla="*/ 0 w 387"/>
                <a:gd name="T9" fmla="*/ 52 h 62"/>
                <a:gd name="T10" fmla="*/ 0 w 387"/>
                <a:gd name="T11" fmla="*/ 11 h 62"/>
                <a:gd name="T12" fmla="*/ 11 w 387"/>
                <a:gd name="T13" fmla="*/ 0 h 62"/>
                <a:gd name="T14" fmla="*/ 376 w 387"/>
                <a:gd name="T15" fmla="*/ 0 h 62"/>
                <a:gd name="T16" fmla="*/ 387 w 387"/>
                <a:gd name="T17" fmla="*/ 11 h 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87" h="62">
                  <a:moveTo>
                    <a:pt x="387" y="11"/>
                  </a:moveTo>
                  <a:cubicBezTo>
                    <a:pt x="387" y="52"/>
                    <a:pt x="387" y="52"/>
                    <a:pt x="387" y="52"/>
                  </a:cubicBezTo>
                  <a:cubicBezTo>
                    <a:pt x="387" y="57"/>
                    <a:pt x="382" y="62"/>
                    <a:pt x="376" y="62"/>
                  </a:cubicBezTo>
                  <a:cubicBezTo>
                    <a:pt x="11" y="62"/>
                    <a:pt x="11" y="62"/>
                    <a:pt x="11" y="62"/>
                  </a:cubicBezTo>
                  <a:cubicBezTo>
                    <a:pt x="5" y="62"/>
                    <a:pt x="0" y="57"/>
                    <a:pt x="0" y="52"/>
                  </a:cubicBezTo>
                  <a:cubicBezTo>
                    <a:pt x="0" y="11"/>
                    <a:pt x="0" y="11"/>
                    <a:pt x="0" y="11"/>
                  </a:cubicBezTo>
                  <a:cubicBezTo>
                    <a:pt x="0" y="5"/>
                    <a:pt x="5" y="0"/>
                    <a:pt x="11" y="0"/>
                  </a:cubicBezTo>
                  <a:cubicBezTo>
                    <a:pt x="376" y="0"/>
                    <a:pt x="376" y="0"/>
                    <a:pt x="376" y="0"/>
                  </a:cubicBezTo>
                  <a:cubicBezTo>
                    <a:pt x="382" y="0"/>
                    <a:pt x="387" y="5"/>
                    <a:pt x="387" y="11"/>
                  </a:cubicBezTo>
                </a:path>
              </a:pathLst>
            </a:custGeom>
            <a:solidFill>
              <a:srgbClr val="3C3C3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457189"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Noto Sans CJK SC Light"/>
              </a:endParaRPr>
            </a:p>
          </p:txBody>
        </p:sp>
        <p:sp>
          <p:nvSpPr>
            <p:cNvPr id="696" name="Line 291">
              <a:extLst>
                <a:ext uri="{FF2B5EF4-FFF2-40B4-BE49-F238E27FC236}">
                  <a16:creationId xmlns:a16="http://schemas.microsoft.com/office/drawing/2014/main" id="{C1065436-5AF2-C10F-B153-ECAFF621B756}"/>
                </a:ext>
              </a:extLst>
            </p:cNvPr>
            <p:cNvSpPr>
              <a:spLocks noChangeShapeType="1"/>
            </p:cNvSpPr>
            <p:nvPr/>
          </p:nvSpPr>
          <p:spPr bwMode="auto">
            <a:xfrm flipV="1">
              <a:off x="3834395" y="3868430"/>
              <a:ext cx="0" cy="50800"/>
            </a:xfrm>
            <a:prstGeom prst="line">
              <a:avLst/>
            </a:prstGeom>
            <a:noFill/>
            <a:ln w="11113" cap="rnd">
              <a:solidFill>
                <a:srgbClr val="FFFFFF"/>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defTabSz="457189"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Noto Sans CJK SC Light"/>
              </a:endParaRPr>
            </a:p>
          </p:txBody>
        </p:sp>
        <p:sp>
          <p:nvSpPr>
            <p:cNvPr id="697" name="Line 292">
              <a:extLst>
                <a:ext uri="{FF2B5EF4-FFF2-40B4-BE49-F238E27FC236}">
                  <a16:creationId xmlns:a16="http://schemas.microsoft.com/office/drawing/2014/main" id="{A61F1A1E-0693-01D5-D1B5-5AC1C0EDDF99}"/>
                </a:ext>
              </a:extLst>
            </p:cNvPr>
            <p:cNvSpPr>
              <a:spLocks noChangeShapeType="1"/>
            </p:cNvSpPr>
            <p:nvPr/>
          </p:nvSpPr>
          <p:spPr bwMode="auto">
            <a:xfrm flipV="1">
              <a:off x="3864557" y="3868430"/>
              <a:ext cx="0" cy="50800"/>
            </a:xfrm>
            <a:prstGeom prst="line">
              <a:avLst/>
            </a:prstGeom>
            <a:noFill/>
            <a:ln w="11113" cap="rnd">
              <a:solidFill>
                <a:srgbClr val="FFFFFF"/>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defTabSz="457189"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Noto Sans CJK SC Light"/>
              </a:endParaRPr>
            </a:p>
          </p:txBody>
        </p:sp>
        <p:sp>
          <p:nvSpPr>
            <p:cNvPr id="698" name="Line 293">
              <a:extLst>
                <a:ext uri="{FF2B5EF4-FFF2-40B4-BE49-F238E27FC236}">
                  <a16:creationId xmlns:a16="http://schemas.microsoft.com/office/drawing/2014/main" id="{C48397E7-80FC-6B6A-75E2-73433B776F12}"/>
                </a:ext>
              </a:extLst>
            </p:cNvPr>
            <p:cNvSpPr>
              <a:spLocks noChangeShapeType="1"/>
            </p:cNvSpPr>
            <p:nvPr/>
          </p:nvSpPr>
          <p:spPr bwMode="auto">
            <a:xfrm flipV="1">
              <a:off x="3896307" y="3868430"/>
              <a:ext cx="0" cy="50800"/>
            </a:xfrm>
            <a:prstGeom prst="line">
              <a:avLst/>
            </a:prstGeom>
            <a:noFill/>
            <a:ln w="11113" cap="rnd">
              <a:solidFill>
                <a:srgbClr val="FFFFFF"/>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defTabSz="457189"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Noto Sans CJK SC Light"/>
              </a:endParaRPr>
            </a:p>
          </p:txBody>
        </p:sp>
        <p:sp>
          <p:nvSpPr>
            <p:cNvPr id="699" name="Line 294">
              <a:extLst>
                <a:ext uri="{FF2B5EF4-FFF2-40B4-BE49-F238E27FC236}">
                  <a16:creationId xmlns:a16="http://schemas.microsoft.com/office/drawing/2014/main" id="{D757B7B2-A2AD-C39D-9653-064762F3A07B}"/>
                </a:ext>
              </a:extLst>
            </p:cNvPr>
            <p:cNvSpPr>
              <a:spLocks noChangeShapeType="1"/>
            </p:cNvSpPr>
            <p:nvPr/>
          </p:nvSpPr>
          <p:spPr bwMode="auto">
            <a:xfrm flipV="1">
              <a:off x="3924882" y="3868430"/>
              <a:ext cx="0" cy="50800"/>
            </a:xfrm>
            <a:prstGeom prst="line">
              <a:avLst/>
            </a:prstGeom>
            <a:noFill/>
            <a:ln w="11113" cap="rnd">
              <a:solidFill>
                <a:srgbClr val="FFFFFF"/>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defTabSz="457189"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Noto Sans CJK SC Light"/>
              </a:endParaRPr>
            </a:p>
          </p:txBody>
        </p:sp>
        <p:sp>
          <p:nvSpPr>
            <p:cNvPr id="700" name="Line 295">
              <a:extLst>
                <a:ext uri="{FF2B5EF4-FFF2-40B4-BE49-F238E27FC236}">
                  <a16:creationId xmlns:a16="http://schemas.microsoft.com/office/drawing/2014/main" id="{C0B1E41E-BE00-FEE4-6111-1D1F492AA87C}"/>
                </a:ext>
              </a:extLst>
            </p:cNvPr>
            <p:cNvSpPr>
              <a:spLocks noChangeShapeType="1"/>
            </p:cNvSpPr>
            <p:nvPr/>
          </p:nvSpPr>
          <p:spPr bwMode="auto">
            <a:xfrm flipV="1">
              <a:off x="3955045" y="3868430"/>
              <a:ext cx="0" cy="50800"/>
            </a:xfrm>
            <a:prstGeom prst="line">
              <a:avLst/>
            </a:prstGeom>
            <a:noFill/>
            <a:ln w="11113" cap="rnd">
              <a:solidFill>
                <a:srgbClr val="FFFFFF"/>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defTabSz="457189"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Noto Sans CJK SC Light"/>
              </a:endParaRPr>
            </a:p>
          </p:txBody>
        </p:sp>
        <p:sp>
          <p:nvSpPr>
            <p:cNvPr id="701" name="Freeform 302">
              <a:extLst>
                <a:ext uri="{FF2B5EF4-FFF2-40B4-BE49-F238E27FC236}">
                  <a16:creationId xmlns:a16="http://schemas.microsoft.com/office/drawing/2014/main" id="{261A8DDA-6B91-105A-C127-BED45591CE10}"/>
                </a:ext>
              </a:extLst>
            </p:cNvPr>
            <p:cNvSpPr>
              <a:spLocks/>
            </p:cNvSpPr>
            <p:nvPr/>
          </p:nvSpPr>
          <p:spPr bwMode="auto">
            <a:xfrm>
              <a:off x="3804232" y="3958917"/>
              <a:ext cx="644525" cy="103188"/>
            </a:xfrm>
            <a:custGeom>
              <a:avLst/>
              <a:gdLst>
                <a:gd name="T0" fmla="*/ 387 w 387"/>
                <a:gd name="T1" fmla="*/ 10 h 62"/>
                <a:gd name="T2" fmla="*/ 387 w 387"/>
                <a:gd name="T3" fmla="*/ 51 h 62"/>
                <a:gd name="T4" fmla="*/ 376 w 387"/>
                <a:gd name="T5" fmla="*/ 62 h 62"/>
                <a:gd name="T6" fmla="*/ 11 w 387"/>
                <a:gd name="T7" fmla="*/ 62 h 62"/>
                <a:gd name="T8" fmla="*/ 0 w 387"/>
                <a:gd name="T9" fmla="*/ 51 h 62"/>
                <a:gd name="T10" fmla="*/ 0 w 387"/>
                <a:gd name="T11" fmla="*/ 10 h 62"/>
                <a:gd name="T12" fmla="*/ 11 w 387"/>
                <a:gd name="T13" fmla="*/ 0 h 62"/>
                <a:gd name="T14" fmla="*/ 376 w 387"/>
                <a:gd name="T15" fmla="*/ 0 h 62"/>
                <a:gd name="T16" fmla="*/ 387 w 387"/>
                <a:gd name="T17" fmla="*/ 10 h 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87" h="62">
                  <a:moveTo>
                    <a:pt x="387" y="10"/>
                  </a:moveTo>
                  <a:cubicBezTo>
                    <a:pt x="387" y="51"/>
                    <a:pt x="387" y="51"/>
                    <a:pt x="387" y="51"/>
                  </a:cubicBezTo>
                  <a:cubicBezTo>
                    <a:pt x="387" y="57"/>
                    <a:pt x="382" y="62"/>
                    <a:pt x="376" y="62"/>
                  </a:cubicBezTo>
                  <a:cubicBezTo>
                    <a:pt x="11" y="62"/>
                    <a:pt x="11" y="62"/>
                    <a:pt x="11" y="62"/>
                  </a:cubicBezTo>
                  <a:cubicBezTo>
                    <a:pt x="5" y="62"/>
                    <a:pt x="0" y="57"/>
                    <a:pt x="0" y="51"/>
                  </a:cubicBezTo>
                  <a:cubicBezTo>
                    <a:pt x="0" y="10"/>
                    <a:pt x="0" y="10"/>
                    <a:pt x="0" y="10"/>
                  </a:cubicBezTo>
                  <a:cubicBezTo>
                    <a:pt x="0" y="4"/>
                    <a:pt x="5" y="0"/>
                    <a:pt x="11" y="0"/>
                  </a:cubicBezTo>
                  <a:cubicBezTo>
                    <a:pt x="376" y="0"/>
                    <a:pt x="376" y="0"/>
                    <a:pt x="376" y="0"/>
                  </a:cubicBezTo>
                  <a:cubicBezTo>
                    <a:pt x="382" y="0"/>
                    <a:pt x="387" y="4"/>
                    <a:pt x="387" y="10"/>
                  </a:cubicBezTo>
                </a:path>
              </a:pathLst>
            </a:custGeom>
            <a:solidFill>
              <a:srgbClr val="3C3C3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457189"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Noto Sans CJK SC Light"/>
              </a:endParaRPr>
            </a:p>
          </p:txBody>
        </p:sp>
        <p:sp>
          <p:nvSpPr>
            <p:cNvPr id="702" name="Line 303">
              <a:extLst>
                <a:ext uri="{FF2B5EF4-FFF2-40B4-BE49-F238E27FC236}">
                  <a16:creationId xmlns:a16="http://schemas.microsoft.com/office/drawing/2014/main" id="{BD32039B-8098-993B-BB5A-ECA917263B66}"/>
                </a:ext>
              </a:extLst>
            </p:cNvPr>
            <p:cNvSpPr>
              <a:spLocks noChangeShapeType="1"/>
            </p:cNvSpPr>
            <p:nvPr/>
          </p:nvSpPr>
          <p:spPr bwMode="auto">
            <a:xfrm flipV="1">
              <a:off x="3834395" y="3982730"/>
              <a:ext cx="0" cy="52388"/>
            </a:xfrm>
            <a:prstGeom prst="line">
              <a:avLst/>
            </a:prstGeom>
            <a:noFill/>
            <a:ln w="11113" cap="rnd">
              <a:solidFill>
                <a:srgbClr val="FFFFFF"/>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defTabSz="457189"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Noto Sans CJK SC Light"/>
              </a:endParaRPr>
            </a:p>
          </p:txBody>
        </p:sp>
        <p:sp>
          <p:nvSpPr>
            <p:cNvPr id="703" name="Line 304">
              <a:extLst>
                <a:ext uri="{FF2B5EF4-FFF2-40B4-BE49-F238E27FC236}">
                  <a16:creationId xmlns:a16="http://schemas.microsoft.com/office/drawing/2014/main" id="{7959CB60-6671-C201-045F-652C12DD059D}"/>
                </a:ext>
              </a:extLst>
            </p:cNvPr>
            <p:cNvSpPr>
              <a:spLocks noChangeShapeType="1"/>
            </p:cNvSpPr>
            <p:nvPr/>
          </p:nvSpPr>
          <p:spPr bwMode="auto">
            <a:xfrm flipV="1">
              <a:off x="3864557" y="3982730"/>
              <a:ext cx="0" cy="52388"/>
            </a:xfrm>
            <a:prstGeom prst="line">
              <a:avLst/>
            </a:prstGeom>
            <a:noFill/>
            <a:ln w="11113" cap="rnd">
              <a:solidFill>
                <a:srgbClr val="FFFFFF"/>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defTabSz="457189"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Noto Sans CJK SC Light"/>
              </a:endParaRPr>
            </a:p>
          </p:txBody>
        </p:sp>
        <p:sp>
          <p:nvSpPr>
            <p:cNvPr id="704" name="Line 305">
              <a:extLst>
                <a:ext uri="{FF2B5EF4-FFF2-40B4-BE49-F238E27FC236}">
                  <a16:creationId xmlns:a16="http://schemas.microsoft.com/office/drawing/2014/main" id="{D1E9691C-13DD-0F8C-0FE6-C0D303E14637}"/>
                </a:ext>
              </a:extLst>
            </p:cNvPr>
            <p:cNvSpPr>
              <a:spLocks noChangeShapeType="1"/>
            </p:cNvSpPr>
            <p:nvPr/>
          </p:nvSpPr>
          <p:spPr bwMode="auto">
            <a:xfrm flipV="1">
              <a:off x="3896307" y="3982730"/>
              <a:ext cx="0" cy="52388"/>
            </a:xfrm>
            <a:prstGeom prst="line">
              <a:avLst/>
            </a:prstGeom>
            <a:noFill/>
            <a:ln w="11113" cap="rnd">
              <a:solidFill>
                <a:srgbClr val="FFFFFF"/>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defTabSz="457189"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Noto Sans CJK SC Light"/>
              </a:endParaRPr>
            </a:p>
          </p:txBody>
        </p:sp>
        <p:sp>
          <p:nvSpPr>
            <p:cNvPr id="705" name="Line 306">
              <a:extLst>
                <a:ext uri="{FF2B5EF4-FFF2-40B4-BE49-F238E27FC236}">
                  <a16:creationId xmlns:a16="http://schemas.microsoft.com/office/drawing/2014/main" id="{6D078E1B-6889-39CA-A021-BFF2858E098B}"/>
                </a:ext>
              </a:extLst>
            </p:cNvPr>
            <p:cNvSpPr>
              <a:spLocks noChangeShapeType="1"/>
            </p:cNvSpPr>
            <p:nvPr/>
          </p:nvSpPr>
          <p:spPr bwMode="auto">
            <a:xfrm flipV="1">
              <a:off x="3924882" y="3982730"/>
              <a:ext cx="0" cy="52388"/>
            </a:xfrm>
            <a:prstGeom prst="line">
              <a:avLst/>
            </a:prstGeom>
            <a:noFill/>
            <a:ln w="11113" cap="rnd">
              <a:solidFill>
                <a:srgbClr val="FFFFFF"/>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defTabSz="457189"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Noto Sans CJK SC Light"/>
              </a:endParaRPr>
            </a:p>
          </p:txBody>
        </p:sp>
        <p:sp>
          <p:nvSpPr>
            <p:cNvPr id="706" name="Line 307">
              <a:extLst>
                <a:ext uri="{FF2B5EF4-FFF2-40B4-BE49-F238E27FC236}">
                  <a16:creationId xmlns:a16="http://schemas.microsoft.com/office/drawing/2014/main" id="{2F12EB3E-D306-80C7-B79F-B5012E60FDA0}"/>
                </a:ext>
              </a:extLst>
            </p:cNvPr>
            <p:cNvSpPr>
              <a:spLocks noChangeShapeType="1"/>
            </p:cNvSpPr>
            <p:nvPr/>
          </p:nvSpPr>
          <p:spPr bwMode="auto">
            <a:xfrm flipV="1">
              <a:off x="3955045" y="3982730"/>
              <a:ext cx="0" cy="52388"/>
            </a:xfrm>
            <a:prstGeom prst="line">
              <a:avLst/>
            </a:prstGeom>
            <a:noFill/>
            <a:ln w="11113" cap="rnd">
              <a:solidFill>
                <a:srgbClr val="FFFFFF"/>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defTabSz="457189"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Noto Sans CJK SC Light"/>
              </a:endParaRPr>
            </a:p>
          </p:txBody>
        </p:sp>
      </p:grpSp>
      <p:grpSp>
        <p:nvGrpSpPr>
          <p:cNvPr id="233" name="Group 214">
            <a:extLst>
              <a:ext uri="{FF2B5EF4-FFF2-40B4-BE49-F238E27FC236}">
                <a16:creationId xmlns:a16="http://schemas.microsoft.com/office/drawing/2014/main" id="{5AF4B030-FF0E-F182-6035-E5E73ADA9729}"/>
              </a:ext>
            </a:extLst>
          </p:cNvPr>
          <p:cNvGrpSpPr/>
          <p:nvPr/>
        </p:nvGrpSpPr>
        <p:grpSpPr>
          <a:xfrm flipV="1">
            <a:off x="7970725" y="5763740"/>
            <a:ext cx="620136" cy="202205"/>
            <a:chOff x="3804232" y="3841442"/>
            <a:chExt cx="644525" cy="220663"/>
          </a:xfrm>
        </p:grpSpPr>
        <p:sp>
          <p:nvSpPr>
            <p:cNvPr id="234" name="Freeform 290">
              <a:extLst>
                <a:ext uri="{FF2B5EF4-FFF2-40B4-BE49-F238E27FC236}">
                  <a16:creationId xmlns:a16="http://schemas.microsoft.com/office/drawing/2014/main" id="{15DED017-301A-8F3F-2BB9-02D3AF4AD674}"/>
                </a:ext>
              </a:extLst>
            </p:cNvPr>
            <p:cNvSpPr>
              <a:spLocks/>
            </p:cNvSpPr>
            <p:nvPr/>
          </p:nvSpPr>
          <p:spPr bwMode="auto">
            <a:xfrm>
              <a:off x="3804232" y="3841442"/>
              <a:ext cx="644525" cy="103188"/>
            </a:xfrm>
            <a:custGeom>
              <a:avLst/>
              <a:gdLst>
                <a:gd name="T0" fmla="*/ 387 w 387"/>
                <a:gd name="T1" fmla="*/ 11 h 62"/>
                <a:gd name="T2" fmla="*/ 387 w 387"/>
                <a:gd name="T3" fmla="*/ 52 h 62"/>
                <a:gd name="T4" fmla="*/ 376 w 387"/>
                <a:gd name="T5" fmla="*/ 62 h 62"/>
                <a:gd name="T6" fmla="*/ 11 w 387"/>
                <a:gd name="T7" fmla="*/ 62 h 62"/>
                <a:gd name="T8" fmla="*/ 0 w 387"/>
                <a:gd name="T9" fmla="*/ 52 h 62"/>
                <a:gd name="T10" fmla="*/ 0 w 387"/>
                <a:gd name="T11" fmla="*/ 11 h 62"/>
                <a:gd name="T12" fmla="*/ 11 w 387"/>
                <a:gd name="T13" fmla="*/ 0 h 62"/>
                <a:gd name="T14" fmla="*/ 376 w 387"/>
                <a:gd name="T15" fmla="*/ 0 h 62"/>
                <a:gd name="T16" fmla="*/ 387 w 387"/>
                <a:gd name="T17" fmla="*/ 11 h 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87" h="62">
                  <a:moveTo>
                    <a:pt x="387" y="11"/>
                  </a:moveTo>
                  <a:cubicBezTo>
                    <a:pt x="387" y="52"/>
                    <a:pt x="387" y="52"/>
                    <a:pt x="387" y="52"/>
                  </a:cubicBezTo>
                  <a:cubicBezTo>
                    <a:pt x="387" y="57"/>
                    <a:pt x="382" y="62"/>
                    <a:pt x="376" y="62"/>
                  </a:cubicBezTo>
                  <a:cubicBezTo>
                    <a:pt x="11" y="62"/>
                    <a:pt x="11" y="62"/>
                    <a:pt x="11" y="62"/>
                  </a:cubicBezTo>
                  <a:cubicBezTo>
                    <a:pt x="5" y="62"/>
                    <a:pt x="0" y="57"/>
                    <a:pt x="0" y="52"/>
                  </a:cubicBezTo>
                  <a:cubicBezTo>
                    <a:pt x="0" y="11"/>
                    <a:pt x="0" y="11"/>
                    <a:pt x="0" y="11"/>
                  </a:cubicBezTo>
                  <a:cubicBezTo>
                    <a:pt x="0" y="5"/>
                    <a:pt x="5" y="0"/>
                    <a:pt x="11" y="0"/>
                  </a:cubicBezTo>
                  <a:cubicBezTo>
                    <a:pt x="376" y="0"/>
                    <a:pt x="376" y="0"/>
                    <a:pt x="376" y="0"/>
                  </a:cubicBezTo>
                  <a:cubicBezTo>
                    <a:pt x="382" y="0"/>
                    <a:pt x="387" y="5"/>
                    <a:pt x="387" y="11"/>
                  </a:cubicBezTo>
                </a:path>
              </a:pathLst>
            </a:custGeom>
            <a:solidFill>
              <a:srgbClr val="3C3C3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457189"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Noto Sans CJK SC Light"/>
              </a:endParaRPr>
            </a:p>
          </p:txBody>
        </p:sp>
        <p:sp>
          <p:nvSpPr>
            <p:cNvPr id="235" name="Line 291">
              <a:extLst>
                <a:ext uri="{FF2B5EF4-FFF2-40B4-BE49-F238E27FC236}">
                  <a16:creationId xmlns:a16="http://schemas.microsoft.com/office/drawing/2014/main" id="{C7715B62-1217-B048-D63E-123EAA80E7A8}"/>
                </a:ext>
              </a:extLst>
            </p:cNvPr>
            <p:cNvSpPr>
              <a:spLocks noChangeShapeType="1"/>
            </p:cNvSpPr>
            <p:nvPr/>
          </p:nvSpPr>
          <p:spPr bwMode="auto">
            <a:xfrm flipV="1">
              <a:off x="3834395" y="3868430"/>
              <a:ext cx="0" cy="50800"/>
            </a:xfrm>
            <a:prstGeom prst="line">
              <a:avLst/>
            </a:prstGeom>
            <a:noFill/>
            <a:ln w="11113" cap="rnd">
              <a:solidFill>
                <a:srgbClr val="FFFFFF"/>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defTabSz="457189"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Noto Sans CJK SC Light"/>
              </a:endParaRPr>
            </a:p>
          </p:txBody>
        </p:sp>
        <p:sp>
          <p:nvSpPr>
            <p:cNvPr id="236" name="Line 292">
              <a:extLst>
                <a:ext uri="{FF2B5EF4-FFF2-40B4-BE49-F238E27FC236}">
                  <a16:creationId xmlns:a16="http://schemas.microsoft.com/office/drawing/2014/main" id="{0C78339A-7847-618E-33B4-BE3C0F2D97D9}"/>
                </a:ext>
              </a:extLst>
            </p:cNvPr>
            <p:cNvSpPr>
              <a:spLocks noChangeShapeType="1"/>
            </p:cNvSpPr>
            <p:nvPr/>
          </p:nvSpPr>
          <p:spPr bwMode="auto">
            <a:xfrm flipV="1">
              <a:off x="3864557" y="3868430"/>
              <a:ext cx="0" cy="50800"/>
            </a:xfrm>
            <a:prstGeom prst="line">
              <a:avLst/>
            </a:prstGeom>
            <a:noFill/>
            <a:ln w="11113" cap="rnd">
              <a:solidFill>
                <a:srgbClr val="FFFFFF"/>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defTabSz="457189"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Noto Sans CJK SC Light"/>
              </a:endParaRPr>
            </a:p>
          </p:txBody>
        </p:sp>
        <p:sp>
          <p:nvSpPr>
            <p:cNvPr id="237" name="Line 293">
              <a:extLst>
                <a:ext uri="{FF2B5EF4-FFF2-40B4-BE49-F238E27FC236}">
                  <a16:creationId xmlns:a16="http://schemas.microsoft.com/office/drawing/2014/main" id="{75EAFBB2-3A55-D072-CA2D-7239C73BD616}"/>
                </a:ext>
              </a:extLst>
            </p:cNvPr>
            <p:cNvSpPr>
              <a:spLocks noChangeShapeType="1"/>
            </p:cNvSpPr>
            <p:nvPr/>
          </p:nvSpPr>
          <p:spPr bwMode="auto">
            <a:xfrm flipV="1">
              <a:off x="3896307" y="3868430"/>
              <a:ext cx="0" cy="50800"/>
            </a:xfrm>
            <a:prstGeom prst="line">
              <a:avLst/>
            </a:prstGeom>
            <a:noFill/>
            <a:ln w="11113" cap="rnd">
              <a:solidFill>
                <a:srgbClr val="FFFFFF"/>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defTabSz="457189"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Noto Sans CJK SC Light"/>
              </a:endParaRPr>
            </a:p>
          </p:txBody>
        </p:sp>
        <p:sp>
          <p:nvSpPr>
            <p:cNvPr id="238" name="Line 294">
              <a:extLst>
                <a:ext uri="{FF2B5EF4-FFF2-40B4-BE49-F238E27FC236}">
                  <a16:creationId xmlns:a16="http://schemas.microsoft.com/office/drawing/2014/main" id="{3D7D36B3-D71C-F7E0-362A-CFDE8F6004CF}"/>
                </a:ext>
              </a:extLst>
            </p:cNvPr>
            <p:cNvSpPr>
              <a:spLocks noChangeShapeType="1"/>
            </p:cNvSpPr>
            <p:nvPr/>
          </p:nvSpPr>
          <p:spPr bwMode="auto">
            <a:xfrm flipV="1">
              <a:off x="3924882" y="3868430"/>
              <a:ext cx="0" cy="50800"/>
            </a:xfrm>
            <a:prstGeom prst="line">
              <a:avLst/>
            </a:prstGeom>
            <a:noFill/>
            <a:ln w="11113" cap="rnd">
              <a:solidFill>
                <a:srgbClr val="FFFFFF"/>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defTabSz="457189"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Noto Sans CJK SC Light"/>
              </a:endParaRPr>
            </a:p>
          </p:txBody>
        </p:sp>
        <p:sp>
          <p:nvSpPr>
            <p:cNvPr id="239" name="Line 295">
              <a:extLst>
                <a:ext uri="{FF2B5EF4-FFF2-40B4-BE49-F238E27FC236}">
                  <a16:creationId xmlns:a16="http://schemas.microsoft.com/office/drawing/2014/main" id="{2B76FA87-77EB-88A5-22BF-C6DA28DED8DE}"/>
                </a:ext>
              </a:extLst>
            </p:cNvPr>
            <p:cNvSpPr>
              <a:spLocks noChangeShapeType="1"/>
            </p:cNvSpPr>
            <p:nvPr/>
          </p:nvSpPr>
          <p:spPr bwMode="auto">
            <a:xfrm flipV="1">
              <a:off x="3955045" y="3868430"/>
              <a:ext cx="0" cy="50800"/>
            </a:xfrm>
            <a:prstGeom prst="line">
              <a:avLst/>
            </a:prstGeom>
            <a:noFill/>
            <a:ln w="11113" cap="rnd">
              <a:solidFill>
                <a:srgbClr val="FFFFFF"/>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defTabSz="457189"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Noto Sans CJK SC Light"/>
              </a:endParaRPr>
            </a:p>
          </p:txBody>
        </p:sp>
        <p:sp>
          <p:nvSpPr>
            <p:cNvPr id="240" name="Freeform 302">
              <a:extLst>
                <a:ext uri="{FF2B5EF4-FFF2-40B4-BE49-F238E27FC236}">
                  <a16:creationId xmlns:a16="http://schemas.microsoft.com/office/drawing/2014/main" id="{2B4489A5-5D74-9637-3DAC-E96E733AF98E}"/>
                </a:ext>
              </a:extLst>
            </p:cNvPr>
            <p:cNvSpPr>
              <a:spLocks/>
            </p:cNvSpPr>
            <p:nvPr/>
          </p:nvSpPr>
          <p:spPr bwMode="auto">
            <a:xfrm>
              <a:off x="3804232" y="3958917"/>
              <a:ext cx="644525" cy="103188"/>
            </a:xfrm>
            <a:custGeom>
              <a:avLst/>
              <a:gdLst>
                <a:gd name="T0" fmla="*/ 387 w 387"/>
                <a:gd name="T1" fmla="*/ 10 h 62"/>
                <a:gd name="T2" fmla="*/ 387 w 387"/>
                <a:gd name="T3" fmla="*/ 51 h 62"/>
                <a:gd name="T4" fmla="*/ 376 w 387"/>
                <a:gd name="T5" fmla="*/ 62 h 62"/>
                <a:gd name="T6" fmla="*/ 11 w 387"/>
                <a:gd name="T7" fmla="*/ 62 h 62"/>
                <a:gd name="T8" fmla="*/ 0 w 387"/>
                <a:gd name="T9" fmla="*/ 51 h 62"/>
                <a:gd name="T10" fmla="*/ 0 w 387"/>
                <a:gd name="T11" fmla="*/ 10 h 62"/>
                <a:gd name="T12" fmla="*/ 11 w 387"/>
                <a:gd name="T13" fmla="*/ 0 h 62"/>
                <a:gd name="T14" fmla="*/ 376 w 387"/>
                <a:gd name="T15" fmla="*/ 0 h 62"/>
                <a:gd name="T16" fmla="*/ 387 w 387"/>
                <a:gd name="T17" fmla="*/ 10 h 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87" h="62">
                  <a:moveTo>
                    <a:pt x="387" y="10"/>
                  </a:moveTo>
                  <a:cubicBezTo>
                    <a:pt x="387" y="51"/>
                    <a:pt x="387" y="51"/>
                    <a:pt x="387" y="51"/>
                  </a:cubicBezTo>
                  <a:cubicBezTo>
                    <a:pt x="387" y="57"/>
                    <a:pt x="382" y="62"/>
                    <a:pt x="376" y="62"/>
                  </a:cubicBezTo>
                  <a:cubicBezTo>
                    <a:pt x="11" y="62"/>
                    <a:pt x="11" y="62"/>
                    <a:pt x="11" y="62"/>
                  </a:cubicBezTo>
                  <a:cubicBezTo>
                    <a:pt x="5" y="62"/>
                    <a:pt x="0" y="57"/>
                    <a:pt x="0" y="51"/>
                  </a:cubicBezTo>
                  <a:cubicBezTo>
                    <a:pt x="0" y="10"/>
                    <a:pt x="0" y="10"/>
                    <a:pt x="0" y="10"/>
                  </a:cubicBezTo>
                  <a:cubicBezTo>
                    <a:pt x="0" y="4"/>
                    <a:pt x="5" y="0"/>
                    <a:pt x="11" y="0"/>
                  </a:cubicBezTo>
                  <a:cubicBezTo>
                    <a:pt x="376" y="0"/>
                    <a:pt x="376" y="0"/>
                    <a:pt x="376" y="0"/>
                  </a:cubicBezTo>
                  <a:cubicBezTo>
                    <a:pt x="382" y="0"/>
                    <a:pt x="387" y="4"/>
                    <a:pt x="387" y="10"/>
                  </a:cubicBezTo>
                </a:path>
              </a:pathLst>
            </a:custGeom>
            <a:solidFill>
              <a:srgbClr val="3C3C3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457189"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Noto Sans CJK SC Light"/>
              </a:endParaRPr>
            </a:p>
          </p:txBody>
        </p:sp>
        <p:sp>
          <p:nvSpPr>
            <p:cNvPr id="241" name="Line 303">
              <a:extLst>
                <a:ext uri="{FF2B5EF4-FFF2-40B4-BE49-F238E27FC236}">
                  <a16:creationId xmlns:a16="http://schemas.microsoft.com/office/drawing/2014/main" id="{499CAC40-69A1-E82D-778E-74C54EC8BF43}"/>
                </a:ext>
              </a:extLst>
            </p:cNvPr>
            <p:cNvSpPr>
              <a:spLocks noChangeShapeType="1"/>
            </p:cNvSpPr>
            <p:nvPr/>
          </p:nvSpPr>
          <p:spPr bwMode="auto">
            <a:xfrm flipV="1">
              <a:off x="3834395" y="3982730"/>
              <a:ext cx="0" cy="52388"/>
            </a:xfrm>
            <a:prstGeom prst="line">
              <a:avLst/>
            </a:prstGeom>
            <a:noFill/>
            <a:ln w="11113" cap="rnd">
              <a:solidFill>
                <a:srgbClr val="FFFFFF"/>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defTabSz="457189"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Noto Sans CJK SC Light"/>
              </a:endParaRPr>
            </a:p>
          </p:txBody>
        </p:sp>
        <p:sp>
          <p:nvSpPr>
            <p:cNvPr id="242" name="Line 304">
              <a:extLst>
                <a:ext uri="{FF2B5EF4-FFF2-40B4-BE49-F238E27FC236}">
                  <a16:creationId xmlns:a16="http://schemas.microsoft.com/office/drawing/2014/main" id="{5F1D6018-73C6-8EF1-D69B-381D90D465EC}"/>
                </a:ext>
              </a:extLst>
            </p:cNvPr>
            <p:cNvSpPr>
              <a:spLocks noChangeShapeType="1"/>
            </p:cNvSpPr>
            <p:nvPr/>
          </p:nvSpPr>
          <p:spPr bwMode="auto">
            <a:xfrm flipV="1">
              <a:off x="3864557" y="3982730"/>
              <a:ext cx="0" cy="52388"/>
            </a:xfrm>
            <a:prstGeom prst="line">
              <a:avLst/>
            </a:prstGeom>
            <a:noFill/>
            <a:ln w="11113" cap="rnd">
              <a:solidFill>
                <a:srgbClr val="FFFFFF"/>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defTabSz="457189"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Noto Sans CJK SC Light"/>
              </a:endParaRPr>
            </a:p>
          </p:txBody>
        </p:sp>
        <p:sp>
          <p:nvSpPr>
            <p:cNvPr id="243" name="Line 305">
              <a:extLst>
                <a:ext uri="{FF2B5EF4-FFF2-40B4-BE49-F238E27FC236}">
                  <a16:creationId xmlns:a16="http://schemas.microsoft.com/office/drawing/2014/main" id="{7BA9BD21-B45A-C83B-70A6-DED843DE9F30}"/>
                </a:ext>
              </a:extLst>
            </p:cNvPr>
            <p:cNvSpPr>
              <a:spLocks noChangeShapeType="1"/>
            </p:cNvSpPr>
            <p:nvPr/>
          </p:nvSpPr>
          <p:spPr bwMode="auto">
            <a:xfrm flipV="1">
              <a:off x="3896307" y="3982730"/>
              <a:ext cx="0" cy="52388"/>
            </a:xfrm>
            <a:prstGeom prst="line">
              <a:avLst/>
            </a:prstGeom>
            <a:noFill/>
            <a:ln w="11113" cap="rnd">
              <a:solidFill>
                <a:srgbClr val="FFFFFF"/>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defTabSz="457189"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Noto Sans CJK SC Light"/>
              </a:endParaRPr>
            </a:p>
          </p:txBody>
        </p:sp>
        <p:sp>
          <p:nvSpPr>
            <p:cNvPr id="244" name="Line 306">
              <a:extLst>
                <a:ext uri="{FF2B5EF4-FFF2-40B4-BE49-F238E27FC236}">
                  <a16:creationId xmlns:a16="http://schemas.microsoft.com/office/drawing/2014/main" id="{5E422584-E8ED-162A-BF8F-AA365452885C}"/>
                </a:ext>
              </a:extLst>
            </p:cNvPr>
            <p:cNvSpPr>
              <a:spLocks noChangeShapeType="1"/>
            </p:cNvSpPr>
            <p:nvPr/>
          </p:nvSpPr>
          <p:spPr bwMode="auto">
            <a:xfrm flipV="1">
              <a:off x="3924882" y="3982730"/>
              <a:ext cx="0" cy="52388"/>
            </a:xfrm>
            <a:prstGeom prst="line">
              <a:avLst/>
            </a:prstGeom>
            <a:noFill/>
            <a:ln w="11113" cap="rnd">
              <a:solidFill>
                <a:srgbClr val="FFFFFF"/>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defTabSz="457189"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Noto Sans CJK SC Light"/>
              </a:endParaRPr>
            </a:p>
          </p:txBody>
        </p:sp>
        <p:sp>
          <p:nvSpPr>
            <p:cNvPr id="245" name="Line 307">
              <a:extLst>
                <a:ext uri="{FF2B5EF4-FFF2-40B4-BE49-F238E27FC236}">
                  <a16:creationId xmlns:a16="http://schemas.microsoft.com/office/drawing/2014/main" id="{26439F9C-D829-A495-E30F-98CB649C9F43}"/>
                </a:ext>
              </a:extLst>
            </p:cNvPr>
            <p:cNvSpPr>
              <a:spLocks noChangeShapeType="1"/>
            </p:cNvSpPr>
            <p:nvPr/>
          </p:nvSpPr>
          <p:spPr bwMode="auto">
            <a:xfrm flipV="1">
              <a:off x="3955045" y="3982730"/>
              <a:ext cx="0" cy="52388"/>
            </a:xfrm>
            <a:prstGeom prst="line">
              <a:avLst/>
            </a:prstGeom>
            <a:noFill/>
            <a:ln w="11113" cap="rnd">
              <a:solidFill>
                <a:srgbClr val="FFFFFF"/>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defTabSz="457189"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Noto Sans CJK SC Light"/>
              </a:endParaRPr>
            </a:p>
          </p:txBody>
        </p:sp>
      </p:grpSp>
      <p:sp>
        <p:nvSpPr>
          <p:cNvPr id="716" name="文本框 656">
            <a:extLst>
              <a:ext uri="{FF2B5EF4-FFF2-40B4-BE49-F238E27FC236}">
                <a16:creationId xmlns:a16="http://schemas.microsoft.com/office/drawing/2014/main" id="{94272B15-35F1-4CE0-D086-758B556280C0}"/>
              </a:ext>
            </a:extLst>
          </p:cNvPr>
          <p:cNvSpPr txBox="1"/>
          <p:nvPr/>
        </p:nvSpPr>
        <p:spPr>
          <a:xfrm>
            <a:off x="1851289" y="4348734"/>
            <a:ext cx="646331" cy="246221"/>
          </a:xfrm>
          <a:prstGeom prst="rect">
            <a:avLst/>
          </a:prstGeom>
          <a:noFill/>
        </p:spPr>
        <p:txBody>
          <a:bodyPr wrap="none" rtlCol="0">
            <a:spAutoFit/>
          </a:bodyPr>
          <a:lstStyle/>
          <a:p>
            <a:pPr lvl="0" defTabSz="685800">
              <a:defRPr/>
            </a:pPr>
            <a:r>
              <a:rPr kumimoji="0" lang="ja-JP" altLang="en-US" sz="1000" b="1" kern="0" dirty="0">
                <a:solidFill>
                  <a:srgbClr val="FFFFFF"/>
                </a:solidFill>
                <a:latin typeface="Noto Sans CJK SC Light"/>
              </a:rPr>
              <a:t>発電所</a:t>
            </a:r>
            <a:r>
              <a:rPr kumimoji="0" lang="en-US" altLang="ja-JP" sz="1000" b="1" kern="0" dirty="0">
                <a:solidFill>
                  <a:srgbClr val="FFFFFF"/>
                </a:solidFill>
                <a:latin typeface="Noto Sans CJK SC Light"/>
              </a:rPr>
              <a:t>A</a:t>
            </a:r>
          </a:p>
        </p:txBody>
      </p:sp>
      <p:sp>
        <p:nvSpPr>
          <p:cNvPr id="717" name="文本框 656">
            <a:extLst>
              <a:ext uri="{FF2B5EF4-FFF2-40B4-BE49-F238E27FC236}">
                <a16:creationId xmlns:a16="http://schemas.microsoft.com/office/drawing/2014/main" id="{53D27C8F-AB9D-9E43-713E-7D020F4694E8}"/>
              </a:ext>
            </a:extLst>
          </p:cNvPr>
          <p:cNvSpPr txBox="1"/>
          <p:nvPr/>
        </p:nvSpPr>
        <p:spPr>
          <a:xfrm>
            <a:off x="6668509" y="4340309"/>
            <a:ext cx="654346" cy="246221"/>
          </a:xfrm>
          <a:prstGeom prst="rect">
            <a:avLst/>
          </a:prstGeom>
          <a:noFill/>
        </p:spPr>
        <p:txBody>
          <a:bodyPr wrap="none" rtlCol="0">
            <a:spAutoFit/>
          </a:bodyPr>
          <a:lstStyle/>
          <a:p>
            <a:pPr lvl="0" defTabSz="685800">
              <a:defRPr/>
            </a:pPr>
            <a:r>
              <a:rPr kumimoji="0" lang="ja-JP" altLang="en-US" sz="1000" b="1" kern="0" dirty="0">
                <a:solidFill>
                  <a:srgbClr val="FFFFFF"/>
                </a:solidFill>
                <a:latin typeface="Noto Sans CJK SC Light"/>
              </a:rPr>
              <a:t>発電所</a:t>
            </a:r>
            <a:r>
              <a:rPr kumimoji="0" lang="en-US" altLang="ja-JP" sz="1000" b="1" kern="0" dirty="0">
                <a:solidFill>
                  <a:srgbClr val="FFFFFF"/>
                </a:solidFill>
                <a:latin typeface="Noto Sans CJK SC Light"/>
              </a:rPr>
              <a:t>N</a:t>
            </a:r>
          </a:p>
        </p:txBody>
      </p:sp>
      <p:sp>
        <p:nvSpPr>
          <p:cNvPr id="718" name="文本框 522">
            <a:extLst>
              <a:ext uri="{FF2B5EF4-FFF2-40B4-BE49-F238E27FC236}">
                <a16:creationId xmlns:a16="http://schemas.microsoft.com/office/drawing/2014/main" id="{1B6E07ED-29FC-7066-FA9E-1169D730FF28}"/>
              </a:ext>
            </a:extLst>
          </p:cNvPr>
          <p:cNvSpPr txBox="1"/>
          <p:nvPr/>
        </p:nvSpPr>
        <p:spPr>
          <a:xfrm>
            <a:off x="11077191" y="0"/>
            <a:ext cx="766557" cy="215444"/>
          </a:xfrm>
          <a:prstGeom prst="rect">
            <a:avLst/>
          </a:prstGeom>
          <a:noFill/>
        </p:spPr>
        <p:txBody>
          <a:bodyPr wrap="none" rtlCol="0">
            <a:spAutoFit/>
          </a:bodyPr>
          <a:lstStyle/>
          <a:p>
            <a:pPr defTabSz="685800"/>
            <a:r>
              <a:rPr lang="en-US" altLang="zh-CN" sz="800" dirty="0">
                <a:latin typeface="Noto Sans CJK SC Light"/>
              </a:rPr>
              <a:t>Fusion</a:t>
            </a:r>
            <a:r>
              <a:rPr lang="zh-CN" altLang="en-US" sz="800" dirty="0">
                <a:latin typeface="Noto Sans CJK SC Light"/>
              </a:rPr>
              <a:t> </a:t>
            </a:r>
            <a:r>
              <a:rPr lang="en-US" altLang="zh-CN" sz="800" dirty="0">
                <a:latin typeface="Noto Sans CJK SC Light"/>
              </a:rPr>
              <a:t>Router</a:t>
            </a:r>
            <a:endParaRPr lang="zh-CN" altLang="en-US" sz="800" dirty="0">
              <a:latin typeface="Noto Sans CJK SC Light"/>
            </a:endParaRPr>
          </a:p>
        </p:txBody>
      </p:sp>
      <p:sp>
        <p:nvSpPr>
          <p:cNvPr id="724" name="Rounded Rectangle 25">
            <a:extLst>
              <a:ext uri="{FF2B5EF4-FFF2-40B4-BE49-F238E27FC236}">
                <a16:creationId xmlns:a16="http://schemas.microsoft.com/office/drawing/2014/main" id="{95FC5D02-B45A-4F1C-4400-842B8501C1AB}"/>
              </a:ext>
            </a:extLst>
          </p:cNvPr>
          <p:cNvSpPr/>
          <p:nvPr/>
        </p:nvSpPr>
        <p:spPr>
          <a:xfrm>
            <a:off x="10932895" y="38338"/>
            <a:ext cx="181204" cy="172577"/>
          </a:xfrm>
          <a:custGeom>
            <a:avLst/>
            <a:gdLst/>
            <a:ahLst/>
            <a:cxnLst/>
            <a:rect l="l" t="t" r="r" b="b"/>
            <a:pathLst>
              <a:path w="1123462" h="1123462">
                <a:moveTo>
                  <a:pt x="758801" y="661837"/>
                </a:moveTo>
                <a:cubicBezTo>
                  <a:pt x="749648" y="661762"/>
                  <a:pt x="740466" y="665180"/>
                  <a:pt x="733427" y="672107"/>
                </a:cubicBezTo>
                <a:cubicBezTo>
                  <a:pt x="719346" y="685961"/>
                  <a:pt x="719161" y="708607"/>
                  <a:pt x="733016" y="722687"/>
                </a:cubicBezTo>
                <a:lnTo>
                  <a:pt x="753910" y="743923"/>
                </a:lnTo>
                <a:lnTo>
                  <a:pt x="542733" y="743923"/>
                </a:lnTo>
                <a:cubicBezTo>
                  <a:pt x="532857" y="743923"/>
                  <a:pt x="523914" y="747926"/>
                  <a:pt x="517443" y="754399"/>
                </a:cubicBezTo>
                <a:lnTo>
                  <a:pt x="506967" y="779690"/>
                </a:lnTo>
                <a:lnTo>
                  <a:pt x="517443" y="804981"/>
                </a:lnTo>
                <a:cubicBezTo>
                  <a:pt x="523916" y="811453"/>
                  <a:pt x="532858" y="815458"/>
                  <a:pt x="542734" y="815457"/>
                </a:cubicBezTo>
                <a:lnTo>
                  <a:pt x="753910" y="815457"/>
                </a:lnTo>
                <a:lnTo>
                  <a:pt x="733016" y="836693"/>
                </a:lnTo>
                <a:cubicBezTo>
                  <a:pt x="719162" y="850774"/>
                  <a:pt x="719346" y="873420"/>
                  <a:pt x="733426" y="887274"/>
                </a:cubicBezTo>
                <a:cubicBezTo>
                  <a:pt x="747507" y="901128"/>
                  <a:pt x="770153" y="900944"/>
                  <a:pt x="784007" y="886863"/>
                </a:cubicBezTo>
                <a:lnTo>
                  <a:pt x="864319" y="805239"/>
                </a:lnTo>
                <a:lnTo>
                  <a:pt x="869302" y="797600"/>
                </a:lnTo>
                <a:lnTo>
                  <a:pt x="871992" y="793612"/>
                </a:lnTo>
                <a:lnTo>
                  <a:pt x="872069" y="793358"/>
                </a:lnTo>
                <a:lnTo>
                  <a:pt x="872080" y="793343"/>
                </a:lnTo>
                <a:lnTo>
                  <a:pt x="872088" y="793303"/>
                </a:lnTo>
                <a:lnTo>
                  <a:pt x="874076" y="786899"/>
                </a:lnTo>
                <a:cubicBezTo>
                  <a:pt x="874552" y="784570"/>
                  <a:pt x="874802" y="782160"/>
                  <a:pt x="874802" y="779690"/>
                </a:cubicBezTo>
                <a:cubicBezTo>
                  <a:pt x="874801" y="777222"/>
                  <a:pt x="874552" y="774810"/>
                  <a:pt x="874075" y="772482"/>
                </a:cubicBezTo>
                <a:lnTo>
                  <a:pt x="872087" y="766077"/>
                </a:lnTo>
                <a:lnTo>
                  <a:pt x="872080" y="766038"/>
                </a:lnTo>
                <a:lnTo>
                  <a:pt x="872070" y="766023"/>
                </a:lnTo>
                <a:lnTo>
                  <a:pt x="871992" y="765768"/>
                </a:lnTo>
                <a:lnTo>
                  <a:pt x="869291" y="761764"/>
                </a:lnTo>
                <a:lnTo>
                  <a:pt x="864318" y="754142"/>
                </a:lnTo>
                <a:lnTo>
                  <a:pt x="784006" y="672518"/>
                </a:lnTo>
                <a:cubicBezTo>
                  <a:pt x="777079" y="665477"/>
                  <a:pt x="767954" y="661911"/>
                  <a:pt x="758801" y="661837"/>
                </a:cubicBezTo>
                <a:close/>
                <a:moveTo>
                  <a:pt x="364661" y="558282"/>
                </a:moveTo>
                <a:cubicBezTo>
                  <a:pt x="355509" y="558355"/>
                  <a:pt x="346384" y="561922"/>
                  <a:pt x="339457" y="568962"/>
                </a:cubicBezTo>
                <a:lnTo>
                  <a:pt x="259145" y="650587"/>
                </a:lnTo>
                <a:lnTo>
                  <a:pt x="254172" y="658209"/>
                </a:lnTo>
                <a:lnTo>
                  <a:pt x="251473" y="662213"/>
                </a:lnTo>
                <a:lnTo>
                  <a:pt x="251394" y="662469"/>
                </a:lnTo>
                <a:lnTo>
                  <a:pt x="251384" y="662482"/>
                </a:lnTo>
                <a:lnTo>
                  <a:pt x="251377" y="662522"/>
                </a:lnTo>
                <a:lnTo>
                  <a:pt x="249388" y="668927"/>
                </a:lnTo>
                <a:cubicBezTo>
                  <a:pt x="248912" y="671255"/>
                  <a:pt x="248662" y="673667"/>
                  <a:pt x="248662" y="676135"/>
                </a:cubicBezTo>
                <a:cubicBezTo>
                  <a:pt x="248662" y="678605"/>
                  <a:pt x="248913" y="681015"/>
                  <a:pt x="249389" y="683344"/>
                </a:cubicBezTo>
                <a:lnTo>
                  <a:pt x="251377" y="689748"/>
                </a:lnTo>
                <a:lnTo>
                  <a:pt x="251383" y="689789"/>
                </a:lnTo>
                <a:lnTo>
                  <a:pt x="251393" y="689803"/>
                </a:lnTo>
                <a:lnTo>
                  <a:pt x="251473" y="690057"/>
                </a:lnTo>
                <a:lnTo>
                  <a:pt x="254161" y="694045"/>
                </a:lnTo>
                <a:lnTo>
                  <a:pt x="259145" y="701683"/>
                </a:lnTo>
                <a:lnTo>
                  <a:pt x="339457" y="783309"/>
                </a:lnTo>
                <a:cubicBezTo>
                  <a:pt x="353311" y="797389"/>
                  <a:pt x="375956" y="797573"/>
                  <a:pt x="390037" y="783719"/>
                </a:cubicBezTo>
                <a:cubicBezTo>
                  <a:pt x="404118" y="769864"/>
                  <a:pt x="404302" y="747219"/>
                  <a:pt x="390448" y="733138"/>
                </a:cubicBezTo>
                <a:lnTo>
                  <a:pt x="369553" y="711902"/>
                </a:lnTo>
                <a:lnTo>
                  <a:pt x="580730" y="711901"/>
                </a:lnTo>
                <a:cubicBezTo>
                  <a:pt x="590607" y="711902"/>
                  <a:pt x="599548" y="707899"/>
                  <a:pt x="606020" y="701426"/>
                </a:cubicBezTo>
                <a:lnTo>
                  <a:pt x="616497" y="676135"/>
                </a:lnTo>
                <a:lnTo>
                  <a:pt x="606021" y="650843"/>
                </a:lnTo>
                <a:cubicBezTo>
                  <a:pt x="599549" y="644371"/>
                  <a:pt x="590606" y="640368"/>
                  <a:pt x="580730" y="640368"/>
                </a:cubicBezTo>
                <a:lnTo>
                  <a:pt x="369554" y="640368"/>
                </a:lnTo>
                <a:lnTo>
                  <a:pt x="390448" y="619133"/>
                </a:lnTo>
                <a:cubicBezTo>
                  <a:pt x="404302" y="605052"/>
                  <a:pt x="404118" y="582406"/>
                  <a:pt x="390038" y="568551"/>
                </a:cubicBezTo>
                <a:lnTo>
                  <a:pt x="390038" y="568553"/>
                </a:lnTo>
                <a:cubicBezTo>
                  <a:pt x="382997" y="561625"/>
                  <a:pt x="373815" y="558207"/>
                  <a:pt x="364661" y="558282"/>
                </a:cubicBezTo>
                <a:close/>
                <a:moveTo>
                  <a:pt x="758801" y="329475"/>
                </a:moveTo>
                <a:cubicBezTo>
                  <a:pt x="749649" y="329401"/>
                  <a:pt x="740466" y="332819"/>
                  <a:pt x="733427" y="339746"/>
                </a:cubicBezTo>
                <a:lnTo>
                  <a:pt x="733426" y="339746"/>
                </a:lnTo>
                <a:cubicBezTo>
                  <a:pt x="719345" y="353600"/>
                  <a:pt x="719161" y="376245"/>
                  <a:pt x="733017" y="390327"/>
                </a:cubicBezTo>
                <a:lnTo>
                  <a:pt x="753909" y="411562"/>
                </a:lnTo>
                <a:lnTo>
                  <a:pt x="542733" y="411561"/>
                </a:lnTo>
                <a:cubicBezTo>
                  <a:pt x="532856" y="411562"/>
                  <a:pt x="523915" y="415565"/>
                  <a:pt x="517443" y="422037"/>
                </a:cubicBezTo>
                <a:lnTo>
                  <a:pt x="506967" y="447329"/>
                </a:lnTo>
                <a:lnTo>
                  <a:pt x="517443" y="472620"/>
                </a:lnTo>
                <a:cubicBezTo>
                  <a:pt x="523916" y="479093"/>
                  <a:pt x="532857" y="483097"/>
                  <a:pt x="542734" y="483095"/>
                </a:cubicBezTo>
                <a:lnTo>
                  <a:pt x="753910" y="483096"/>
                </a:lnTo>
                <a:lnTo>
                  <a:pt x="733016" y="504333"/>
                </a:lnTo>
                <a:cubicBezTo>
                  <a:pt x="719162" y="518413"/>
                  <a:pt x="719345" y="541059"/>
                  <a:pt x="733426" y="554913"/>
                </a:cubicBezTo>
                <a:cubicBezTo>
                  <a:pt x="747507" y="568767"/>
                  <a:pt x="770152" y="568583"/>
                  <a:pt x="784007" y="554503"/>
                </a:cubicBezTo>
                <a:lnTo>
                  <a:pt x="864318" y="472878"/>
                </a:lnTo>
                <a:lnTo>
                  <a:pt x="869302" y="465238"/>
                </a:lnTo>
                <a:lnTo>
                  <a:pt x="871991" y="461251"/>
                </a:lnTo>
                <a:lnTo>
                  <a:pt x="872070" y="460997"/>
                </a:lnTo>
                <a:lnTo>
                  <a:pt x="872079" y="460982"/>
                </a:lnTo>
                <a:lnTo>
                  <a:pt x="872087" y="460942"/>
                </a:lnTo>
                <a:lnTo>
                  <a:pt x="874075" y="454537"/>
                </a:lnTo>
                <a:cubicBezTo>
                  <a:pt x="874551" y="452209"/>
                  <a:pt x="874801" y="449799"/>
                  <a:pt x="874801" y="447329"/>
                </a:cubicBezTo>
                <a:cubicBezTo>
                  <a:pt x="874802" y="444860"/>
                  <a:pt x="874552" y="442449"/>
                  <a:pt x="874076" y="440121"/>
                </a:cubicBezTo>
                <a:lnTo>
                  <a:pt x="872087" y="433715"/>
                </a:lnTo>
                <a:lnTo>
                  <a:pt x="872079" y="433677"/>
                </a:lnTo>
                <a:lnTo>
                  <a:pt x="872071" y="433662"/>
                </a:lnTo>
                <a:lnTo>
                  <a:pt x="871991" y="433407"/>
                </a:lnTo>
                <a:lnTo>
                  <a:pt x="869292" y="429403"/>
                </a:lnTo>
                <a:lnTo>
                  <a:pt x="864319" y="421781"/>
                </a:lnTo>
                <a:lnTo>
                  <a:pt x="784007" y="340156"/>
                </a:lnTo>
                <a:cubicBezTo>
                  <a:pt x="777079" y="333117"/>
                  <a:pt x="767954" y="329550"/>
                  <a:pt x="758801" y="329475"/>
                </a:cubicBezTo>
                <a:close/>
                <a:moveTo>
                  <a:pt x="364662" y="225921"/>
                </a:moveTo>
                <a:cubicBezTo>
                  <a:pt x="355509" y="225995"/>
                  <a:pt x="346383" y="229561"/>
                  <a:pt x="339456" y="236601"/>
                </a:cubicBezTo>
                <a:lnTo>
                  <a:pt x="259145" y="318226"/>
                </a:lnTo>
                <a:lnTo>
                  <a:pt x="254173" y="325848"/>
                </a:lnTo>
                <a:lnTo>
                  <a:pt x="251473" y="329852"/>
                </a:lnTo>
                <a:lnTo>
                  <a:pt x="251394" y="330107"/>
                </a:lnTo>
                <a:lnTo>
                  <a:pt x="251384" y="330122"/>
                </a:lnTo>
                <a:lnTo>
                  <a:pt x="251376" y="330161"/>
                </a:lnTo>
                <a:lnTo>
                  <a:pt x="249389" y="336566"/>
                </a:lnTo>
                <a:cubicBezTo>
                  <a:pt x="248912" y="338894"/>
                  <a:pt x="248662" y="341305"/>
                  <a:pt x="248662" y="343774"/>
                </a:cubicBezTo>
                <a:cubicBezTo>
                  <a:pt x="248662" y="346244"/>
                  <a:pt x="248912" y="348654"/>
                  <a:pt x="249389" y="350982"/>
                </a:cubicBezTo>
                <a:lnTo>
                  <a:pt x="251377" y="357387"/>
                </a:lnTo>
                <a:lnTo>
                  <a:pt x="251384" y="357428"/>
                </a:lnTo>
                <a:lnTo>
                  <a:pt x="251393" y="357443"/>
                </a:lnTo>
                <a:lnTo>
                  <a:pt x="251473" y="357696"/>
                </a:lnTo>
                <a:lnTo>
                  <a:pt x="254161" y="361684"/>
                </a:lnTo>
                <a:lnTo>
                  <a:pt x="259145" y="369323"/>
                </a:lnTo>
                <a:lnTo>
                  <a:pt x="339456" y="450948"/>
                </a:lnTo>
                <a:cubicBezTo>
                  <a:pt x="353310" y="465028"/>
                  <a:pt x="375957" y="465212"/>
                  <a:pt x="390037" y="451358"/>
                </a:cubicBezTo>
                <a:cubicBezTo>
                  <a:pt x="404118" y="437503"/>
                  <a:pt x="404302" y="414858"/>
                  <a:pt x="390448" y="400777"/>
                </a:cubicBezTo>
                <a:lnTo>
                  <a:pt x="369553" y="379542"/>
                </a:lnTo>
                <a:lnTo>
                  <a:pt x="580730" y="379541"/>
                </a:lnTo>
                <a:cubicBezTo>
                  <a:pt x="590606" y="379541"/>
                  <a:pt x="599549" y="375538"/>
                  <a:pt x="606021" y="369065"/>
                </a:cubicBezTo>
                <a:lnTo>
                  <a:pt x="616497" y="343774"/>
                </a:lnTo>
                <a:lnTo>
                  <a:pt x="606021" y="318483"/>
                </a:lnTo>
                <a:cubicBezTo>
                  <a:pt x="599549" y="312010"/>
                  <a:pt x="590606" y="308006"/>
                  <a:pt x="580730" y="308006"/>
                </a:cubicBezTo>
                <a:lnTo>
                  <a:pt x="369553" y="308007"/>
                </a:lnTo>
                <a:lnTo>
                  <a:pt x="390447" y="286772"/>
                </a:lnTo>
                <a:cubicBezTo>
                  <a:pt x="404302" y="272691"/>
                  <a:pt x="404118" y="250045"/>
                  <a:pt x="390038" y="236191"/>
                </a:cubicBezTo>
                <a:cubicBezTo>
                  <a:pt x="382997" y="229264"/>
                  <a:pt x="373816" y="225846"/>
                  <a:pt x="364662" y="225921"/>
                </a:cubicBezTo>
                <a:close/>
                <a:moveTo>
                  <a:pt x="99325" y="0"/>
                </a:moveTo>
                <a:lnTo>
                  <a:pt x="1024137" y="0"/>
                </a:lnTo>
                <a:cubicBezTo>
                  <a:pt x="1078993" y="0"/>
                  <a:pt x="1123462" y="44469"/>
                  <a:pt x="1123462" y="99325"/>
                </a:cubicBezTo>
                <a:lnTo>
                  <a:pt x="1123462" y="1024137"/>
                </a:lnTo>
                <a:cubicBezTo>
                  <a:pt x="1123462" y="1078993"/>
                  <a:pt x="1078993" y="1123462"/>
                  <a:pt x="1024137" y="1123462"/>
                </a:cubicBezTo>
                <a:lnTo>
                  <a:pt x="99325" y="1123462"/>
                </a:lnTo>
                <a:cubicBezTo>
                  <a:pt x="44469" y="1123462"/>
                  <a:pt x="0" y="1078993"/>
                  <a:pt x="0" y="1024137"/>
                </a:cubicBezTo>
                <a:lnTo>
                  <a:pt x="0" y="99325"/>
                </a:lnTo>
                <a:cubicBezTo>
                  <a:pt x="0" y="44469"/>
                  <a:pt x="44469" y="0"/>
                  <a:pt x="99325" y="0"/>
                </a:cubicBezTo>
                <a:close/>
              </a:path>
            </a:pathLst>
          </a:custGeom>
          <a:solidFill>
            <a:srgbClr val="3C3C3C">
              <a:lumMod val="25000"/>
              <a:lumOff val="75000"/>
            </a:srgbClr>
          </a:solidFill>
          <a:ln w="25400" cap="flat" cmpd="sng" algn="ctr">
            <a:noFill/>
            <a:prstDash val="solid"/>
          </a:ln>
          <a:effectLst/>
        </p:spPr>
        <p:txBody>
          <a:bodyPr rtlCol="0" anchor="ctr"/>
          <a:lstStyle/>
          <a:p>
            <a:pPr marL="0" marR="0" lvl="0" indent="0" algn="ctr" defTabSz="342512" eaLnBrk="1" fontAlgn="base" latinLnBrk="0" hangingPunct="1">
              <a:lnSpc>
                <a:spcPct val="100000"/>
              </a:lnSpc>
              <a:spcBef>
                <a:spcPct val="0"/>
              </a:spcBef>
              <a:spcAft>
                <a:spcPct val="0"/>
              </a:spcAft>
              <a:buClrTx/>
              <a:buSzTx/>
              <a:buFontTx/>
              <a:buNone/>
              <a:tabLst/>
              <a:defRPr/>
            </a:pPr>
            <a:endParaRPr kumimoji="0" lang="en-US" sz="1400" b="0" i="0" u="none" strike="noStrike" kern="0" cap="none" spc="0" normalizeH="0" baseline="0" noProof="0">
              <a:ln>
                <a:noFill/>
              </a:ln>
              <a:solidFill>
                <a:srgbClr val="2968AF">
                  <a:lumMod val="50000"/>
                </a:srgbClr>
              </a:solidFill>
              <a:effectLst/>
              <a:uLnTx/>
              <a:uFillTx/>
              <a:latin typeface="Noto Sans CJK SC Light"/>
            </a:endParaRPr>
          </a:p>
        </p:txBody>
      </p:sp>
      <p:sp>
        <p:nvSpPr>
          <p:cNvPr id="725" name="Rounded Rectangle 25">
            <a:extLst>
              <a:ext uri="{FF2B5EF4-FFF2-40B4-BE49-F238E27FC236}">
                <a16:creationId xmlns:a16="http://schemas.microsoft.com/office/drawing/2014/main" id="{C40898CA-C862-C4AD-75F5-4AE1CD5948DE}"/>
              </a:ext>
            </a:extLst>
          </p:cNvPr>
          <p:cNvSpPr/>
          <p:nvPr/>
        </p:nvSpPr>
        <p:spPr>
          <a:xfrm>
            <a:off x="10932895" y="263440"/>
            <a:ext cx="181204" cy="172577"/>
          </a:xfrm>
          <a:custGeom>
            <a:avLst/>
            <a:gdLst/>
            <a:ahLst/>
            <a:cxnLst/>
            <a:rect l="l" t="t" r="r" b="b"/>
            <a:pathLst>
              <a:path w="1123462" h="1123462">
                <a:moveTo>
                  <a:pt x="758801" y="661837"/>
                </a:moveTo>
                <a:cubicBezTo>
                  <a:pt x="749648" y="661762"/>
                  <a:pt x="740466" y="665180"/>
                  <a:pt x="733427" y="672107"/>
                </a:cubicBezTo>
                <a:cubicBezTo>
                  <a:pt x="719346" y="685961"/>
                  <a:pt x="719161" y="708607"/>
                  <a:pt x="733016" y="722687"/>
                </a:cubicBezTo>
                <a:lnTo>
                  <a:pt x="753910" y="743923"/>
                </a:lnTo>
                <a:lnTo>
                  <a:pt x="542733" y="743923"/>
                </a:lnTo>
                <a:cubicBezTo>
                  <a:pt x="532857" y="743923"/>
                  <a:pt x="523914" y="747926"/>
                  <a:pt x="517443" y="754399"/>
                </a:cubicBezTo>
                <a:lnTo>
                  <a:pt x="506967" y="779690"/>
                </a:lnTo>
                <a:lnTo>
                  <a:pt x="517443" y="804981"/>
                </a:lnTo>
                <a:cubicBezTo>
                  <a:pt x="523916" y="811453"/>
                  <a:pt x="532858" y="815458"/>
                  <a:pt x="542734" y="815457"/>
                </a:cubicBezTo>
                <a:lnTo>
                  <a:pt x="753910" y="815457"/>
                </a:lnTo>
                <a:lnTo>
                  <a:pt x="733016" y="836693"/>
                </a:lnTo>
                <a:cubicBezTo>
                  <a:pt x="719162" y="850774"/>
                  <a:pt x="719346" y="873420"/>
                  <a:pt x="733426" y="887274"/>
                </a:cubicBezTo>
                <a:cubicBezTo>
                  <a:pt x="747507" y="901128"/>
                  <a:pt x="770153" y="900944"/>
                  <a:pt x="784007" y="886863"/>
                </a:cubicBezTo>
                <a:lnTo>
                  <a:pt x="864319" y="805239"/>
                </a:lnTo>
                <a:lnTo>
                  <a:pt x="869302" y="797600"/>
                </a:lnTo>
                <a:lnTo>
                  <a:pt x="871992" y="793612"/>
                </a:lnTo>
                <a:lnTo>
                  <a:pt x="872069" y="793358"/>
                </a:lnTo>
                <a:lnTo>
                  <a:pt x="872080" y="793343"/>
                </a:lnTo>
                <a:lnTo>
                  <a:pt x="872088" y="793303"/>
                </a:lnTo>
                <a:lnTo>
                  <a:pt x="874076" y="786899"/>
                </a:lnTo>
                <a:cubicBezTo>
                  <a:pt x="874552" y="784570"/>
                  <a:pt x="874802" y="782160"/>
                  <a:pt x="874802" y="779690"/>
                </a:cubicBezTo>
                <a:cubicBezTo>
                  <a:pt x="874801" y="777222"/>
                  <a:pt x="874552" y="774810"/>
                  <a:pt x="874075" y="772482"/>
                </a:cubicBezTo>
                <a:lnTo>
                  <a:pt x="872087" y="766077"/>
                </a:lnTo>
                <a:lnTo>
                  <a:pt x="872080" y="766038"/>
                </a:lnTo>
                <a:lnTo>
                  <a:pt x="872070" y="766023"/>
                </a:lnTo>
                <a:lnTo>
                  <a:pt x="871992" y="765768"/>
                </a:lnTo>
                <a:lnTo>
                  <a:pt x="869291" y="761764"/>
                </a:lnTo>
                <a:lnTo>
                  <a:pt x="864318" y="754142"/>
                </a:lnTo>
                <a:lnTo>
                  <a:pt x="784006" y="672518"/>
                </a:lnTo>
                <a:cubicBezTo>
                  <a:pt x="777079" y="665477"/>
                  <a:pt x="767954" y="661911"/>
                  <a:pt x="758801" y="661837"/>
                </a:cubicBezTo>
                <a:close/>
                <a:moveTo>
                  <a:pt x="364661" y="558282"/>
                </a:moveTo>
                <a:cubicBezTo>
                  <a:pt x="355509" y="558355"/>
                  <a:pt x="346384" y="561922"/>
                  <a:pt x="339457" y="568962"/>
                </a:cubicBezTo>
                <a:lnTo>
                  <a:pt x="259145" y="650587"/>
                </a:lnTo>
                <a:lnTo>
                  <a:pt x="254172" y="658209"/>
                </a:lnTo>
                <a:lnTo>
                  <a:pt x="251473" y="662213"/>
                </a:lnTo>
                <a:lnTo>
                  <a:pt x="251394" y="662469"/>
                </a:lnTo>
                <a:lnTo>
                  <a:pt x="251384" y="662482"/>
                </a:lnTo>
                <a:lnTo>
                  <a:pt x="251377" y="662522"/>
                </a:lnTo>
                <a:lnTo>
                  <a:pt x="249388" y="668927"/>
                </a:lnTo>
                <a:cubicBezTo>
                  <a:pt x="248912" y="671255"/>
                  <a:pt x="248662" y="673667"/>
                  <a:pt x="248662" y="676135"/>
                </a:cubicBezTo>
                <a:cubicBezTo>
                  <a:pt x="248662" y="678605"/>
                  <a:pt x="248913" y="681015"/>
                  <a:pt x="249389" y="683344"/>
                </a:cubicBezTo>
                <a:lnTo>
                  <a:pt x="251377" y="689748"/>
                </a:lnTo>
                <a:lnTo>
                  <a:pt x="251383" y="689789"/>
                </a:lnTo>
                <a:lnTo>
                  <a:pt x="251393" y="689803"/>
                </a:lnTo>
                <a:lnTo>
                  <a:pt x="251473" y="690057"/>
                </a:lnTo>
                <a:lnTo>
                  <a:pt x="254161" y="694045"/>
                </a:lnTo>
                <a:lnTo>
                  <a:pt x="259145" y="701683"/>
                </a:lnTo>
                <a:lnTo>
                  <a:pt x="339457" y="783309"/>
                </a:lnTo>
                <a:cubicBezTo>
                  <a:pt x="353311" y="797389"/>
                  <a:pt x="375956" y="797573"/>
                  <a:pt x="390037" y="783719"/>
                </a:cubicBezTo>
                <a:cubicBezTo>
                  <a:pt x="404118" y="769864"/>
                  <a:pt x="404302" y="747219"/>
                  <a:pt x="390448" y="733138"/>
                </a:cubicBezTo>
                <a:lnTo>
                  <a:pt x="369553" y="711902"/>
                </a:lnTo>
                <a:lnTo>
                  <a:pt x="580730" y="711901"/>
                </a:lnTo>
                <a:cubicBezTo>
                  <a:pt x="590607" y="711902"/>
                  <a:pt x="599548" y="707899"/>
                  <a:pt x="606020" y="701426"/>
                </a:cubicBezTo>
                <a:lnTo>
                  <a:pt x="616497" y="676135"/>
                </a:lnTo>
                <a:lnTo>
                  <a:pt x="606021" y="650843"/>
                </a:lnTo>
                <a:cubicBezTo>
                  <a:pt x="599549" y="644371"/>
                  <a:pt x="590606" y="640368"/>
                  <a:pt x="580730" y="640368"/>
                </a:cubicBezTo>
                <a:lnTo>
                  <a:pt x="369554" y="640368"/>
                </a:lnTo>
                <a:lnTo>
                  <a:pt x="390448" y="619133"/>
                </a:lnTo>
                <a:cubicBezTo>
                  <a:pt x="404302" y="605052"/>
                  <a:pt x="404118" y="582406"/>
                  <a:pt x="390038" y="568551"/>
                </a:cubicBezTo>
                <a:lnTo>
                  <a:pt x="390038" y="568553"/>
                </a:lnTo>
                <a:cubicBezTo>
                  <a:pt x="382997" y="561625"/>
                  <a:pt x="373815" y="558207"/>
                  <a:pt x="364661" y="558282"/>
                </a:cubicBezTo>
                <a:close/>
                <a:moveTo>
                  <a:pt x="758801" y="329475"/>
                </a:moveTo>
                <a:cubicBezTo>
                  <a:pt x="749649" y="329401"/>
                  <a:pt x="740466" y="332819"/>
                  <a:pt x="733427" y="339746"/>
                </a:cubicBezTo>
                <a:lnTo>
                  <a:pt x="733426" y="339746"/>
                </a:lnTo>
                <a:cubicBezTo>
                  <a:pt x="719345" y="353600"/>
                  <a:pt x="719161" y="376245"/>
                  <a:pt x="733017" y="390327"/>
                </a:cubicBezTo>
                <a:lnTo>
                  <a:pt x="753909" y="411562"/>
                </a:lnTo>
                <a:lnTo>
                  <a:pt x="542733" y="411561"/>
                </a:lnTo>
                <a:cubicBezTo>
                  <a:pt x="532856" y="411562"/>
                  <a:pt x="523915" y="415565"/>
                  <a:pt x="517443" y="422037"/>
                </a:cubicBezTo>
                <a:lnTo>
                  <a:pt x="506967" y="447329"/>
                </a:lnTo>
                <a:lnTo>
                  <a:pt x="517443" y="472620"/>
                </a:lnTo>
                <a:cubicBezTo>
                  <a:pt x="523916" y="479093"/>
                  <a:pt x="532857" y="483097"/>
                  <a:pt x="542734" y="483095"/>
                </a:cubicBezTo>
                <a:lnTo>
                  <a:pt x="753910" y="483096"/>
                </a:lnTo>
                <a:lnTo>
                  <a:pt x="733016" y="504333"/>
                </a:lnTo>
                <a:cubicBezTo>
                  <a:pt x="719162" y="518413"/>
                  <a:pt x="719345" y="541059"/>
                  <a:pt x="733426" y="554913"/>
                </a:cubicBezTo>
                <a:cubicBezTo>
                  <a:pt x="747507" y="568767"/>
                  <a:pt x="770152" y="568583"/>
                  <a:pt x="784007" y="554503"/>
                </a:cubicBezTo>
                <a:lnTo>
                  <a:pt x="864318" y="472878"/>
                </a:lnTo>
                <a:lnTo>
                  <a:pt x="869302" y="465238"/>
                </a:lnTo>
                <a:lnTo>
                  <a:pt x="871991" y="461251"/>
                </a:lnTo>
                <a:lnTo>
                  <a:pt x="872070" y="460997"/>
                </a:lnTo>
                <a:lnTo>
                  <a:pt x="872079" y="460982"/>
                </a:lnTo>
                <a:lnTo>
                  <a:pt x="872087" y="460942"/>
                </a:lnTo>
                <a:lnTo>
                  <a:pt x="874075" y="454537"/>
                </a:lnTo>
                <a:cubicBezTo>
                  <a:pt x="874551" y="452209"/>
                  <a:pt x="874801" y="449799"/>
                  <a:pt x="874801" y="447329"/>
                </a:cubicBezTo>
                <a:cubicBezTo>
                  <a:pt x="874802" y="444860"/>
                  <a:pt x="874552" y="442449"/>
                  <a:pt x="874076" y="440121"/>
                </a:cubicBezTo>
                <a:lnTo>
                  <a:pt x="872087" y="433715"/>
                </a:lnTo>
                <a:lnTo>
                  <a:pt x="872079" y="433677"/>
                </a:lnTo>
                <a:lnTo>
                  <a:pt x="872071" y="433662"/>
                </a:lnTo>
                <a:lnTo>
                  <a:pt x="871991" y="433407"/>
                </a:lnTo>
                <a:lnTo>
                  <a:pt x="869292" y="429403"/>
                </a:lnTo>
                <a:lnTo>
                  <a:pt x="864319" y="421781"/>
                </a:lnTo>
                <a:lnTo>
                  <a:pt x="784007" y="340156"/>
                </a:lnTo>
                <a:cubicBezTo>
                  <a:pt x="777079" y="333117"/>
                  <a:pt x="767954" y="329550"/>
                  <a:pt x="758801" y="329475"/>
                </a:cubicBezTo>
                <a:close/>
                <a:moveTo>
                  <a:pt x="364662" y="225921"/>
                </a:moveTo>
                <a:cubicBezTo>
                  <a:pt x="355509" y="225995"/>
                  <a:pt x="346383" y="229561"/>
                  <a:pt x="339456" y="236601"/>
                </a:cubicBezTo>
                <a:lnTo>
                  <a:pt x="259145" y="318226"/>
                </a:lnTo>
                <a:lnTo>
                  <a:pt x="254173" y="325848"/>
                </a:lnTo>
                <a:lnTo>
                  <a:pt x="251473" y="329852"/>
                </a:lnTo>
                <a:lnTo>
                  <a:pt x="251394" y="330107"/>
                </a:lnTo>
                <a:lnTo>
                  <a:pt x="251384" y="330122"/>
                </a:lnTo>
                <a:lnTo>
                  <a:pt x="251376" y="330161"/>
                </a:lnTo>
                <a:lnTo>
                  <a:pt x="249389" y="336566"/>
                </a:lnTo>
                <a:cubicBezTo>
                  <a:pt x="248912" y="338894"/>
                  <a:pt x="248662" y="341305"/>
                  <a:pt x="248662" y="343774"/>
                </a:cubicBezTo>
                <a:cubicBezTo>
                  <a:pt x="248662" y="346244"/>
                  <a:pt x="248912" y="348654"/>
                  <a:pt x="249389" y="350982"/>
                </a:cubicBezTo>
                <a:lnTo>
                  <a:pt x="251377" y="357387"/>
                </a:lnTo>
                <a:lnTo>
                  <a:pt x="251384" y="357428"/>
                </a:lnTo>
                <a:lnTo>
                  <a:pt x="251393" y="357443"/>
                </a:lnTo>
                <a:lnTo>
                  <a:pt x="251473" y="357696"/>
                </a:lnTo>
                <a:lnTo>
                  <a:pt x="254161" y="361684"/>
                </a:lnTo>
                <a:lnTo>
                  <a:pt x="259145" y="369323"/>
                </a:lnTo>
                <a:lnTo>
                  <a:pt x="339456" y="450948"/>
                </a:lnTo>
                <a:cubicBezTo>
                  <a:pt x="353310" y="465028"/>
                  <a:pt x="375957" y="465212"/>
                  <a:pt x="390037" y="451358"/>
                </a:cubicBezTo>
                <a:cubicBezTo>
                  <a:pt x="404118" y="437503"/>
                  <a:pt x="404302" y="414858"/>
                  <a:pt x="390448" y="400777"/>
                </a:cubicBezTo>
                <a:lnTo>
                  <a:pt x="369553" y="379542"/>
                </a:lnTo>
                <a:lnTo>
                  <a:pt x="580730" y="379541"/>
                </a:lnTo>
                <a:cubicBezTo>
                  <a:pt x="590606" y="379541"/>
                  <a:pt x="599549" y="375538"/>
                  <a:pt x="606021" y="369065"/>
                </a:cubicBezTo>
                <a:lnTo>
                  <a:pt x="616497" y="343774"/>
                </a:lnTo>
                <a:lnTo>
                  <a:pt x="606021" y="318483"/>
                </a:lnTo>
                <a:cubicBezTo>
                  <a:pt x="599549" y="312010"/>
                  <a:pt x="590606" y="308006"/>
                  <a:pt x="580730" y="308006"/>
                </a:cubicBezTo>
                <a:lnTo>
                  <a:pt x="369553" y="308007"/>
                </a:lnTo>
                <a:lnTo>
                  <a:pt x="390447" y="286772"/>
                </a:lnTo>
                <a:cubicBezTo>
                  <a:pt x="404302" y="272691"/>
                  <a:pt x="404118" y="250045"/>
                  <a:pt x="390038" y="236191"/>
                </a:cubicBezTo>
                <a:cubicBezTo>
                  <a:pt x="382997" y="229264"/>
                  <a:pt x="373816" y="225846"/>
                  <a:pt x="364662" y="225921"/>
                </a:cubicBezTo>
                <a:close/>
                <a:moveTo>
                  <a:pt x="99325" y="0"/>
                </a:moveTo>
                <a:lnTo>
                  <a:pt x="1024137" y="0"/>
                </a:lnTo>
                <a:cubicBezTo>
                  <a:pt x="1078993" y="0"/>
                  <a:pt x="1123462" y="44469"/>
                  <a:pt x="1123462" y="99325"/>
                </a:cubicBezTo>
                <a:lnTo>
                  <a:pt x="1123462" y="1024137"/>
                </a:lnTo>
                <a:cubicBezTo>
                  <a:pt x="1123462" y="1078993"/>
                  <a:pt x="1078993" y="1123462"/>
                  <a:pt x="1024137" y="1123462"/>
                </a:cubicBezTo>
                <a:lnTo>
                  <a:pt x="99325" y="1123462"/>
                </a:lnTo>
                <a:cubicBezTo>
                  <a:pt x="44469" y="1123462"/>
                  <a:pt x="0" y="1078993"/>
                  <a:pt x="0" y="1024137"/>
                </a:cubicBezTo>
                <a:lnTo>
                  <a:pt x="0" y="99325"/>
                </a:lnTo>
                <a:cubicBezTo>
                  <a:pt x="0" y="44469"/>
                  <a:pt x="44469" y="0"/>
                  <a:pt x="99325" y="0"/>
                </a:cubicBezTo>
                <a:close/>
              </a:path>
            </a:pathLst>
          </a:custGeom>
          <a:solidFill>
            <a:srgbClr val="00BCEB"/>
          </a:solidFill>
          <a:ln w="25400" cap="flat" cmpd="sng" algn="ctr">
            <a:noFill/>
            <a:prstDash val="solid"/>
          </a:ln>
          <a:effectLst/>
        </p:spPr>
        <p:txBody>
          <a:bodyPr rtlCol="0" anchor="ctr"/>
          <a:lstStyle/>
          <a:p>
            <a:pPr algn="ctr" defTabSz="342512" fontAlgn="base">
              <a:spcBef>
                <a:spcPct val="0"/>
              </a:spcBef>
              <a:spcAft>
                <a:spcPct val="0"/>
              </a:spcAft>
              <a:defRPr/>
            </a:pPr>
            <a:endParaRPr kumimoji="0" lang="en-US" sz="1400" kern="0">
              <a:solidFill>
                <a:srgbClr val="2968AF">
                  <a:lumMod val="50000"/>
                </a:srgbClr>
              </a:solidFill>
              <a:latin typeface="Noto Sans CJK SC Light"/>
            </a:endParaRPr>
          </a:p>
        </p:txBody>
      </p:sp>
      <p:sp>
        <p:nvSpPr>
          <p:cNvPr id="726" name="文本框 522">
            <a:extLst>
              <a:ext uri="{FF2B5EF4-FFF2-40B4-BE49-F238E27FC236}">
                <a16:creationId xmlns:a16="http://schemas.microsoft.com/office/drawing/2014/main" id="{BB469D59-6DA3-A0B5-AEC2-A2DF51F1928F}"/>
              </a:ext>
            </a:extLst>
          </p:cNvPr>
          <p:cNvSpPr txBox="1"/>
          <p:nvPr/>
        </p:nvSpPr>
        <p:spPr>
          <a:xfrm>
            <a:off x="11077191" y="242007"/>
            <a:ext cx="688009" cy="215444"/>
          </a:xfrm>
          <a:prstGeom prst="rect">
            <a:avLst/>
          </a:prstGeom>
          <a:noFill/>
        </p:spPr>
        <p:txBody>
          <a:bodyPr wrap="none" rtlCol="0">
            <a:spAutoFit/>
          </a:bodyPr>
          <a:lstStyle/>
          <a:p>
            <a:pPr defTabSz="685800"/>
            <a:r>
              <a:rPr lang="en-US" altLang="zh-CN" sz="800" dirty="0">
                <a:latin typeface="Noto Sans CJK SC Light"/>
              </a:rPr>
              <a:t>Core</a:t>
            </a:r>
            <a:r>
              <a:rPr lang="zh-CN" altLang="en-US" sz="800" dirty="0">
                <a:latin typeface="Noto Sans CJK SC Light"/>
              </a:rPr>
              <a:t> </a:t>
            </a:r>
            <a:r>
              <a:rPr lang="en-US" altLang="zh-CN" sz="800" dirty="0">
                <a:latin typeface="Noto Sans CJK SC Light"/>
              </a:rPr>
              <a:t>Router</a:t>
            </a:r>
            <a:endParaRPr lang="zh-CN" altLang="en-US" sz="800" dirty="0">
              <a:latin typeface="Noto Sans CJK SC Light"/>
            </a:endParaRPr>
          </a:p>
        </p:txBody>
      </p:sp>
      <p:grpSp>
        <p:nvGrpSpPr>
          <p:cNvPr id="730" name="Group 1336">
            <a:extLst>
              <a:ext uri="{FF2B5EF4-FFF2-40B4-BE49-F238E27FC236}">
                <a16:creationId xmlns:a16="http://schemas.microsoft.com/office/drawing/2014/main" id="{D8B61536-D25A-AF58-6186-25C5EE174A77}"/>
              </a:ext>
            </a:extLst>
          </p:cNvPr>
          <p:cNvGrpSpPr>
            <a:grpSpLocks noChangeAspect="1"/>
          </p:cNvGrpSpPr>
          <p:nvPr/>
        </p:nvGrpSpPr>
        <p:grpSpPr>
          <a:xfrm>
            <a:off x="3298253" y="4193525"/>
            <a:ext cx="315725" cy="300694"/>
            <a:chOff x="6308368" y="2479328"/>
            <a:chExt cx="466343" cy="466344"/>
          </a:xfrm>
        </p:grpSpPr>
        <p:sp>
          <p:nvSpPr>
            <p:cNvPr id="731" name="Oval 1337">
              <a:extLst>
                <a:ext uri="{FF2B5EF4-FFF2-40B4-BE49-F238E27FC236}">
                  <a16:creationId xmlns:a16="http://schemas.microsoft.com/office/drawing/2014/main" id="{7E3ACE5C-E4AC-89CF-9AB5-643153586ED9}"/>
                </a:ext>
              </a:extLst>
            </p:cNvPr>
            <p:cNvSpPr/>
            <p:nvPr/>
          </p:nvSpPr>
          <p:spPr bwMode="auto">
            <a:xfrm>
              <a:off x="6308368" y="2479328"/>
              <a:ext cx="466343" cy="466344"/>
            </a:xfrm>
            <a:prstGeom prst="ellipse">
              <a:avLst/>
            </a:prstGeom>
            <a:solidFill>
              <a:srgbClr val="676767"/>
            </a:solidFill>
            <a:ln w="9525" cap="flat" cmpd="sng" algn="ctr">
              <a:noFill/>
              <a:prstDash val="solid"/>
            </a:ln>
            <a:effectLst/>
          </p:spPr>
          <p:txBody>
            <a:bodyPr lIns="68574" tIns="34287" rIns="68574" bIns="34287" rtlCol="0" anchor="ctr"/>
            <a:lstStyle/>
            <a:p>
              <a:pPr algn="ctr" defTabSz="685327">
                <a:defRPr/>
              </a:pPr>
              <a:endParaRPr kumimoji="0" lang="en-US" sz="1400" kern="0" err="1">
                <a:solidFill>
                  <a:srgbClr val="A6A6A6">
                    <a:lumMod val="50000"/>
                  </a:srgbClr>
                </a:solidFill>
                <a:latin typeface="Noto Sans CJK SC Light"/>
                <a:sym typeface="Arial" pitchFamily="-107" charset="0"/>
              </a:endParaRPr>
            </a:p>
          </p:txBody>
        </p:sp>
        <p:sp>
          <p:nvSpPr>
            <p:cNvPr id="732" name="Rectangle 17">
              <a:extLst>
                <a:ext uri="{FF2B5EF4-FFF2-40B4-BE49-F238E27FC236}">
                  <a16:creationId xmlns:a16="http://schemas.microsoft.com/office/drawing/2014/main" id="{8BF5E441-672E-8A59-3271-242F94027B95}"/>
                </a:ext>
              </a:extLst>
            </p:cNvPr>
            <p:cNvSpPr>
              <a:spLocks noChangeAspect="1" noChangeArrowheads="1"/>
            </p:cNvSpPr>
            <p:nvPr/>
          </p:nvSpPr>
          <p:spPr bwMode="auto">
            <a:xfrm>
              <a:off x="6415995" y="2593935"/>
              <a:ext cx="256775" cy="233172"/>
            </a:xfrm>
            <a:custGeom>
              <a:avLst/>
              <a:gdLst/>
              <a:ahLst/>
              <a:cxnLst/>
              <a:rect l="l" t="t" r="r" b="b"/>
              <a:pathLst>
                <a:path w="1099079" h="704991">
                  <a:moveTo>
                    <a:pt x="954808" y="626357"/>
                  </a:moveTo>
                  <a:lnTo>
                    <a:pt x="1099079" y="626357"/>
                  </a:lnTo>
                  <a:lnTo>
                    <a:pt x="1099079" y="704991"/>
                  </a:lnTo>
                  <a:lnTo>
                    <a:pt x="954808" y="704991"/>
                  </a:lnTo>
                  <a:close/>
                  <a:moveTo>
                    <a:pt x="571836" y="626357"/>
                  </a:moveTo>
                  <a:lnTo>
                    <a:pt x="907593" y="626357"/>
                  </a:lnTo>
                  <a:lnTo>
                    <a:pt x="907593" y="704991"/>
                  </a:lnTo>
                  <a:lnTo>
                    <a:pt x="571836" y="704991"/>
                  </a:lnTo>
                  <a:close/>
                  <a:moveTo>
                    <a:pt x="191486" y="626357"/>
                  </a:moveTo>
                  <a:lnTo>
                    <a:pt x="527243" y="626357"/>
                  </a:lnTo>
                  <a:lnTo>
                    <a:pt x="527243" y="704991"/>
                  </a:lnTo>
                  <a:lnTo>
                    <a:pt x="191486" y="704991"/>
                  </a:lnTo>
                  <a:close/>
                  <a:moveTo>
                    <a:pt x="0" y="626357"/>
                  </a:moveTo>
                  <a:lnTo>
                    <a:pt x="144271" y="626357"/>
                  </a:lnTo>
                  <a:lnTo>
                    <a:pt x="144271" y="704991"/>
                  </a:lnTo>
                  <a:lnTo>
                    <a:pt x="0" y="704991"/>
                  </a:lnTo>
                  <a:close/>
                  <a:moveTo>
                    <a:pt x="763322" y="501628"/>
                  </a:moveTo>
                  <a:lnTo>
                    <a:pt x="1099079" y="501628"/>
                  </a:lnTo>
                  <a:lnTo>
                    <a:pt x="1099079" y="577550"/>
                  </a:lnTo>
                  <a:lnTo>
                    <a:pt x="763322" y="577550"/>
                  </a:lnTo>
                  <a:close/>
                  <a:moveTo>
                    <a:pt x="382973" y="501628"/>
                  </a:moveTo>
                  <a:lnTo>
                    <a:pt x="718730" y="501628"/>
                  </a:lnTo>
                  <a:lnTo>
                    <a:pt x="718730" y="577550"/>
                  </a:lnTo>
                  <a:lnTo>
                    <a:pt x="382973" y="577550"/>
                  </a:lnTo>
                  <a:close/>
                  <a:moveTo>
                    <a:pt x="0" y="501628"/>
                  </a:moveTo>
                  <a:lnTo>
                    <a:pt x="335757" y="501628"/>
                  </a:lnTo>
                  <a:lnTo>
                    <a:pt x="335757" y="577550"/>
                  </a:lnTo>
                  <a:lnTo>
                    <a:pt x="0" y="577550"/>
                  </a:lnTo>
                  <a:close/>
                  <a:moveTo>
                    <a:pt x="954808" y="376899"/>
                  </a:moveTo>
                  <a:lnTo>
                    <a:pt x="1099079" y="376899"/>
                  </a:lnTo>
                  <a:lnTo>
                    <a:pt x="1099079" y="452821"/>
                  </a:lnTo>
                  <a:lnTo>
                    <a:pt x="954808" y="452821"/>
                  </a:lnTo>
                  <a:close/>
                  <a:moveTo>
                    <a:pt x="571836" y="376899"/>
                  </a:moveTo>
                  <a:lnTo>
                    <a:pt x="907593" y="376899"/>
                  </a:lnTo>
                  <a:lnTo>
                    <a:pt x="907593" y="452821"/>
                  </a:lnTo>
                  <a:lnTo>
                    <a:pt x="571836" y="452821"/>
                  </a:lnTo>
                  <a:close/>
                  <a:moveTo>
                    <a:pt x="191486" y="376899"/>
                  </a:moveTo>
                  <a:lnTo>
                    <a:pt x="527243" y="376899"/>
                  </a:lnTo>
                  <a:lnTo>
                    <a:pt x="527243" y="452821"/>
                  </a:lnTo>
                  <a:lnTo>
                    <a:pt x="191486" y="452821"/>
                  </a:lnTo>
                  <a:close/>
                  <a:moveTo>
                    <a:pt x="0" y="376899"/>
                  </a:moveTo>
                  <a:lnTo>
                    <a:pt x="144271" y="376899"/>
                  </a:lnTo>
                  <a:lnTo>
                    <a:pt x="144271" y="452821"/>
                  </a:lnTo>
                  <a:lnTo>
                    <a:pt x="0" y="452821"/>
                  </a:lnTo>
                  <a:close/>
                  <a:moveTo>
                    <a:pt x="763322" y="249458"/>
                  </a:moveTo>
                  <a:lnTo>
                    <a:pt x="1099079" y="249458"/>
                  </a:lnTo>
                  <a:lnTo>
                    <a:pt x="1099079" y="328092"/>
                  </a:lnTo>
                  <a:lnTo>
                    <a:pt x="763322" y="328092"/>
                  </a:lnTo>
                  <a:close/>
                  <a:moveTo>
                    <a:pt x="382973" y="249458"/>
                  </a:moveTo>
                  <a:lnTo>
                    <a:pt x="718730" y="249458"/>
                  </a:lnTo>
                  <a:lnTo>
                    <a:pt x="718730" y="328092"/>
                  </a:lnTo>
                  <a:lnTo>
                    <a:pt x="382973" y="328092"/>
                  </a:lnTo>
                  <a:close/>
                  <a:moveTo>
                    <a:pt x="0" y="249458"/>
                  </a:moveTo>
                  <a:lnTo>
                    <a:pt x="335757" y="249458"/>
                  </a:lnTo>
                  <a:lnTo>
                    <a:pt x="335757" y="328092"/>
                  </a:lnTo>
                  <a:lnTo>
                    <a:pt x="0" y="328092"/>
                  </a:lnTo>
                  <a:close/>
                  <a:moveTo>
                    <a:pt x="954808" y="124729"/>
                  </a:moveTo>
                  <a:lnTo>
                    <a:pt x="1099079" y="124729"/>
                  </a:lnTo>
                  <a:lnTo>
                    <a:pt x="1099079" y="203363"/>
                  </a:lnTo>
                  <a:lnTo>
                    <a:pt x="954808" y="203363"/>
                  </a:lnTo>
                  <a:close/>
                  <a:moveTo>
                    <a:pt x="571836" y="124729"/>
                  </a:moveTo>
                  <a:lnTo>
                    <a:pt x="907593" y="124729"/>
                  </a:lnTo>
                  <a:lnTo>
                    <a:pt x="907593" y="203363"/>
                  </a:lnTo>
                  <a:lnTo>
                    <a:pt x="571836" y="203363"/>
                  </a:lnTo>
                  <a:close/>
                  <a:moveTo>
                    <a:pt x="191486" y="124729"/>
                  </a:moveTo>
                  <a:lnTo>
                    <a:pt x="527243" y="124729"/>
                  </a:lnTo>
                  <a:lnTo>
                    <a:pt x="527243" y="203363"/>
                  </a:lnTo>
                  <a:lnTo>
                    <a:pt x="191486" y="203363"/>
                  </a:lnTo>
                  <a:close/>
                  <a:moveTo>
                    <a:pt x="0" y="124729"/>
                  </a:moveTo>
                  <a:lnTo>
                    <a:pt x="144271" y="124729"/>
                  </a:lnTo>
                  <a:lnTo>
                    <a:pt x="144271" y="203363"/>
                  </a:lnTo>
                  <a:lnTo>
                    <a:pt x="0" y="203363"/>
                  </a:lnTo>
                  <a:close/>
                  <a:moveTo>
                    <a:pt x="763322" y="0"/>
                  </a:moveTo>
                  <a:lnTo>
                    <a:pt x="1099079" y="0"/>
                  </a:lnTo>
                  <a:lnTo>
                    <a:pt x="1099079" y="75922"/>
                  </a:lnTo>
                  <a:lnTo>
                    <a:pt x="763322" y="75922"/>
                  </a:lnTo>
                  <a:close/>
                  <a:moveTo>
                    <a:pt x="382973" y="0"/>
                  </a:moveTo>
                  <a:lnTo>
                    <a:pt x="718730" y="0"/>
                  </a:lnTo>
                  <a:lnTo>
                    <a:pt x="718730" y="75922"/>
                  </a:lnTo>
                  <a:lnTo>
                    <a:pt x="382973" y="75922"/>
                  </a:lnTo>
                  <a:close/>
                  <a:moveTo>
                    <a:pt x="0" y="0"/>
                  </a:moveTo>
                  <a:lnTo>
                    <a:pt x="335757" y="0"/>
                  </a:lnTo>
                  <a:lnTo>
                    <a:pt x="335757" y="75922"/>
                  </a:lnTo>
                  <a:lnTo>
                    <a:pt x="0" y="75922"/>
                  </a:lnTo>
                  <a:close/>
                </a:path>
              </a:pathLst>
            </a:custGeom>
            <a:solidFill>
              <a:srgbClr val="FFFFFF"/>
            </a:solidFill>
            <a:ln w="25400" cap="flat" cmpd="sng" algn="ctr">
              <a:noFill/>
              <a:prstDash val="solid"/>
            </a:ln>
            <a:effectLst/>
          </p:spPr>
          <p:txBody>
            <a:bodyPr lIns="68565" tIns="34283" rIns="68565" bIns="34283" rtlCol="0" anchor="ctr"/>
            <a:lstStyle/>
            <a:p>
              <a:pPr algn="ctr" defTabSz="342530">
                <a:defRPr/>
              </a:pPr>
              <a:endParaRPr kumimoji="0" lang="en-US" sz="1050" kern="0">
                <a:solidFill>
                  <a:srgbClr val="A6A6A6">
                    <a:lumMod val="50000"/>
                  </a:srgbClr>
                </a:solidFill>
                <a:latin typeface="Noto Sans CJK SC Light"/>
              </a:endParaRPr>
            </a:p>
          </p:txBody>
        </p:sp>
      </p:grpSp>
      <p:grpSp>
        <p:nvGrpSpPr>
          <p:cNvPr id="733" name="Group 1336">
            <a:extLst>
              <a:ext uri="{FF2B5EF4-FFF2-40B4-BE49-F238E27FC236}">
                <a16:creationId xmlns:a16="http://schemas.microsoft.com/office/drawing/2014/main" id="{467E3861-B85B-A650-D087-DD868DCCE69B}"/>
              </a:ext>
            </a:extLst>
          </p:cNvPr>
          <p:cNvGrpSpPr>
            <a:grpSpLocks noChangeAspect="1"/>
          </p:cNvGrpSpPr>
          <p:nvPr/>
        </p:nvGrpSpPr>
        <p:grpSpPr>
          <a:xfrm>
            <a:off x="3431908" y="4320818"/>
            <a:ext cx="315725" cy="300694"/>
            <a:chOff x="6308368" y="2479328"/>
            <a:chExt cx="466343" cy="466344"/>
          </a:xfrm>
        </p:grpSpPr>
        <p:sp>
          <p:nvSpPr>
            <p:cNvPr id="734" name="Oval 1337">
              <a:extLst>
                <a:ext uri="{FF2B5EF4-FFF2-40B4-BE49-F238E27FC236}">
                  <a16:creationId xmlns:a16="http://schemas.microsoft.com/office/drawing/2014/main" id="{9CD5986F-C93F-AE74-2323-4FC9B04CC96C}"/>
                </a:ext>
              </a:extLst>
            </p:cNvPr>
            <p:cNvSpPr/>
            <p:nvPr/>
          </p:nvSpPr>
          <p:spPr bwMode="auto">
            <a:xfrm>
              <a:off x="6308368" y="2479328"/>
              <a:ext cx="466343" cy="466344"/>
            </a:xfrm>
            <a:prstGeom prst="ellipse">
              <a:avLst/>
            </a:prstGeom>
            <a:solidFill>
              <a:srgbClr val="676767"/>
            </a:solidFill>
            <a:ln w="9525" cap="flat" cmpd="sng" algn="ctr">
              <a:noFill/>
              <a:prstDash val="solid"/>
            </a:ln>
            <a:effectLst/>
          </p:spPr>
          <p:txBody>
            <a:bodyPr lIns="68574" tIns="34287" rIns="68574" bIns="34287" rtlCol="0" anchor="ctr"/>
            <a:lstStyle/>
            <a:p>
              <a:pPr algn="ctr" defTabSz="685327">
                <a:defRPr/>
              </a:pPr>
              <a:endParaRPr kumimoji="0" lang="en-US" sz="1400" kern="0" err="1">
                <a:solidFill>
                  <a:srgbClr val="A6A6A6">
                    <a:lumMod val="50000"/>
                  </a:srgbClr>
                </a:solidFill>
                <a:latin typeface="Noto Sans CJK SC Light"/>
                <a:sym typeface="Arial" pitchFamily="-107" charset="0"/>
              </a:endParaRPr>
            </a:p>
          </p:txBody>
        </p:sp>
        <p:sp>
          <p:nvSpPr>
            <p:cNvPr id="735" name="Rectangle 17">
              <a:extLst>
                <a:ext uri="{FF2B5EF4-FFF2-40B4-BE49-F238E27FC236}">
                  <a16:creationId xmlns:a16="http://schemas.microsoft.com/office/drawing/2014/main" id="{B1742421-B6DB-B342-D1E4-9F1C473C43F0}"/>
                </a:ext>
              </a:extLst>
            </p:cNvPr>
            <p:cNvSpPr>
              <a:spLocks noChangeAspect="1" noChangeArrowheads="1"/>
            </p:cNvSpPr>
            <p:nvPr/>
          </p:nvSpPr>
          <p:spPr bwMode="auto">
            <a:xfrm>
              <a:off x="6415995" y="2593935"/>
              <a:ext cx="256775" cy="233172"/>
            </a:xfrm>
            <a:custGeom>
              <a:avLst/>
              <a:gdLst/>
              <a:ahLst/>
              <a:cxnLst/>
              <a:rect l="l" t="t" r="r" b="b"/>
              <a:pathLst>
                <a:path w="1099079" h="704991">
                  <a:moveTo>
                    <a:pt x="954808" y="626357"/>
                  </a:moveTo>
                  <a:lnTo>
                    <a:pt x="1099079" y="626357"/>
                  </a:lnTo>
                  <a:lnTo>
                    <a:pt x="1099079" y="704991"/>
                  </a:lnTo>
                  <a:lnTo>
                    <a:pt x="954808" y="704991"/>
                  </a:lnTo>
                  <a:close/>
                  <a:moveTo>
                    <a:pt x="571836" y="626357"/>
                  </a:moveTo>
                  <a:lnTo>
                    <a:pt x="907593" y="626357"/>
                  </a:lnTo>
                  <a:lnTo>
                    <a:pt x="907593" y="704991"/>
                  </a:lnTo>
                  <a:lnTo>
                    <a:pt x="571836" y="704991"/>
                  </a:lnTo>
                  <a:close/>
                  <a:moveTo>
                    <a:pt x="191486" y="626357"/>
                  </a:moveTo>
                  <a:lnTo>
                    <a:pt x="527243" y="626357"/>
                  </a:lnTo>
                  <a:lnTo>
                    <a:pt x="527243" y="704991"/>
                  </a:lnTo>
                  <a:lnTo>
                    <a:pt x="191486" y="704991"/>
                  </a:lnTo>
                  <a:close/>
                  <a:moveTo>
                    <a:pt x="0" y="626357"/>
                  </a:moveTo>
                  <a:lnTo>
                    <a:pt x="144271" y="626357"/>
                  </a:lnTo>
                  <a:lnTo>
                    <a:pt x="144271" y="704991"/>
                  </a:lnTo>
                  <a:lnTo>
                    <a:pt x="0" y="704991"/>
                  </a:lnTo>
                  <a:close/>
                  <a:moveTo>
                    <a:pt x="763322" y="501628"/>
                  </a:moveTo>
                  <a:lnTo>
                    <a:pt x="1099079" y="501628"/>
                  </a:lnTo>
                  <a:lnTo>
                    <a:pt x="1099079" y="577550"/>
                  </a:lnTo>
                  <a:lnTo>
                    <a:pt x="763322" y="577550"/>
                  </a:lnTo>
                  <a:close/>
                  <a:moveTo>
                    <a:pt x="382973" y="501628"/>
                  </a:moveTo>
                  <a:lnTo>
                    <a:pt x="718730" y="501628"/>
                  </a:lnTo>
                  <a:lnTo>
                    <a:pt x="718730" y="577550"/>
                  </a:lnTo>
                  <a:lnTo>
                    <a:pt x="382973" y="577550"/>
                  </a:lnTo>
                  <a:close/>
                  <a:moveTo>
                    <a:pt x="0" y="501628"/>
                  </a:moveTo>
                  <a:lnTo>
                    <a:pt x="335757" y="501628"/>
                  </a:lnTo>
                  <a:lnTo>
                    <a:pt x="335757" y="577550"/>
                  </a:lnTo>
                  <a:lnTo>
                    <a:pt x="0" y="577550"/>
                  </a:lnTo>
                  <a:close/>
                  <a:moveTo>
                    <a:pt x="954808" y="376899"/>
                  </a:moveTo>
                  <a:lnTo>
                    <a:pt x="1099079" y="376899"/>
                  </a:lnTo>
                  <a:lnTo>
                    <a:pt x="1099079" y="452821"/>
                  </a:lnTo>
                  <a:lnTo>
                    <a:pt x="954808" y="452821"/>
                  </a:lnTo>
                  <a:close/>
                  <a:moveTo>
                    <a:pt x="571836" y="376899"/>
                  </a:moveTo>
                  <a:lnTo>
                    <a:pt x="907593" y="376899"/>
                  </a:lnTo>
                  <a:lnTo>
                    <a:pt x="907593" y="452821"/>
                  </a:lnTo>
                  <a:lnTo>
                    <a:pt x="571836" y="452821"/>
                  </a:lnTo>
                  <a:close/>
                  <a:moveTo>
                    <a:pt x="191486" y="376899"/>
                  </a:moveTo>
                  <a:lnTo>
                    <a:pt x="527243" y="376899"/>
                  </a:lnTo>
                  <a:lnTo>
                    <a:pt x="527243" y="452821"/>
                  </a:lnTo>
                  <a:lnTo>
                    <a:pt x="191486" y="452821"/>
                  </a:lnTo>
                  <a:close/>
                  <a:moveTo>
                    <a:pt x="0" y="376899"/>
                  </a:moveTo>
                  <a:lnTo>
                    <a:pt x="144271" y="376899"/>
                  </a:lnTo>
                  <a:lnTo>
                    <a:pt x="144271" y="452821"/>
                  </a:lnTo>
                  <a:lnTo>
                    <a:pt x="0" y="452821"/>
                  </a:lnTo>
                  <a:close/>
                  <a:moveTo>
                    <a:pt x="763322" y="249458"/>
                  </a:moveTo>
                  <a:lnTo>
                    <a:pt x="1099079" y="249458"/>
                  </a:lnTo>
                  <a:lnTo>
                    <a:pt x="1099079" y="328092"/>
                  </a:lnTo>
                  <a:lnTo>
                    <a:pt x="763322" y="328092"/>
                  </a:lnTo>
                  <a:close/>
                  <a:moveTo>
                    <a:pt x="382973" y="249458"/>
                  </a:moveTo>
                  <a:lnTo>
                    <a:pt x="718730" y="249458"/>
                  </a:lnTo>
                  <a:lnTo>
                    <a:pt x="718730" y="328092"/>
                  </a:lnTo>
                  <a:lnTo>
                    <a:pt x="382973" y="328092"/>
                  </a:lnTo>
                  <a:close/>
                  <a:moveTo>
                    <a:pt x="0" y="249458"/>
                  </a:moveTo>
                  <a:lnTo>
                    <a:pt x="335757" y="249458"/>
                  </a:lnTo>
                  <a:lnTo>
                    <a:pt x="335757" y="328092"/>
                  </a:lnTo>
                  <a:lnTo>
                    <a:pt x="0" y="328092"/>
                  </a:lnTo>
                  <a:close/>
                  <a:moveTo>
                    <a:pt x="954808" y="124729"/>
                  </a:moveTo>
                  <a:lnTo>
                    <a:pt x="1099079" y="124729"/>
                  </a:lnTo>
                  <a:lnTo>
                    <a:pt x="1099079" y="203363"/>
                  </a:lnTo>
                  <a:lnTo>
                    <a:pt x="954808" y="203363"/>
                  </a:lnTo>
                  <a:close/>
                  <a:moveTo>
                    <a:pt x="571836" y="124729"/>
                  </a:moveTo>
                  <a:lnTo>
                    <a:pt x="907593" y="124729"/>
                  </a:lnTo>
                  <a:lnTo>
                    <a:pt x="907593" y="203363"/>
                  </a:lnTo>
                  <a:lnTo>
                    <a:pt x="571836" y="203363"/>
                  </a:lnTo>
                  <a:close/>
                  <a:moveTo>
                    <a:pt x="191486" y="124729"/>
                  </a:moveTo>
                  <a:lnTo>
                    <a:pt x="527243" y="124729"/>
                  </a:lnTo>
                  <a:lnTo>
                    <a:pt x="527243" y="203363"/>
                  </a:lnTo>
                  <a:lnTo>
                    <a:pt x="191486" y="203363"/>
                  </a:lnTo>
                  <a:close/>
                  <a:moveTo>
                    <a:pt x="0" y="124729"/>
                  </a:moveTo>
                  <a:lnTo>
                    <a:pt x="144271" y="124729"/>
                  </a:lnTo>
                  <a:lnTo>
                    <a:pt x="144271" y="203363"/>
                  </a:lnTo>
                  <a:lnTo>
                    <a:pt x="0" y="203363"/>
                  </a:lnTo>
                  <a:close/>
                  <a:moveTo>
                    <a:pt x="763322" y="0"/>
                  </a:moveTo>
                  <a:lnTo>
                    <a:pt x="1099079" y="0"/>
                  </a:lnTo>
                  <a:lnTo>
                    <a:pt x="1099079" y="75922"/>
                  </a:lnTo>
                  <a:lnTo>
                    <a:pt x="763322" y="75922"/>
                  </a:lnTo>
                  <a:close/>
                  <a:moveTo>
                    <a:pt x="382973" y="0"/>
                  </a:moveTo>
                  <a:lnTo>
                    <a:pt x="718730" y="0"/>
                  </a:lnTo>
                  <a:lnTo>
                    <a:pt x="718730" y="75922"/>
                  </a:lnTo>
                  <a:lnTo>
                    <a:pt x="382973" y="75922"/>
                  </a:lnTo>
                  <a:close/>
                  <a:moveTo>
                    <a:pt x="0" y="0"/>
                  </a:moveTo>
                  <a:lnTo>
                    <a:pt x="335757" y="0"/>
                  </a:lnTo>
                  <a:lnTo>
                    <a:pt x="335757" y="75922"/>
                  </a:lnTo>
                  <a:lnTo>
                    <a:pt x="0" y="75922"/>
                  </a:lnTo>
                  <a:close/>
                </a:path>
              </a:pathLst>
            </a:custGeom>
            <a:solidFill>
              <a:srgbClr val="FFFFFF"/>
            </a:solidFill>
            <a:ln w="25400" cap="flat" cmpd="sng" algn="ctr">
              <a:noFill/>
              <a:prstDash val="solid"/>
            </a:ln>
            <a:effectLst/>
          </p:spPr>
          <p:txBody>
            <a:bodyPr lIns="68565" tIns="34283" rIns="68565" bIns="34283" rtlCol="0" anchor="ctr"/>
            <a:lstStyle/>
            <a:p>
              <a:pPr algn="ctr" defTabSz="342530">
                <a:defRPr/>
              </a:pPr>
              <a:endParaRPr kumimoji="0" lang="en-US" sz="1050" kern="0">
                <a:solidFill>
                  <a:srgbClr val="A6A6A6">
                    <a:lumMod val="50000"/>
                  </a:srgbClr>
                </a:solidFill>
                <a:latin typeface="Noto Sans CJK SC Light"/>
              </a:endParaRPr>
            </a:p>
          </p:txBody>
        </p:sp>
      </p:grpSp>
      <p:grpSp>
        <p:nvGrpSpPr>
          <p:cNvPr id="742" name="Group 1336">
            <a:extLst>
              <a:ext uri="{FF2B5EF4-FFF2-40B4-BE49-F238E27FC236}">
                <a16:creationId xmlns:a16="http://schemas.microsoft.com/office/drawing/2014/main" id="{9FBCF50D-D377-C5C5-836F-2A83C18CDE7F}"/>
              </a:ext>
            </a:extLst>
          </p:cNvPr>
          <p:cNvGrpSpPr>
            <a:grpSpLocks noChangeAspect="1"/>
          </p:cNvGrpSpPr>
          <p:nvPr/>
        </p:nvGrpSpPr>
        <p:grpSpPr>
          <a:xfrm>
            <a:off x="9812450" y="4233274"/>
            <a:ext cx="315725" cy="300694"/>
            <a:chOff x="6308368" y="2479328"/>
            <a:chExt cx="466343" cy="466344"/>
          </a:xfrm>
        </p:grpSpPr>
        <p:sp>
          <p:nvSpPr>
            <p:cNvPr id="743" name="Oval 1337">
              <a:extLst>
                <a:ext uri="{FF2B5EF4-FFF2-40B4-BE49-F238E27FC236}">
                  <a16:creationId xmlns:a16="http://schemas.microsoft.com/office/drawing/2014/main" id="{3D4FC4F4-471A-497B-39CD-E4B55C3E963B}"/>
                </a:ext>
              </a:extLst>
            </p:cNvPr>
            <p:cNvSpPr/>
            <p:nvPr/>
          </p:nvSpPr>
          <p:spPr bwMode="auto">
            <a:xfrm>
              <a:off x="6308368" y="2479328"/>
              <a:ext cx="466343" cy="466344"/>
            </a:xfrm>
            <a:prstGeom prst="ellipse">
              <a:avLst/>
            </a:prstGeom>
            <a:solidFill>
              <a:srgbClr val="676767"/>
            </a:solidFill>
            <a:ln w="9525" cap="flat" cmpd="sng" algn="ctr">
              <a:noFill/>
              <a:prstDash val="solid"/>
            </a:ln>
            <a:effectLst/>
          </p:spPr>
          <p:txBody>
            <a:bodyPr lIns="68574" tIns="34287" rIns="68574" bIns="34287" rtlCol="0" anchor="ctr"/>
            <a:lstStyle/>
            <a:p>
              <a:pPr algn="ctr" defTabSz="685327">
                <a:defRPr/>
              </a:pPr>
              <a:endParaRPr kumimoji="0" lang="en-US" sz="1400" kern="0" err="1">
                <a:solidFill>
                  <a:srgbClr val="A6A6A6">
                    <a:lumMod val="50000"/>
                  </a:srgbClr>
                </a:solidFill>
                <a:latin typeface="Noto Sans CJK SC Light"/>
                <a:sym typeface="Arial" pitchFamily="-107" charset="0"/>
              </a:endParaRPr>
            </a:p>
          </p:txBody>
        </p:sp>
        <p:sp>
          <p:nvSpPr>
            <p:cNvPr id="744" name="Rectangle 17">
              <a:extLst>
                <a:ext uri="{FF2B5EF4-FFF2-40B4-BE49-F238E27FC236}">
                  <a16:creationId xmlns:a16="http://schemas.microsoft.com/office/drawing/2014/main" id="{E39F5DB6-0539-212D-AD78-D392CC838E9E}"/>
                </a:ext>
              </a:extLst>
            </p:cNvPr>
            <p:cNvSpPr>
              <a:spLocks noChangeAspect="1" noChangeArrowheads="1"/>
            </p:cNvSpPr>
            <p:nvPr/>
          </p:nvSpPr>
          <p:spPr bwMode="auto">
            <a:xfrm>
              <a:off x="6415995" y="2593935"/>
              <a:ext cx="256775" cy="233172"/>
            </a:xfrm>
            <a:custGeom>
              <a:avLst/>
              <a:gdLst/>
              <a:ahLst/>
              <a:cxnLst/>
              <a:rect l="l" t="t" r="r" b="b"/>
              <a:pathLst>
                <a:path w="1099079" h="704991">
                  <a:moveTo>
                    <a:pt x="954808" y="626357"/>
                  </a:moveTo>
                  <a:lnTo>
                    <a:pt x="1099079" y="626357"/>
                  </a:lnTo>
                  <a:lnTo>
                    <a:pt x="1099079" y="704991"/>
                  </a:lnTo>
                  <a:lnTo>
                    <a:pt x="954808" y="704991"/>
                  </a:lnTo>
                  <a:close/>
                  <a:moveTo>
                    <a:pt x="571836" y="626357"/>
                  </a:moveTo>
                  <a:lnTo>
                    <a:pt x="907593" y="626357"/>
                  </a:lnTo>
                  <a:lnTo>
                    <a:pt x="907593" y="704991"/>
                  </a:lnTo>
                  <a:lnTo>
                    <a:pt x="571836" y="704991"/>
                  </a:lnTo>
                  <a:close/>
                  <a:moveTo>
                    <a:pt x="191486" y="626357"/>
                  </a:moveTo>
                  <a:lnTo>
                    <a:pt x="527243" y="626357"/>
                  </a:lnTo>
                  <a:lnTo>
                    <a:pt x="527243" y="704991"/>
                  </a:lnTo>
                  <a:lnTo>
                    <a:pt x="191486" y="704991"/>
                  </a:lnTo>
                  <a:close/>
                  <a:moveTo>
                    <a:pt x="0" y="626357"/>
                  </a:moveTo>
                  <a:lnTo>
                    <a:pt x="144271" y="626357"/>
                  </a:lnTo>
                  <a:lnTo>
                    <a:pt x="144271" y="704991"/>
                  </a:lnTo>
                  <a:lnTo>
                    <a:pt x="0" y="704991"/>
                  </a:lnTo>
                  <a:close/>
                  <a:moveTo>
                    <a:pt x="763322" y="501628"/>
                  </a:moveTo>
                  <a:lnTo>
                    <a:pt x="1099079" y="501628"/>
                  </a:lnTo>
                  <a:lnTo>
                    <a:pt x="1099079" y="577550"/>
                  </a:lnTo>
                  <a:lnTo>
                    <a:pt x="763322" y="577550"/>
                  </a:lnTo>
                  <a:close/>
                  <a:moveTo>
                    <a:pt x="382973" y="501628"/>
                  </a:moveTo>
                  <a:lnTo>
                    <a:pt x="718730" y="501628"/>
                  </a:lnTo>
                  <a:lnTo>
                    <a:pt x="718730" y="577550"/>
                  </a:lnTo>
                  <a:lnTo>
                    <a:pt x="382973" y="577550"/>
                  </a:lnTo>
                  <a:close/>
                  <a:moveTo>
                    <a:pt x="0" y="501628"/>
                  </a:moveTo>
                  <a:lnTo>
                    <a:pt x="335757" y="501628"/>
                  </a:lnTo>
                  <a:lnTo>
                    <a:pt x="335757" y="577550"/>
                  </a:lnTo>
                  <a:lnTo>
                    <a:pt x="0" y="577550"/>
                  </a:lnTo>
                  <a:close/>
                  <a:moveTo>
                    <a:pt x="954808" y="376899"/>
                  </a:moveTo>
                  <a:lnTo>
                    <a:pt x="1099079" y="376899"/>
                  </a:lnTo>
                  <a:lnTo>
                    <a:pt x="1099079" y="452821"/>
                  </a:lnTo>
                  <a:lnTo>
                    <a:pt x="954808" y="452821"/>
                  </a:lnTo>
                  <a:close/>
                  <a:moveTo>
                    <a:pt x="571836" y="376899"/>
                  </a:moveTo>
                  <a:lnTo>
                    <a:pt x="907593" y="376899"/>
                  </a:lnTo>
                  <a:lnTo>
                    <a:pt x="907593" y="452821"/>
                  </a:lnTo>
                  <a:lnTo>
                    <a:pt x="571836" y="452821"/>
                  </a:lnTo>
                  <a:close/>
                  <a:moveTo>
                    <a:pt x="191486" y="376899"/>
                  </a:moveTo>
                  <a:lnTo>
                    <a:pt x="527243" y="376899"/>
                  </a:lnTo>
                  <a:lnTo>
                    <a:pt x="527243" y="452821"/>
                  </a:lnTo>
                  <a:lnTo>
                    <a:pt x="191486" y="452821"/>
                  </a:lnTo>
                  <a:close/>
                  <a:moveTo>
                    <a:pt x="0" y="376899"/>
                  </a:moveTo>
                  <a:lnTo>
                    <a:pt x="144271" y="376899"/>
                  </a:lnTo>
                  <a:lnTo>
                    <a:pt x="144271" y="452821"/>
                  </a:lnTo>
                  <a:lnTo>
                    <a:pt x="0" y="452821"/>
                  </a:lnTo>
                  <a:close/>
                  <a:moveTo>
                    <a:pt x="763322" y="249458"/>
                  </a:moveTo>
                  <a:lnTo>
                    <a:pt x="1099079" y="249458"/>
                  </a:lnTo>
                  <a:lnTo>
                    <a:pt x="1099079" y="328092"/>
                  </a:lnTo>
                  <a:lnTo>
                    <a:pt x="763322" y="328092"/>
                  </a:lnTo>
                  <a:close/>
                  <a:moveTo>
                    <a:pt x="382973" y="249458"/>
                  </a:moveTo>
                  <a:lnTo>
                    <a:pt x="718730" y="249458"/>
                  </a:lnTo>
                  <a:lnTo>
                    <a:pt x="718730" y="328092"/>
                  </a:lnTo>
                  <a:lnTo>
                    <a:pt x="382973" y="328092"/>
                  </a:lnTo>
                  <a:close/>
                  <a:moveTo>
                    <a:pt x="0" y="249458"/>
                  </a:moveTo>
                  <a:lnTo>
                    <a:pt x="335757" y="249458"/>
                  </a:lnTo>
                  <a:lnTo>
                    <a:pt x="335757" y="328092"/>
                  </a:lnTo>
                  <a:lnTo>
                    <a:pt x="0" y="328092"/>
                  </a:lnTo>
                  <a:close/>
                  <a:moveTo>
                    <a:pt x="954808" y="124729"/>
                  </a:moveTo>
                  <a:lnTo>
                    <a:pt x="1099079" y="124729"/>
                  </a:lnTo>
                  <a:lnTo>
                    <a:pt x="1099079" y="203363"/>
                  </a:lnTo>
                  <a:lnTo>
                    <a:pt x="954808" y="203363"/>
                  </a:lnTo>
                  <a:close/>
                  <a:moveTo>
                    <a:pt x="571836" y="124729"/>
                  </a:moveTo>
                  <a:lnTo>
                    <a:pt x="907593" y="124729"/>
                  </a:lnTo>
                  <a:lnTo>
                    <a:pt x="907593" y="203363"/>
                  </a:lnTo>
                  <a:lnTo>
                    <a:pt x="571836" y="203363"/>
                  </a:lnTo>
                  <a:close/>
                  <a:moveTo>
                    <a:pt x="191486" y="124729"/>
                  </a:moveTo>
                  <a:lnTo>
                    <a:pt x="527243" y="124729"/>
                  </a:lnTo>
                  <a:lnTo>
                    <a:pt x="527243" y="203363"/>
                  </a:lnTo>
                  <a:lnTo>
                    <a:pt x="191486" y="203363"/>
                  </a:lnTo>
                  <a:close/>
                  <a:moveTo>
                    <a:pt x="0" y="124729"/>
                  </a:moveTo>
                  <a:lnTo>
                    <a:pt x="144271" y="124729"/>
                  </a:lnTo>
                  <a:lnTo>
                    <a:pt x="144271" y="203363"/>
                  </a:lnTo>
                  <a:lnTo>
                    <a:pt x="0" y="203363"/>
                  </a:lnTo>
                  <a:close/>
                  <a:moveTo>
                    <a:pt x="763322" y="0"/>
                  </a:moveTo>
                  <a:lnTo>
                    <a:pt x="1099079" y="0"/>
                  </a:lnTo>
                  <a:lnTo>
                    <a:pt x="1099079" y="75922"/>
                  </a:lnTo>
                  <a:lnTo>
                    <a:pt x="763322" y="75922"/>
                  </a:lnTo>
                  <a:close/>
                  <a:moveTo>
                    <a:pt x="382973" y="0"/>
                  </a:moveTo>
                  <a:lnTo>
                    <a:pt x="718730" y="0"/>
                  </a:lnTo>
                  <a:lnTo>
                    <a:pt x="718730" y="75922"/>
                  </a:lnTo>
                  <a:lnTo>
                    <a:pt x="382973" y="75922"/>
                  </a:lnTo>
                  <a:close/>
                  <a:moveTo>
                    <a:pt x="0" y="0"/>
                  </a:moveTo>
                  <a:lnTo>
                    <a:pt x="335757" y="0"/>
                  </a:lnTo>
                  <a:lnTo>
                    <a:pt x="335757" y="75922"/>
                  </a:lnTo>
                  <a:lnTo>
                    <a:pt x="0" y="75922"/>
                  </a:lnTo>
                  <a:close/>
                </a:path>
              </a:pathLst>
            </a:custGeom>
            <a:solidFill>
              <a:srgbClr val="FFFFFF"/>
            </a:solidFill>
            <a:ln w="25400" cap="flat" cmpd="sng" algn="ctr">
              <a:noFill/>
              <a:prstDash val="solid"/>
            </a:ln>
            <a:effectLst/>
          </p:spPr>
          <p:txBody>
            <a:bodyPr lIns="68565" tIns="34283" rIns="68565" bIns="34283" rtlCol="0" anchor="ctr"/>
            <a:lstStyle/>
            <a:p>
              <a:pPr algn="ctr" defTabSz="342530">
                <a:defRPr/>
              </a:pPr>
              <a:endParaRPr kumimoji="0" lang="en-US" sz="1050" kern="0">
                <a:solidFill>
                  <a:srgbClr val="A6A6A6">
                    <a:lumMod val="50000"/>
                  </a:srgbClr>
                </a:solidFill>
                <a:latin typeface="Noto Sans CJK SC Light"/>
              </a:endParaRPr>
            </a:p>
          </p:txBody>
        </p:sp>
      </p:grpSp>
      <p:grpSp>
        <p:nvGrpSpPr>
          <p:cNvPr id="745" name="Group 1336">
            <a:extLst>
              <a:ext uri="{FF2B5EF4-FFF2-40B4-BE49-F238E27FC236}">
                <a16:creationId xmlns:a16="http://schemas.microsoft.com/office/drawing/2014/main" id="{D22C93CE-0CFE-C516-491A-4A883B850AA8}"/>
              </a:ext>
            </a:extLst>
          </p:cNvPr>
          <p:cNvGrpSpPr>
            <a:grpSpLocks noChangeAspect="1"/>
          </p:cNvGrpSpPr>
          <p:nvPr/>
        </p:nvGrpSpPr>
        <p:grpSpPr>
          <a:xfrm>
            <a:off x="9946105" y="4360567"/>
            <a:ext cx="315725" cy="300694"/>
            <a:chOff x="6308368" y="2479328"/>
            <a:chExt cx="466343" cy="466344"/>
          </a:xfrm>
        </p:grpSpPr>
        <p:sp>
          <p:nvSpPr>
            <p:cNvPr id="746" name="Oval 1337">
              <a:extLst>
                <a:ext uri="{FF2B5EF4-FFF2-40B4-BE49-F238E27FC236}">
                  <a16:creationId xmlns:a16="http://schemas.microsoft.com/office/drawing/2014/main" id="{4EC3B9C7-6232-3D8F-BA6A-47BE61151B45}"/>
                </a:ext>
              </a:extLst>
            </p:cNvPr>
            <p:cNvSpPr/>
            <p:nvPr/>
          </p:nvSpPr>
          <p:spPr bwMode="auto">
            <a:xfrm>
              <a:off x="6308368" y="2479328"/>
              <a:ext cx="466343" cy="466344"/>
            </a:xfrm>
            <a:prstGeom prst="ellipse">
              <a:avLst/>
            </a:prstGeom>
            <a:solidFill>
              <a:srgbClr val="676767"/>
            </a:solidFill>
            <a:ln w="9525" cap="flat" cmpd="sng" algn="ctr">
              <a:noFill/>
              <a:prstDash val="solid"/>
            </a:ln>
            <a:effectLst/>
          </p:spPr>
          <p:txBody>
            <a:bodyPr lIns="68574" tIns="34287" rIns="68574" bIns="34287" rtlCol="0" anchor="ctr"/>
            <a:lstStyle/>
            <a:p>
              <a:pPr algn="ctr" defTabSz="685327">
                <a:defRPr/>
              </a:pPr>
              <a:endParaRPr kumimoji="0" lang="en-US" sz="1400" kern="0" err="1">
                <a:solidFill>
                  <a:srgbClr val="A6A6A6">
                    <a:lumMod val="50000"/>
                  </a:srgbClr>
                </a:solidFill>
                <a:latin typeface="Noto Sans CJK SC Light"/>
                <a:sym typeface="Arial" pitchFamily="-107" charset="0"/>
              </a:endParaRPr>
            </a:p>
          </p:txBody>
        </p:sp>
        <p:sp>
          <p:nvSpPr>
            <p:cNvPr id="747" name="Rectangle 17">
              <a:extLst>
                <a:ext uri="{FF2B5EF4-FFF2-40B4-BE49-F238E27FC236}">
                  <a16:creationId xmlns:a16="http://schemas.microsoft.com/office/drawing/2014/main" id="{BB2CDFA7-6886-72DE-4000-10F56CCCB1A6}"/>
                </a:ext>
              </a:extLst>
            </p:cNvPr>
            <p:cNvSpPr>
              <a:spLocks noChangeAspect="1" noChangeArrowheads="1"/>
            </p:cNvSpPr>
            <p:nvPr/>
          </p:nvSpPr>
          <p:spPr bwMode="auto">
            <a:xfrm>
              <a:off x="6415995" y="2593935"/>
              <a:ext cx="256775" cy="233172"/>
            </a:xfrm>
            <a:custGeom>
              <a:avLst/>
              <a:gdLst/>
              <a:ahLst/>
              <a:cxnLst/>
              <a:rect l="l" t="t" r="r" b="b"/>
              <a:pathLst>
                <a:path w="1099079" h="704991">
                  <a:moveTo>
                    <a:pt x="954808" y="626357"/>
                  </a:moveTo>
                  <a:lnTo>
                    <a:pt x="1099079" y="626357"/>
                  </a:lnTo>
                  <a:lnTo>
                    <a:pt x="1099079" y="704991"/>
                  </a:lnTo>
                  <a:lnTo>
                    <a:pt x="954808" y="704991"/>
                  </a:lnTo>
                  <a:close/>
                  <a:moveTo>
                    <a:pt x="571836" y="626357"/>
                  </a:moveTo>
                  <a:lnTo>
                    <a:pt x="907593" y="626357"/>
                  </a:lnTo>
                  <a:lnTo>
                    <a:pt x="907593" y="704991"/>
                  </a:lnTo>
                  <a:lnTo>
                    <a:pt x="571836" y="704991"/>
                  </a:lnTo>
                  <a:close/>
                  <a:moveTo>
                    <a:pt x="191486" y="626357"/>
                  </a:moveTo>
                  <a:lnTo>
                    <a:pt x="527243" y="626357"/>
                  </a:lnTo>
                  <a:lnTo>
                    <a:pt x="527243" y="704991"/>
                  </a:lnTo>
                  <a:lnTo>
                    <a:pt x="191486" y="704991"/>
                  </a:lnTo>
                  <a:close/>
                  <a:moveTo>
                    <a:pt x="0" y="626357"/>
                  </a:moveTo>
                  <a:lnTo>
                    <a:pt x="144271" y="626357"/>
                  </a:lnTo>
                  <a:lnTo>
                    <a:pt x="144271" y="704991"/>
                  </a:lnTo>
                  <a:lnTo>
                    <a:pt x="0" y="704991"/>
                  </a:lnTo>
                  <a:close/>
                  <a:moveTo>
                    <a:pt x="763322" y="501628"/>
                  </a:moveTo>
                  <a:lnTo>
                    <a:pt x="1099079" y="501628"/>
                  </a:lnTo>
                  <a:lnTo>
                    <a:pt x="1099079" y="577550"/>
                  </a:lnTo>
                  <a:lnTo>
                    <a:pt x="763322" y="577550"/>
                  </a:lnTo>
                  <a:close/>
                  <a:moveTo>
                    <a:pt x="382973" y="501628"/>
                  </a:moveTo>
                  <a:lnTo>
                    <a:pt x="718730" y="501628"/>
                  </a:lnTo>
                  <a:lnTo>
                    <a:pt x="718730" y="577550"/>
                  </a:lnTo>
                  <a:lnTo>
                    <a:pt x="382973" y="577550"/>
                  </a:lnTo>
                  <a:close/>
                  <a:moveTo>
                    <a:pt x="0" y="501628"/>
                  </a:moveTo>
                  <a:lnTo>
                    <a:pt x="335757" y="501628"/>
                  </a:lnTo>
                  <a:lnTo>
                    <a:pt x="335757" y="577550"/>
                  </a:lnTo>
                  <a:lnTo>
                    <a:pt x="0" y="577550"/>
                  </a:lnTo>
                  <a:close/>
                  <a:moveTo>
                    <a:pt x="954808" y="376899"/>
                  </a:moveTo>
                  <a:lnTo>
                    <a:pt x="1099079" y="376899"/>
                  </a:lnTo>
                  <a:lnTo>
                    <a:pt x="1099079" y="452821"/>
                  </a:lnTo>
                  <a:lnTo>
                    <a:pt x="954808" y="452821"/>
                  </a:lnTo>
                  <a:close/>
                  <a:moveTo>
                    <a:pt x="571836" y="376899"/>
                  </a:moveTo>
                  <a:lnTo>
                    <a:pt x="907593" y="376899"/>
                  </a:lnTo>
                  <a:lnTo>
                    <a:pt x="907593" y="452821"/>
                  </a:lnTo>
                  <a:lnTo>
                    <a:pt x="571836" y="452821"/>
                  </a:lnTo>
                  <a:close/>
                  <a:moveTo>
                    <a:pt x="191486" y="376899"/>
                  </a:moveTo>
                  <a:lnTo>
                    <a:pt x="527243" y="376899"/>
                  </a:lnTo>
                  <a:lnTo>
                    <a:pt x="527243" y="452821"/>
                  </a:lnTo>
                  <a:lnTo>
                    <a:pt x="191486" y="452821"/>
                  </a:lnTo>
                  <a:close/>
                  <a:moveTo>
                    <a:pt x="0" y="376899"/>
                  </a:moveTo>
                  <a:lnTo>
                    <a:pt x="144271" y="376899"/>
                  </a:lnTo>
                  <a:lnTo>
                    <a:pt x="144271" y="452821"/>
                  </a:lnTo>
                  <a:lnTo>
                    <a:pt x="0" y="452821"/>
                  </a:lnTo>
                  <a:close/>
                  <a:moveTo>
                    <a:pt x="763322" y="249458"/>
                  </a:moveTo>
                  <a:lnTo>
                    <a:pt x="1099079" y="249458"/>
                  </a:lnTo>
                  <a:lnTo>
                    <a:pt x="1099079" y="328092"/>
                  </a:lnTo>
                  <a:lnTo>
                    <a:pt x="763322" y="328092"/>
                  </a:lnTo>
                  <a:close/>
                  <a:moveTo>
                    <a:pt x="382973" y="249458"/>
                  </a:moveTo>
                  <a:lnTo>
                    <a:pt x="718730" y="249458"/>
                  </a:lnTo>
                  <a:lnTo>
                    <a:pt x="718730" y="328092"/>
                  </a:lnTo>
                  <a:lnTo>
                    <a:pt x="382973" y="328092"/>
                  </a:lnTo>
                  <a:close/>
                  <a:moveTo>
                    <a:pt x="0" y="249458"/>
                  </a:moveTo>
                  <a:lnTo>
                    <a:pt x="335757" y="249458"/>
                  </a:lnTo>
                  <a:lnTo>
                    <a:pt x="335757" y="328092"/>
                  </a:lnTo>
                  <a:lnTo>
                    <a:pt x="0" y="328092"/>
                  </a:lnTo>
                  <a:close/>
                  <a:moveTo>
                    <a:pt x="954808" y="124729"/>
                  </a:moveTo>
                  <a:lnTo>
                    <a:pt x="1099079" y="124729"/>
                  </a:lnTo>
                  <a:lnTo>
                    <a:pt x="1099079" y="203363"/>
                  </a:lnTo>
                  <a:lnTo>
                    <a:pt x="954808" y="203363"/>
                  </a:lnTo>
                  <a:close/>
                  <a:moveTo>
                    <a:pt x="571836" y="124729"/>
                  </a:moveTo>
                  <a:lnTo>
                    <a:pt x="907593" y="124729"/>
                  </a:lnTo>
                  <a:lnTo>
                    <a:pt x="907593" y="203363"/>
                  </a:lnTo>
                  <a:lnTo>
                    <a:pt x="571836" y="203363"/>
                  </a:lnTo>
                  <a:close/>
                  <a:moveTo>
                    <a:pt x="191486" y="124729"/>
                  </a:moveTo>
                  <a:lnTo>
                    <a:pt x="527243" y="124729"/>
                  </a:lnTo>
                  <a:lnTo>
                    <a:pt x="527243" y="203363"/>
                  </a:lnTo>
                  <a:lnTo>
                    <a:pt x="191486" y="203363"/>
                  </a:lnTo>
                  <a:close/>
                  <a:moveTo>
                    <a:pt x="0" y="124729"/>
                  </a:moveTo>
                  <a:lnTo>
                    <a:pt x="144271" y="124729"/>
                  </a:lnTo>
                  <a:lnTo>
                    <a:pt x="144271" y="203363"/>
                  </a:lnTo>
                  <a:lnTo>
                    <a:pt x="0" y="203363"/>
                  </a:lnTo>
                  <a:close/>
                  <a:moveTo>
                    <a:pt x="763322" y="0"/>
                  </a:moveTo>
                  <a:lnTo>
                    <a:pt x="1099079" y="0"/>
                  </a:lnTo>
                  <a:lnTo>
                    <a:pt x="1099079" y="75922"/>
                  </a:lnTo>
                  <a:lnTo>
                    <a:pt x="763322" y="75922"/>
                  </a:lnTo>
                  <a:close/>
                  <a:moveTo>
                    <a:pt x="382973" y="0"/>
                  </a:moveTo>
                  <a:lnTo>
                    <a:pt x="718730" y="0"/>
                  </a:lnTo>
                  <a:lnTo>
                    <a:pt x="718730" y="75922"/>
                  </a:lnTo>
                  <a:lnTo>
                    <a:pt x="382973" y="75922"/>
                  </a:lnTo>
                  <a:close/>
                  <a:moveTo>
                    <a:pt x="0" y="0"/>
                  </a:moveTo>
                  <a:lnTo>
                    <a:pt x="335757" y="0"/>
                  </a:lnTo>
                  <a:lnTo>
                    <a:pt x="335757" y="75922"/>
                  </a:lnTo>
                  <a:lnTo>
                    <a:pt x="0" y="75922"/>
                  </a:lnTo>
                  <a:close/>
                </a:path>
              </a:pathLst>
            </a:custGeom>
            <a:solidFill>
              <a:srgbClr val="FFFFFF"/>
            </a:solidFill>
            <a:ln w="25400" cap="flat" cmpd="sng" algn="ctr">
              <a:noFill/>
              <a:prstDash val="solid"/>
            </a:ln>
            <a:effectLst/>
          </p:spPr>
          <p:txBody>
            <a:bodyPr lIns="68565" tIns="34283" rIns="68565" bIns="34283" rtlCol="0" anchor="ctr"/>
            <a:lstStyle/>
            <a:p>
              <a:pPr algn="ctr" defTabSz="342530">
                <a:defRPr/>
              </a:pPr>
              <a:endParaRPr kumimoji="0" lang="en-US" sz="1050" kern="0">
                <a:solidFill>
                  <a:srgbClr val="A6A6A6">
                    <a:lumMod val="50000"/>
                  </a:srgbClr>
                </a:solidFill>
                <a:latin typeface="Noto Sans CJK SC Light"/>
              </a:endParaRPr>
            </a:p>
          </p:txBody>
        </p:sp>
      </p:grpSp>
      <p:grpSp>
        <p:nvGrpSpPr>
          <p:cNvPr id="748" name="Group 1336">
            <a:extLst>
              <a:ext uri="{FF2B5EF4-FFF2-40B4-BE49-F238E27FC236}">
                <a16:creationId xmlns:a16="http://schemas.microsoft.com/office/drawing/2014/main" id="{A5973427-E117-C560-5A9D-243D51EF19AC}"/>
              </a:ext>
            </a:extLst>
          </p:cNvPr>
          <p:cNvGrpSpPr>
            <a:grpSpLocks noChangeAspect="1"/>
          </p:cNvGrpSpPr>
          <p:nvPr/>
        </p:nvGrpSpPr>
        <p:grpSpPr>
          <a:xfrm>
            <a:off x="9603001" y="2460910"/>
            <a:ext cx="315725" cy="300694"/>
            <a:chOff x="6308368" y="2479328"/>
            <a:chExt cx="466343" cy="466344"/>
          </a:xfrm>
        </p:grpSpPr>
        <p:sp>
          <p:nvSpPr>
            <p:cNvPr id="749" name="Oval 1337">
              <a:extLst>
                <a:ext uri="{FF2B5EF4-FFF2-40B4-BE49-F238E27FC236}">
                  <a16:creationId xmlns:a16="http://schemas.microsoft.com/office/drawing/2014/main" id="{5BC50622-E195-DD0E-F08C-65D8B015389C}"/>
                </a:ext>
              </a:extLst>
            </p:cNvPr>
            <p:cNvSpPr/>
            <p:nvPr/>
          </p:nvSpPr>
          <p:spPr bwMode="auto">
            <a:xfrm>
              <a:off x="6308368" y="2479328"/>
              <a:ext cx="466343" cy="466344"/>
            </a:xfrm>
            <a:prstGeom prst="ellipse">
              <a:avLst/>
            </a:prstGeom>
            <a:solidFill>
              <a:srgbClr val="676767"/>
            </a:solidFill>
            <a:ln w="9525" cap="flat" cmpd="sng" algn="ctr">
              <a:noFill/>
              <a:prstDash val="solid"/>
            </a:ln>
            <a:effectLst/>
          </p:spPr>
          <p:txBody>
            <a:bodyPr lIns="68574" tIns="34287" rIns="68574" bIns="34287" rtlCol="0" anchor="ctr"/>
            <a:lstStyle/>
            <a:p>
              <a:pPr algn="ctr" defTabSz="685327">
                <a:defRPr/>
              </a:pPr>
              <a:endParaRPr kumimoji="0" lang="en-US" sz="1400" kern="0" err="1">
                <a:solidFill>
                  <a:srgbClr val="A6A6A6">
                    <a:lumMod val="50000"/>
                  </a:srgbClr>
                </a:solidFill>
                <a:latin typeface="Noto Sans CJK SC Light"/>
                <a:sym typeface="Arial" pitchFamily="-107" charset="0"/>
              </a:endParaRPr>
            </a:p>
          </p:txBody>
        </p:sp>
        <p:sp>
          <p:nvSpPr>
            <p:cNvPr id="750" name="Rectangle 17">
              <a:extLst>
                <a:ext uri="{FF2B5EF4-FFF2-40B4-BE49-F238E27FC236}">
                  <a16:creationId xmlns:a16="http://schemas.microsoft.com/office/drawing/2014/main" id="{FEEA62DD-E1AD-F80F-6B69-AF144CE4A525}"/>
                </a:ext>
              </a:extLst>
            </p:cNvPr>
            <p:cNvSpPr>
              <a:spLocks noChangeAspect="1" noChangeArrowheads="1"/>
            </p:cNvSpPr>
            <p:nvPr/>
          </p:nvSpPr>
          <p:spPr bwMode="auto">
            <a:xfrm>
              <a:off x="6415995" y="2593935"/>
              <a:ext cx="256775" cy="233172"/>
            </a:xfrm>
            <a:custGeom>
              <a:avLst/>
              <a:gdLst/>
              <a:ahLst/>
              <a:cxnLst/>
              <a:rect l="l" t="t" r="r" b="b"/>
              <a:pathLst>
                <a:path w="1099079" h="704991">
                  <a:moveTo>
                    <a:pt x="954808" y="626357"/>
                  </a:moveTo>
                  <a:lnTo>
                    <a:pt x="1099079" y="626357"/>
                  </a:lnTo>
                  <a:lnTo>
                    <a:pt x="1099079" y="704991"/>
                  </a:lnTo>
                  <a:lnTo>
                    <a:pt x="954808" y="704991"/>
                  </a:lnTo>
                  <a:close/>
                  <a:moveTo>
                    <a:pt x="571836" y="626357"/>
                  </a:moveTo>
                  <a:lnTo>
                    <a:pt x="907593" y="626357"/>
                  </a:lnTo>
                  <a:lnTo>
                    <a:pt x="907593" y="704991"/>
                  </a:lnTo>
                  <a:lnTo>
                    <a:pt x="571836" y="704991"/>
                  </a:lnTo>
                  <a:close/>
                  <a:moveTo>
                    <a:pt x="191486" y="626357"/>
                  </a:moveTo>
                  <a:lnTo>
                    <a:pt x="527243" y="626357"/>
                  </a:lnTo>
                  <a:lnTo>
                    <a:pt x="527243" y="704991"/>
                  </a:lnTo>
                  <a:lnTo>
                    <a:pt x="191486" y="704991"/>
                  </a:lnTo>
                  <a:close/>
                  <a:moveTo>
                    <a:pt x="0" y="626357"/>
                  </a:moveTo>
                  <a:lnTo>
                    <a:pt x="144271" y="626357"/>
                  </a:lnTo>
                  <a:lnTo>
                    <a:pt x="144271" y="704991"/>
                  </a:lnTo>
                  <a:lnTo>
                    <a:pt x="0" y="704991"/>
                  </a:lnTo>
                  <a:close/>
                  <a:moveTo>
                    <a:pt x="763322" y="501628"/>
                  </a:moveTo>
                  <a:lnTo>
                    <a:pt x="1099079" y="501628"/>
                  </a:lnTo>
                  <a:lnTo>
                    <a:pt x="1099079" y="577550"/>
                  </a:lnTo>
                  <a:lnTo>
                    <a:pt x="763322" y="577550"/>
                  </a:lnTo>
                  <a:close/>
                  <a:moveTo>
                    <a:pt x="382973" y="501628"/>
                  </a:moveTo>
                  <a:lnTo>
                    <a:pt x="718730" y="501628"/>
                  </a:lnTo>
                  <a:lnTo>
                    <a:pt x="718730" y="577550"/>
                  </a:lnTo>
                  <a:lnTo>
                    <a:pt x="382973" y="577550"/>
                  </a:lnTo>
                  <a:close/>
                  <a:moveTo>
                    <a:pt x="0" y="501628"/>
                  </a:moveTo>
                  <a:lnTo>
                    <a:pt x="335757" y="501628"/>
                  </a:lnTo>
                  <a:lnTo>
                    <a:pt x="335757" y="577550"/>
                  </a:lnTo>
                  <a:lnTo>
                    <a:pt x="0" y="577550"/>
                  </a:lnTo>
                  <a:close/>
                  <a:moveTo>
                    <a:pt x="954808" y="376899"/>
                  </a:moveTo>
                  <a:lnTo>
                    <a:pt x="1099079" y="376899"/>
                  </a:lnTo>
                  <a:lnTo>
                    <a:pt x="1099079" y="452821"/>
                  </a:lnTo>
                  <a:lnTo>
                    <a:pt x="954808" y="452821"/>
                  </a:lnTo>
                  <a:close/>
                  <a:moveTo>
                    <a:pt x="571836" y="376899"/>
                  </a:moveTo>
                  <a:lnTo>
                    <a:pt x="907593" y="376899"/>
                  </a:lnTo>
                  <a:lnTo>
                    <a:pt x="907593" y="452821"/>
                  </a:lnTo>
                  <a:lnTo>
                    <a:pt x="571836" y="452821"/>
                  </a:lnTo>
                  <a:close/>
                  <a:moveTo>
                    <a:pt x="191486" y="376899"/>
                  </a:moveTo>
                  <a:lnTo>
                    <a:pt x="527243" y="376899"/>
                  </a:lnTo>
                  <a:lnTo>
                    <a:pt x="527243" y="452821"/>
                  </a:lnTo>
                  <a:lnTo>
                    <a:pt x="191486" y="452821"/>
                  </a:lnTo>
                  <a:close/>
                  <a:moveTo>
                    <a:pt x="0" y="376899"/>
                  </a:moveTo>
                  <a:lnTo>
                    <a:pt x="144271" y="376899"/>
                  </a:lnTo>
                  <a:lnTo>
                    <a:pt x="144271" y="452821"/>
                  </a:lnTo>
                  <a:lnTo>
                    <a:pt x="0" y="452821"/>
                  </a:lnTo>
                  <a:close/>
                  <a:moveTo>
                    <a:pt x="763322" y="249458"/>
                  </a:moveTo>
                  <a:lnTo>
                    <a:pt x="1099079" y="249458"/>
                  </a:lnTo>
                  <a:lnTo>
                    <a:pt x="1099079" y="328092"/>
                  </a:lnTo>
                  <a:lnTo>
                    <a:pt x="763322" y="328092"/>
                  </a:lnTo>
                  <a:close/>
                  <a:moveTo>
                    <a:pt x="382973" y="249458"/>
                  </a:moveTo>
                  <a:lnTo>
                    <a:pt x="718730" y="249458"/>
                  </a:lnTo>
                  <a:lnTo>
                    <a:pt x="718730" y="328092"/>
                  </a:lnTo>
                  <a:lnTo>
                    <a:pt x="382973" y="328092"/>
                  </a:lnTo>
                  <a:close/>
                  <a:moveTo>
                    <a:pt x="0" y="249458"/>
                  </a:moveTo>
                  <a:lnTo>
                    <a:pt x="335757" y="249458"/>
                  </a:lnTo>
                  <a:lnTo>
                    <a:pt x="335757" y="328092"/>
                  </a:lnTo>
                  <a:lnTo>
                    <a:pt x="0" y="328092"/>
                  </a:lnTo>
                  <a:close/>
                  <a:moveTo>
                    <a:pt x="954808" y="124729"/>
                  </a:moveTo>
                  <a:lnTo>
                    <a:pt x="1099079" y="124729"/>
                  </a:lnTo>
                  <a:lnTo>
                    <a:pt x="1099079" y="203363"/>
                  </a:lnTo>
                  <a:lnTo>
                    <a:pt x="954808" y="203363"/>
                  </a:lnTo>
                  <a:close/>
                  <a:moveTo>
                    <a:pt x="571836" y="124729"/>
                  </a:moveTo>
                  <a:lnTo>
                    <a:pt x="907593" y="124729"/>
                  </a:lnTo>
                  <a:lnTo>
                    <a:pt x="907593" y="203363"/>
                  </a:lnTo>
                  <a:lnTo>
                    <a:pt x="571836" y="203363"/>
                  </a:lnTo>
                  <a:close/>
                  <a:moveTo>
                    <a:pt x="191486" y="124729"/>
                  </a:moveTo>
                  <a:lnTo>
                    <a:pt x="527243" y="124729"/>
                  </a:lnTo>
                  <a:lnTo>
                    <a:pt x="527243" y="203363"/>
                  </a:lnTo>
                  <a:lnTo>
                    <a:pt x="191486" y="203363"/>
                  </a:lnTo>
                  <a:close/>
                  <a:moveTo>
                    <a:pt x="0" y="124729"/>
                  </a:moveTo>
                  <a:lnTo>
                    <a:pt x="144271" y="124729"/>
                  </a:lnTo>
                  <a:lnTo>
                    <a:pt x="144271" y="203363"/>
                  </a:lnTo>
                  <a:lnTo>
                    <a:pt x="0" y="203363"/>
                  </a:lnTo>
                  <a:close/>
                  <a:moveTo>
                    <a:pt x="763322" y="0"/>
                  </a:moveTo>
                  <a:lnTo>
                    <a:pt x="1099079" y="0"/>
                  </a:lnTo>
                  <a:lnTo>
                    <a:pt x="1099079" y="75922"/>
                  </a:lnTo>
                  <a:lnTo>
                    <a:pt x="763322" y="75922"/>
                  </a:lnTo>
                  <a:close/>
                  <a:moveTo>
                    <a:pt x="382973" y="0"/>
                  </a:moveTo>
                  <a:lnTo>
                    <a:pt x="718730" y="0"/>
                  </a:lnTo>
                  <a:lnTo>
                    <a:pt x="718730" y="75922"/>
                  </a:lnTo>
                  <a:lnTo>
                    <a:pt x="382973" y="75922"/>
                  </a:lnTo>
                  <a:close/>
                  <a:moveTo>
                    <a:pt x="0" y="0"/>
                  </a:moveTo>
                  <a:lnTo>
                    <a:pt x="335757" y="0"/>
                  </a:lnTo>
                  <a:lnTo>
                    <a:pt x="335757" y="75922"/>
                  </a:lnTo>
                  <a:lnTo>
                    <a:pt x="0" y="75922"/>
                  </a:lnTo>
                  <a:close/>
                </a:path>
              </a:pathLst>
            </a:custGeom>
            <a:solidFill>
              <a:srgbClr val="FFFFFF"/>
            </a:solidFill>
            <a:ln w="25400" cap="flat" cmpd="sng" algn="ctr">
              <a:noFill/>
              <a:prstDash val="solid"/>
            </a:ln>
            <a:effectLst/>
          </p:spPr>
          <p:txBody>
            <a:bodyPr lIns="68565" tIns="34283" rIns="68565" bIns="34283" rtlCol="0" anchor="ctr"/>
            <a:lstStyle/>
            <a:p>
              <a:pPr algn="ctr" defTabSz="342530">
                <a:defRPr/>
              </a:pPr>
              <a:endParaRPr kumimoji="0" lang="en-US" sz="1050" kern="0">
                <a:solidFill>
                  <a:srgbClr val="A6A6A6">
                    <a:lumMod val="50000"/>
                  </a:srgbClr>
                </a:solidFill>
                <a:latin typeface="Noto Sans CJK SC Light"/>
              </a:endParaRPr>
            </a:p>
          </p:txBody>
        </p:sp>
      </p:grpSp>
      <p:grpSp>
        <p:nvGrpSpPr>
          <p:cNvPr id="751" name="Group 1336">
            <a:extLst>
              <a:ext uri="{FF2B5EF4-FFF2-40B4-BE49-F238E27FC236}">
                <a16:creationId xmlns:a16="http://schemas.microsoft.com/office/drawing/2014/main" id="{EE331D08-6562-26CD-D7F5-C506869FA509}"/>
              </a:ext>
            </a:extLst>
          </p:cNvPr>
          <p:cNvGrpSpPr>
            <a:grpSpLocks noChangeAspect="1"/>
          </p:cNvGrpSpPr>
          <p:nvPr/>
        </p:nvGrpSpPr>
        <p:grpSpPr>
          <a:xfrm>
            <a:off x="9736656" y="2588203"/>
            <a:ext cx="315725" cy="300694"/>
            <a:chOff x="6308368" y="2479328"/>
            <a:chExt cx="466343" cy="466344"/>
          </a:xfrm>
        </p:grpSpPr>
        <p:sp>
          <p:nvSpPr>
            <p:cNvPr id="752" name="Oval 1337">
              <a:extLst>
                <a:ext uri="{FF2B5EF4-FFF2-40B4-BE49-F238E27FC236}">
                  <a16:creationId xmlns:a16="http://schemas.microsoft.com/office/drawing/2014/main" id="{AC185C26-58F7-B026-D2EB-F4480293BEDB}"/>
                </a:ext>
              </a:extLst>
            </p:cNvPr>
            <p:cNvSpPr/>
            <p:nvPr/>
          </p:nvSpPr>
          <p:spPr bwMode="auto">
            <a:xfrm>
              <a:off x="6308368" y="2479328"/>
              <a:ext cx="466343" cy="466344"/>
            </a:xfrm>
            <a:prstGeom prst="ellipse">
              <a:avLst/>
            </a:prstGeom>
            <a:solidFill>
              <a:srgbClr val="676767"/>
            </a:solidFill>
            <a:ln w="9525" cap="flat" cmpd="sng" algn="ctr">
              <a:noFill/>
              <a:prstDash val="solid"/>
            </a:ln>
            <a:effectLst/>
          </p:spPr>
          <p:txBody>
            <a:bodyPr lIns="68574" tIns="34287" rIns="68574" bIns="34287" rtlCol="0" anchor="ctr"/>
            <a:lstStyle/>
            <a:p>
              <a:pPr algn="ctr" defTabSz="685327">
                <a:defRPr/>
              </a:pPr>
              <a:endParaRPr kumimoji="0" lang="en-US" sz="1400" kern="0" err="1">
                <a:solidFill>
                  <a:srgbClr val="A6A6A6">
                    <a:lumMod val="50000"/>
                  </a:srgbClr>
                </a:solidFill>
                <a:latin typeface="Noto Sans CJK SC Light"/>
                <a:sym typeface="Arial" pitchFamily="-107" charset="0"/>
              </a:endParaRPr>
            </a:p>
          </p:txBody>
        </p:sp>
        <p:sp>
          <p:nvSpPr>
            <p:cNvPr id="753" name="Rectangle 17">
              <a:extLst>
                <a:ext uri="{FF2B5EF4-FFF2-40B4-BE49-F238E27FC236}">
                  <a16:creationId xmlns:a16="http://schemas.microsoft.com/office/drawing/2014/main" id="{6B9280ED-840F-1DDC-EB91-E698A770D8E0}"/>
                </a:ext>
              </a:extLst>
            </p:cNvPr>
            <p:cNvSpPr>
              <a:spLocks noChangeAspect="1" noChangeArrowheads="1"/>
            </p:cNvSpPr>
            <p:nvPr/>
          </p:nvSpPr>
          <p:spPr bwMode="auto">
            <a:xfrm>
              <a:off x="6415995" y="2593935"/>
              <a:ext cx="256775" cy="233172"/>
            </a:xfrm>
            <a:custGeom>
              <a:avLst/>
              <a:gdLst/>
              <a:ahLst/>
              <a:cxnLst/>
              <a:rect l="l" t="t" r="r" b="b"/>
              <a:pathLst>
                <a:path w="1099079" h="704991">
                  <a:moveTo>
                    <a:pt x="954808" y="626357"/>
                  </a:moveTo>
                  <a:lnTo>
                    <a:pt x="1099079" y="626357"/>
                  </a:lnTo>
                  <a:lnTo>
                    <a:pt x="1099079" y="704991"/>
                  </a:lnTo>
                  <a:lnTo>
                    <a:pt x="954808" y="704991"/>
                  </a:lnTo>
                  <a:close/>
                  <a:moveTo>
                    <a:pt x="571836" y="626357"/>
                  </a:moveTo>
                  <a:lnTo>
                    <a:pt x="907593" y="626357"/>
                  </a:lnTo>
                  <a:lnTo>
                    <a:pt x="907593" y="704991"/>
                  </a:lnTo>
                  <a:lnTo>
                    <a:pt x="571836" y="704991"/>
                  </a:lnTo>
                  <a:close/>
                  <a:moveTo>
                    <a:pt x="191486" y="626357"/>
                  </a:moveTo>
                  <a:lnTo>
                    <a:pt x="527243" y="626357"/>
                  </a:lnTo>
                  <a:lnTo>
                    <a:pt x="527243" y="704991"/>
                  </a:lnTo>
                  <a:lnTo>
                    <a:pt x="191486" y="704991"/>
                  </a:lnTo>
                  <a:close/>
                  <a:moveTo>
                    <a:pt x="0" y="626357"/>
                  </a:moveTo>
                  <a:lnTo>
                    <a:pt x="144271" y="626357"/>
                  </a:lnTo>
                  <a:lnTo>
                    <a:pt x="144271" y="704991"/>
                  </a:lnTo>
                  <a:lnTo>
                    <a:pt x="0" y="704991"/>
                  </a:lnTo>
                  <a:close/>
                  <a:moveTo>
                    <a:pt x="763322" y="501628"/>
                  </a:moveTo>
                  <a:lnTo>
                    <a:pt x="1099079" y="501628"/>
                  </a:lnTo>
                  <a:lnTo>
                    <a:pt x="1099079" y="577550"/>
                  </a:lnTo>
                  <a:lnTo>
                    <a:pt x="763322" y="577550"/>
                  </a:lnTo>
                  <a:close/>
                  <a:moveTo>
                    <a:pt x="382973" y="501628"/>
                  </a:moveTo>
                  <a:lnTo>
                    <a:pt x="718730" y="501628"/>
                  </a:lnTo>
                  <a:lnTo>
                    <a:pt x="718730" y="577550"/>
                  </a:lnTo>
                  <a:lnTo>
                    <a:pt x="382973" y="577550"/>
                  </a:lnTo>
                  <a:close/>
                  <a:moveTo>
                    <a:pt x="0" y="501628"/>
                  </a:moveTo>
                  <a:lnTo>
                    <a:pt x="335757" y="501628"/>
                  </a:lnTo>
                  <a:lnTo>
                    <a:pt x="335757" y="577550"/>
                  </a:lnTo>
                  <a:lnTo>
                    <a:pt x="0" y="577550"/>
                  </a:lnTo>
                  <a:close/>
                  <a:moveTo>
                    <a:pt x="954808" y="376899"/>
                  </a:moveTo>
                  <a:lnTo>
                    <a:pt x="1099079" y="376899"/>
                  </a:lnTo>
                  <a:lnTo>
                    <a:pt x="1099079" y="452821"/>
                  </a:lnTo>
                  <a:lnTo>
                    <a:pt x="954808" y="452821"/>
                  </a:lnTo>
                  <a:close/>
                  <a:moveTo>
                    <a:pt x="571836" y="376899"/>
                  </a:moveTo>
                  <a:lnTo>
                    <a:pt x="907593" y="376899"/>
                  </a:lnTo>
                  <a:lnTo>
                    <a:pt x="907593" y="452821"/>
                  </a:lnTo>
                  <a:lnTo>
                    <a:pt x="571836" y="452821"/>
                  </a:lnTo>
                  <a:close/>
                  <a:moveTo>
                    <a:pt x="191486" y="376899"/>
                  </a:moveTo>
                  <a:lnTo>
                    <a:pt x="527243" y="376899"/>
                  </a:lnTo>
                  <a:lnTo>
                    <a:pt x="527243" y="452821"/>
                  </a:lnTo>
                  <a:lnTo>
                    <a:pt x="191486" y="452821"/>
                  </a:lnTo>
                  <a:close/>
                  <a:moveTo>
                    <a:pt x="0" y="376899"/>
                  </a:moveTo>
                  <a:lnTo>
                    <a:pt x="144271" y="376899"/>
                  </a:lnTo>
                  <a:lnTo>
                    <a:pt x="144271" y="452821"/>
                  </a:lnTo>
                  <a:lnTo>
                    <a:pt x="0" y="452821"/>
                  </a:lnTo>
                  <a:close/>
                  <a:moveTo>
                    <a:pt x="763322" y="249458"/>
                  </a:moveTo>
                  <a:lnTo>
                    <a:pt x="1099079" y="249458"/>
                  </a:lnTo>
                  <a:lnTo>
                    <a:pt x="1099079" y="328092"/>
                  </a:lnTo>
                  <a:lnTo>
                    <a:pt x="763322" y="328092"/>
                  </a:lnTo>
                  <a:close/>
                  <a:moveTo>
                    <a:pt x="382973" y="249458"/>
                  </a:moveTo>
                  <a:lnTo>
                    <a:pt x="718730" y="249458"/>
                  </a:lnTo>
                  <a:lnTo>
                    <a:pt x="718730" y="328092"/>
                  </a:lnTo>
                  <a:lnTo>
                    <a:pt x="382973" y="328092"/>
                  </a:lnTo>
                  <a:close/>
                  <a:moveTo>
                    <a:pt x="0" y="249458"/>
                  </a:moveTo>
                  <a:lnTo>
                    <a:pt x="335757" y="249458"/>
                  </a:lnTo>
                  <a:lnTo>
                    <a:pt x="335757" y="328092"/>
                  </a:lnTo>
                  <a:lnTo>
                    <a:pt x="0" y="328092"/>
                  </a:lnTo>
                  <a:close/>
                  <a:moveTo>
                    <a:pt x="954808" y="124729"/>
                  </a:moveTo>
                  <a:lnTo>
                    <a:pt x="1099079" y="124729"/>
                  </a:lnTo>
                  <a:lnTo>
                    <a:pt x="1099079" y="203363"/>
                  </a:lnTo>
                  <a:lnTo>
                    <a:pt x="954808" y="203363"/>
                  </a:lnTo>
                  <a:close/>
                  <a:moveTo>
                    <a:pt x="571836" y="124729"/>
                  </a:moveTo>
                  <a:lnTo>
                    <a:pt x="907593" y="124729"/>
                  </a:lnTo>
                  <a:lnTo>
                    <a:pt x="907593" y="203363"/>
                  </a:lnTo>
                  <a:lnTo>
                    <a:pt x="571836" y="203363"/>
                  </a:lnTo>
                  <a:close/>
                  <a:moveTo>
                    <a:pt x="191486" y="124729"/>
                  </a:moveTo>
                  <a:lnTo>
                    <a:pt x="527243" y="124729"/>
                  </a:lnTo>
                  <a:lnTo>
                    <a:pt x="527243" y="203363"/>
                  </a:lnTo>
                  <a:lnTo>
                    <a:pt x="191486" y="203363"/>
                  </a:lnTo>
                  <a:close/>
                  <a:moveTo>
                    <a:pt x="0" y="124729"/>
                  </a:moveTo>
                  <a:lnTo>
                    <a:pt x="144271" y="124729"/>
                  </a:lnTo>
                  <a:lnTo>
                    <a:pt x="144271" y="203363"/>
                  </a:lnTo>
                  <a:lnTo>
                    <a:pt x="0" y="203363"/>
                  </a:lnTo>
                  <a:close/>
                  <a:moveTo>
                    <a:pt x="763322" y="0"/>
                  </a:moveTo>
                  <a:lnTo>
                    <a:pt x="1099079" y="0"/>
                  </a:lnTo>
                  <a:lnTo>
                    <a:pt x="1099079" y="75922"/>
                  </a:lnTo>
                  <a:lnTo>
                    <a:pt x="763322" y="75922"/>
                  </a:lnTo>
                  <a:close/>
                  <a:moveTo>
                    <a:pt x="382973" y="0"/>
                  </a:moveTo>
                  <a:lnTo>
                    <a:pt x="718730" y="0"/>
                  </a:lnTo>
                  <a:lnTo>
                    <a:pt x="718730" y="75922"/>
                  </a:lnTo>
                  <a:lnTo>
                    <a:pt x="382973" y="75922"/>
                  </a:lnTo>
                  <a:close/>
                  <a:moveTo>
                    <a:pt x="0" y="0"/>
                  </a:moveTo>
                  <a:lnTo>
                    <a:pt x="335757" y="0"/>
                  </a:lnTo>
                  <a:lnTo>
                    <a:pt x="335757" y="75922"/>
                  </a:lnTo>
                  <a:lnTo>
                    <a:pt x="0" y="75922"/>
                  </a:lnTo>
                  <a:close/>
                </a:path>
              </a:pathLst>
            </a:custGeom>
            <a:solidFill>
              <a:srgbClr val="FFFFFF"/>
            </a:solidFill>
            <a:ln w="25400" cap="flat" cmpd="sng" algn="ctr">
              <a:noFill/>
              <a:prstDash val="solid"/>
            </a:ln>
            <a:effectLst/>
          </p:spPr>
          <p:txBody>
            <a:bodyPr lIns="68565" tIns="34283" rIns="68565" bIns="34283" rtlCol="0" anchor="ctr"/>
            <a:lstStyle/>
            <a:p>
              <a:pPr algn="ctr" defTabSz="342530">
                <a:defRPr/>
              </a:pPr>
              <a:endParaRPr kumimoji="0" lang="en-US" sz="1050" kern="0">
                <a:solidFill>
                  <a:srgbClr val="A6A6A6">
                    <a:lumMod val="50000"/>
                  </a:srgbClr>
                </a:solidFill>
                <a:latin typeface="Noto Sans CJK SC Light"/>
              </a:endParaRPr>
            </a:p>
          </p:txBody>
        </p:sp>
      </p:grpSp>
      <p:grpSp>
        <p:nvGrpSpPr>
          <p:cNvPr id="754" name="Group 1336">
            <a:extLst>
              <a:ext uri="{FF2B5EF4-FFF2-40B4-BE49-F238E27FC236}">
                <a16:creationId xmlns:a16="http://schemas.microsoft.com/office/drawing/2014/main" id="{88578DFC-D9BE-6F0B-96BD-F26C8AFA169A}"/>
              </a:ext>
            </a:extLst>
          </p:cNvPr>
          <p:cNvGrpSpPr>
            <a:grpSpLocks noChangeAspect="1"/>
          </p:cNvGrpSpPr>
          <p:nvPr/>
        </p:nvGrpSpPr>
        <p:grpSpPr>
          <a:xfrm>
            <a:off x="5059417" y="2622047"/>
            <a:ext cx="315725" cy="300694"/>
            <a:chOff x="6308368" y="2479328"/>
            <a:chExt cx="466343" cy="466344"/>
          </a:xfrm>
        </p:grpSpPr>
        <p:sp>
          <p:nvSpPr>
            <p:cNvPr id="755" name="Oval 1337">
              <a:extLst>
                <a:ext uri="{FF2B5EF4-FFF2-40B4-BE49-F238E27FC236}">
                  <a16:creationId xmlns:a16="http://schemas.microsoft.com/office/drawing/2014/main" id="{B7F81A97-5D6D-C4B1-3305-78ADF35DCAD6}"/>
                </a:ext>
              </a:extLst>
            </p:cNvPr>
            <p:cNvSpPr/>
            <p:nvPr/>
          </p:nvSpPr>
          <p:spPr bwMode="auto">
            <a:xfrm>
              <a:off x="6308368" y="2479328"/>
              <a:ext cx="466343" cy="466344"/>
            </a:xfrm>
            <a:prstGeom prst="ellipse">
              <a:avLst/>
            </a:prstGeom>
            <a:solidFill>
              <a:srgbClr val="676767"/>
            </a:solidFill>
            <a:ln w="9525" cap="flat" cmpd="sng" algn="ctr">
              <a:noFill/>
              <a:prstDash val="solid"/>
            </a:ln>
            <a:effectLst/>
          </p:spPr>
          <p:txBody>
            <a:bodyPr lIns="68574" tIns="34287" rIns="68574" bIns="34287" rtlCol="0" anchor="ctr"/>
            <a:lstStyle/>
            <a:p>
              <a:pPr algn="ctr" defTabSz="685327">
                <a:defRPr/>
              </a:pPr>
              <a:endParaRPr kumimoji="0" lang="en-US" sz="1400" kern="0" err="1">
                <a:solidFill>
                  <a:srgbClr val="A6A6A6">
                    <a:lumMod val="50000"/>
                  </a:srgbClr>
                </a:solidFill>
                <a:latin typeface="Noto Sans CJK SC Light"/>
                <a:sym typeface="Arial" pitchFamily="-107" charset="0"/>
              </a:endParaRPr>
            </a:p>
          </p:txBody>
        </p:sp>
        <p:sp>
          <p:nvSpPr>
            <p:cNvPr id="756" name="Rectangle 17">
              <a:extLst>
                <a:ext uri="{FF2B5EF4-FFF2-40B4-BE49-F238E27FC236}">
                  <a16:creationId xmlns:a16="http://schemas.microsoft.com/office/drawing/2014/main" id="{C59819B2-9934-E101-693D-F08ED78C4591}"/>
                </a:ext>
              </a:extLst>
            </p:cNvPr>
            <p:cNvSpPr>
              <a:spLocks noChangeAspect="1" noChangeArrowheads="1"/>
            </p:cNvSpPr>
            <p:nvPr/>
          </p:nvSpPr>
          <p:spPr bwMode="auto">
            <a:xfrm>
              <a:off x="6415995" y="2593935"/>
              <a:ext cx="256775" cy="233172"/>
            </a:xfrm>
            <a:custGeom>
              <a:avLst/>
              <a:gdLst/>
              <a:ahLst/>
              <a:cxnLst/>
              <a:rect l="l" t="t" r="r" b="b"/>
              <a:pathLst>
                <a:path w="1099079" h="704991">
                  <a:moveTo>
                    <a:pt x="954808" y="626357"/>
                  </a:moveTo>
                  <a:lnTo>
                    <a:pt x="1099079" y="626357"/>
                  </a:lnTo>
                  <a:lnTo>
                    <a:pt x="1099079" y="704991"/>
                  </a:lnTo>
                  <a:lnTo>
                    <a:pt x="954808" y="704991"/>
                  </a:lnTo>
                  <a:close/>
                  <a:moveTo>
                    <a:pt x="571836" y="626357"/>
                  </a:moveTo>
                  <a:lnTo>
                    <a:pt x="907593" y="626357"/>
                  </a:lnTo>
                  <a:lnTo>
                    <a:pt x="907593" y="704991"/>
                  </a:lnTo>
                  <a:lnTo>
                    <a:pt x="571836" y="704991"/>
                  </a:lnTo>
                  <a:close/>
                  <a:moveTo>
                    <a:pt x="191486" y="626357"/>
                  </a:moveTo>
                  <a:lnTo>
                    <a:pt x="527243" y="626357"/>
                  </a:lnTo>
                  <a:lnTo>
                    <a:pt x="527243" y="704991"/>
                  </a:lnTo>
                  <a:lnTo>
                    <a:pt x="191486" y="704991"/>
                  </a:lnTo>
                  <a:close/>
                  <a:moveTo>
                    <a:pt x="0" y="626357"/>
                  </a:moveTo>
                  <a:lnTo>
                    <a:pt x="144271" y="626357"/>
                  </a:lnTo>
                  <a:lnTo>
                    <a:pt x="144271" y="704991"/>
                  </a:lnTo>
                  <a:lnTo>
                    <a:pt x="0" y="704991"/>
                  </a:lnTo>
                  <a:close/>
                  <a:moveTo>
                    <a:pt x="763322" y="501628"/>
                  </a:moveTo>
                  <a:lnTo>
                    <a:pt x="1099079" y="501628"/>
                  </a:lnTo>
                  <a:lnTo>
                    <a:pt x="1099079" y="577550"/>
                  </a:lnTo>
                  <a:lnTo>
                    <a:pt x="763322" y="577550"/>
                  </a:lnTo>
                  <a:close/>
                  <a:moveTo>
                    <a:pt x="382973" y="501628"/>
                  </a:moveTo>
                  <a:lnTo>
                    <a:pt x="718730" y="501628"/>
                  </a:lnTo>
                  <a:lnTo>
                    <a:pt x="718730" y="577550"/>
                  </a:lnTo>
                  <a:lnTo>
                    <a:pt x="382973" y="577550"/>
                  </a:lnTo>
                  <a:close/>
                  <a:moveTo>
                    <a:pt x="0" y="501628"/>
                  </a:moveTo>
                  <a:lnTo>
                    <a:pt x="335757" y="501628"/>
                  </a:lnTo>
                  <a:lnTo>
                    <a:pt x="335757" y="577550"/>
                  </a:lnTo>
                  <a:lnTo>
                    <a:pt x="0" y="577550"/>
                  </a:lnTo>
                  <a:close/>
                  <a:moveTo>
                    <a:pt x="954808" y="376899"/>
                  </a:moveTo>
                  <a:lnTo>
                    <a:pt x="1099079" y="376899"/>
                  </a:lnTo>
                  <a:lnTo>
                    <a:pt x="1099079" y="452821"/>
                  </a:lnTo>
                  <a:lnTo>
                    <a:pt x="954808" y="452821"/>
                  </a:lnTo>
                  <a:close/>
                  <a:moveTo>
                    <a:pt x="571836" y="376899"/>
                  </a:moveTo>
                  <a:lnTo>
                    <a:pt x="907593" y="376899"/>
                  </a:lnTo>
                  <a:lnTo>
                    <a:pt x="907593" y="452821"/>
                  </a:lnTo>
                  <a:lnTo>
                    <a:pt x="571836" y="452821"/>
                  </a:lnTo>
                  <a:close/>
                  <a:moveTo>
                    <a:pt x="191486" y="376899"/>
                  </a:moveTo>
                  <a:lnTo>
                    <a:pt x="527243" y="376899"/>
                  </a:lnTo>
                  <a:lnTo>
                    <a:pt x="527243" y="452821"/>
                  </a:lnTo>
                  <a:lnTo>
                    <a:pt x="191486" y="452821"/>
                  </a:lnTo>
                  <a:close/>
                  <a:moveTo>
                    <a:pt x="0" y="376899"/>
                  </a:moveTo>
                  <a:lnTo>
                    <a:pt x="144271" y="376899"/>
                  </a:lnTo>
                  <a:lnTo>
                    <a:pt x="144271" y="452821"/>
                  </a:lnTo>
                  <a:lnTo>
                    <a:pt x="0" y="452821"/>
                  </a:lnTo>
                  <a:close/>
                  <a:moveTo>
                    <a:pt x="763322" y="249458"/>
                  </a:moveTo>
                  <a:lnTo>
                    <a:pt x="1099079" y="249458"/>
                  </a:lnTo>
                  <a:lnTo>
                    <a:pt x="1099079" y="328092"/>
                  </a:lnTo>
                  <a:lnTo>
                    <a:pt x="763322" y="328092"/>
                  </a:lnTo>
                  <a:close/>
                  <a:moveTo>
                    <a:pt x="382973" y="249458"/>
                  </a:moveTo>
                  <a:lnTo>
                    <a:pt x="718730" y="249458"/>
                  </a:lnTo>
                  <a:lnTo>
                    <a:pt x="718730" y="328092"/>
                  </a:lnTo>
                  <a:lnTo>
                    <a:pt x="382973" y="328092"/>
                  </a:lnTo>
                  <a:close/>
                  <a:moveTo>
                    <a:pt x="0" y="249458"/>
                  </a:moveTo>
                  <a:lnTo>
                    <a:pt x="335757" y="249458"/>
                  </a:lnTo>
                  <a:lnTo>
                    <a:pt x="335757" y="328092"/>
                  </a:lnTo>
                  <a:lnTo>
                    <a:pt x="0" y="328092"/>
                  </a:lnTo>
                  <a:close/>
                  <a:moveTo>
                    <a:pt x="954808" y="124729"/>
                  </a:moveTo>
                  <a:lnTo>
                    <a:pt x="1099079" y="124729"/>
                  </a:lnTo>
                  <a:lnTo>
                    <a:pt x="1099079" y="203363"/>
                  </a:lnTo>
                  <a:lnTo>
                    <a:pt x="954808" y="203363"/>
                  </a:lnTo>
                  <a:close/>
                  <a:moveTo>
                    <a:pt x="571836" y="124729"/>
                  </a:moveTo>
                  <a:lnTo>
                    <a:pt x="907593" y="124729"/>
                  </a:lnTo>
                  <a:lnTo>
                    <a:pt x="907593" y="203363"/>
                  </a:lnTo>
                  <a:lnTo>
                    <a:pt x="571836" y="203363"/>
                  </a:lnTo>
                  <a:close/>
                  <a:moveTo>
                    <a:pt x="191486" y="124729"/>
                  </a:moveTo>
                  <a:lnTo>
                    <a:pt x="527243" y="124729"/>
                  </a:lnTo>
                  <a:lnTo>
                    <a:pt x="527243" y="203363"/>
                  </a:lnTo>
                  <a:lnTo>
                    <a:pt x="191486" y="203363"/>
                  </a:lnTo>
                  <a:close/>
                  <a:moveTo>
                    <a:pt x="0" y="124729"/>
                  </a:moveTo>
                  <a:lnTo>
                    <a:pt x="144271" y="124729"/>
                  </a:lnTo>
                  <a:lnTo>
                    <a:pt x="144271" y="203363"/>
                  </a:lnTo>
                  <a:lnTo>
                    <a:pt x="0" y="203363"/>
                  </a:lnTo>
                  <a:close/>
                  <a:moveTo>
                    <a:pt x="763322" y="0"/>
                  </a:moveTo>
                  <a:lnTo>
                    <a:pt x="1099079" y="0"/>
                  </a:lnTo>
                  <a:lnTo>
                    <a:pt x="1099079" y="75922"/>
                  </a:lnTo>
                  <a:lnTo>
                    <a:pt x="763322" y="75922"/>
                  </a:lnTo>
                  <a:close/>
                  <a:moveTo>
                    <a:pt x="382973" y="0"/>
                  </a:moveTo>
                  <a:lnTo>
                    <a:pt x="718730" y="0"/>
                  </a:lnTo>
                  <a:lnTo>
                    <a:pt x="718730" y="75922"/>
                  </a:lnTo>
                  <a:lnTo>
                    <a:pt x="382973" y="75922"/>
                  </a:lnTo>
                  <a:close/>
                  <a:moveTo>
                    <a:pt x="0" y="0"/>
                  </a:moveTo>
                  <a:lnTo>
                    <a:pt x="335757" y="0"/>
                  </a:lnTo>
                  <a:lnTo>
                    <a:pt x="335757" y="75922"/>
                  </a:lnTo>
                  <a:lnTo>
                    <a:pt x="0" y="75922"/>
                  </a:lnTo>
                  <a:close/>
                </a:path>
              </a:pathLst>
            </a:custGeom>
            <a:solidFill>
              <a:srgbClr val="FFFFFF"/>
            </a:solidFill>
            <a:ln w="25400" cap="flat" cmpd="sng" algn="ctr">
              <a:noFill/>
              <a:prstDash val="solid"/>
            </a:ln>
            <a:effectLst/>
          </p:spPr>
          <p:txBody>
            <a:bodyPr lIns="68565" tIns="34283" rIns="68565" bIns="34283" rtlCol="0" anchor="ctr"/>
            <a:lstStyle/>
            <a:p>
              <a:pPr algn="ctr" defTabSz="342530">
                <a:defRPr/>
              </a:pPr>
              <a:endParaRPr kumimoji="0" lang="en-US" sz="1050" kern="0">
                <a:solidFill>
                  <a:srgbClr val="A6A6A6">
                    <a:lumMod val="50000"/>
                  </a:srgbClr>
                </a:solidFill>
                <a:latin typeface="Noto Sans CJK SC Light"/>
              </a:endParaRPr>
            </a:p>
          </p:txBody>
        </p:sp>
      </p:grpSp>
      <p:grpSp>
        <p:nvGrpSpPr>
          <p:cNvPr id="757" name="Group 1336">
            <a:extLst>
              <a:ext uri="{FF2B5EF4-FFF2-40B4-BE49-F238E27FC236}">
                <a16:creationId xmlns:a16="http://schemas.microsoft.com/office/drawing/2014/main" id="{AC99FB28-9047-9169-6ECB-A3E527B30520}"/>
              </a:ext>
            </a:extLst>
          </p:cNvPr>
          <p:cNvGrpSpPr>
            <a:grpSpLocks noChangeAspect="1"/>
          </p:cNvGrpSpPr>
          <p:nvPr/>
        </p:nvGrpSpPr>
        <p:grpSpPr>
          <a:xfrm>
            <a:off x="5193072" y="2749340"/>
            <a:ext cx="315725" cy="300694"/>
            <a:chOff x="6308368" y="2479328"/>
            <a:chExt cx="466343" cy="466344"/>
          </a:xfrm>
        </p:grpSpPr>
        <p:sp>
          <p:nvSpPr>
            <p:cNvPr id="758" name="Oval 1337">
              <a:extLst>
                <a:ext uri="{FF2B5EF4-FFF2-40B4-BE49-F238E27FC236}">
                  <a16:creationId xmlns:a16="http://schemas.microsoft.com/office/drawing/2014/main" id="{5A8D7269-5635-5A61-FC90-169B2359D554}"/>
                </a:ext>
              </a:extLst>
            </p:cNvPr>
            <p:cNvSpPr/>
            <p:nvPr/>
          </p:nvSpPr>
          <p:spPr bwMode="auto">
            <a:xfrm>
              <a:off x="6308368" y="2479328"/>
              <a:ext cx="466343" cy="466344"/>
            </a:xfrm>
            <a:prstGeom prst="ellipse">
              <a:avLst/>
            </a:prstGeom>
            <a:solidFill>
              <a:srgbClr val="676767"/>
            </a:solidFill>
            <a:ln w="9525" cap="flat" cmpd="sng" algn="ctr">
              <a:noFill/>
              <a:prstDash val="solid"/>
            </a:ln>
            <a:effectLst/>
          </p:spPr>
          <p:txBody>
            <a:bodyPr lIns="68574" tIns="34287" rIns="68574" bIns="34287" rtlCol="0" anchor="ctr"/>
            <a:lstStyle/>
            <a:p>
              <a:pPr algn="ctr" defTabSz="685327">
                <a:defRPr/>
              </a:pPr>
              <a:endParaRPr kumimoji="0" lang="en-US" sz="1400" kern="0" err="1">
                <a:solidFill>
                  <a:srgbClr val="A6A6A6">
                    <a:lumMod val="50000"/>
                  </a:srgbClr>
                </a:solidFill>
                <a:latin typeface="Noto Sans CJK SC Light"/>
                <a:sym typeface="Arial" pitchFamily="-107" charset="0"/>
              </a:endParaRPr>
            </a:p>
          </p:txBody>
        </p:sp>
        <p:sp>
          <p:nvSpPr>
            <p:cNvPr id="759" name="Rectangle 17">
              <a:extLst>
                <a:ext uri="{FF2B5EF4-FFF2-40B4-BE49-F238E27FC236}">
                  <a16:creationId xmlns:a16="http://schemas.microsoft.com/office/drawing/2014/main" id="{E348D528-3F83-0F8E-86CD-29F315A1FC2C}"/>
                </a:ext>
              </a:extLst>
            </p:cNvPr>
            <p:cNvSpPr>
              <a:spLocks noChangeAspect="1" noChangeArrowheads="1"/>
            </p:cNvSpPr>
            <p:nvPr/>
          </p:nvSpPr>
          <p:spPr bwMode="auto">
            <a:xfrm>
              <a:off x="6415995" y="2593935"/>
              <a:ext cx="256775" cy="233172"/>
            </a:xfrm>
            <a:custGeom>
              <a:avLst/>
              <a:gdLst/>
              <a:ahLst/>
              <a:cxnLst/>
              <a:rect l="l" t="t" r="r" b="b"/>
              <a:pathLst>
                <a:path w="1099079" h="704991">
                  <a:moveTo>
                    <a:pt x="954808" y="626357"/>
                  </a:moveTo>
                  <a:lnTo>
                    <a:pt x="1099079" y="626357"/>
                  </a:lnTo>
                  <a:lnTo>
                    <a:pt x="1099079" y="704991"/>
                  </a:lnTo>
                  <a:lnTo>
                    <a:pt x="954808" y="704991"/>
                  </a:lnTo>
                  <a:close/>
                  <a:moveTo>
                    <a:pt x="571836" y="626357"/>
                  </a:moveTo>
                  <a:lnTo>
                    <a:pt x="907593" y="626357"/>
                  </a:lnTo>
                  <a:lnTo>
                    <a:pt x="907593" y="704991"/>
                  </a:lnTo>
                  <a:lnTo>
                    <a:pt x="571836" y="704991"/>
                  </a:lnTo>
                  <a:close/>
                  <a:moveTo>
                    <a:pt x="191486" y="626357"/>
                  </a:moveTo>
                  <a:lnTo>
                    <a:pt x="527243" y="626357"/>
                  </a:lnTo>
                  <a:lnTo>
                    <a:pt x="527243" y="704991"/>
                  </a:lnTo>
                  <a:lnTo>
                    <a:pt x="191486" y="704991"/>
                  </a:lnTo>
                  <a:close/>
                  <a:moveTo>
                    <a:pt x="0" y="626357"/>
                  </a:moveTo>
                  <a:lnTo>
                    <a:pt x="144271" y="626357"/>
                  </a:lnTo>
                  <a:lnTo>
                    <a:pt x="144271" y="704991"/>
                  </a:lnTo>
                  <a:lnTo>
                    <a:pt x="0" y="704991"/>
                  </a:lnTo>
                  <a:close/>
                  <a:moveTo>
                    <a:pt x="763322" y="501628"/>
                  </a:moveTo>
                  <a:lnTo>
                    <a:pt x="1099079" y="501628"/>
                  </a:lnTo>
                  <a:lnTo>
                    <a:pt x="1099079" y="577550"/>
                  </a:lnTo>
                  <a:lnTo>
                    <a:pt x="763322" y="577550"/>
                  </a:lnTo>
                  <a:close/>
                  <a:moveTo>
                    <a:pt x="382973" y="501628"/>
                  </a:moveTo>
                  <a:lnTo>
                    <a:pt x="718730" y="501628"/>
                  </a:lnTo>
                  <a:lnTo>
                    <a:pt x="718730" y="577550"/>
                  </a:lnTo>
                  <a:lnTo>
                    <a:pt x="382973" y="577550"/>
                  </a:lnTo>
                  <a:close/>
                  <a:moveTo>
                    <a:pt x="0" y="501628"/>
                  </a:moveTo>
                  <a:lnTo>
                    <a:pt x="335757" y="501628"/>
                  </a:lnTo>
                  <a:lnTo>
                    <a:pt x="335757" y="577550"/>
                  </a:lnTo>
                  <a:lnTo>
                    <a:pt x="0" y="577550"/>
                  </a:lnTo>
                  <a:close/>
                  <a:moveTo>
                    <a:pt x="954808" y="376899"/>
                  </a:moveTo>
                  <a:lnTo>
                    <a:pt x="1099079" y="376899"/>
                  </a:lnTo>
                  <a:lnTo>
                    <a:pt x="1099079" y="452821"/>
                  </a:lnTo>
                  <a:lnTo>
                    <a:pt x="954808" y="452821"/>
                  </a:lnTo>
                  <a:close/>
                  <a:moveTo>
                    <a:pt x="571836" y="376899"/>
                  </a:moveTo>
                  <a:lnTo>
                    <a:pt x="907593" y="376899"/>
                  </a:lnTo>
                  <a:lnTo>
                    <a:pt x="907593" y="452821"/>
                  </a:lnTo>
                  <a:lnTo>
                    <a:pt x="571836" y="452821"/>
                  </a:lnTo>
                  <a:close/>
                  <a:moveTo>
                    <a:pt x="191486" y="376899"/>
                  </a:moveTo>
                  <a:lnTo>
                    <a:pt x="527243" y="376899"/>
                  </a:lnTo>
                  <a:lnTo>
                    <a:pt x="527243" y="452821"/>
                  </a:lnTo>
                  <a:lnTo>
                    <a:pt x="191486" y="452821"/>
                  </a:lnTo>
                  <a:close/>
                  <a:moveTo>
                    <a:pt x="0" y="376899"/>
                  </a:moveTo>
                  <a:lnTo>
                    <a:pt x="144271" y="376899"/>
                  </a:lnTo>
                  <a:lnTo>
                    <a:pt x="144271" y="452821"/>
                  </a:lnTo>
                  <a:lnTo>
                    <a:pt x="0" y="452821"/>
                  </a:lnTo>
                  <a:close/>
                  <a:moveTo>
                    <a:pt x="763322" y="249458"/>
                  </a:moveTo>
                  <a:lnTo>
                    <a:pt x="1099079" y="249458"/>
                  </a:lnTo>
                  <a:lnTo>
                    <a:pt x="1099079" y="328092"/>
                  </a:lnTo>
                  <a:lnTo>
                    <a:pt x="763322" y="328092"/>
                  </a:lnTo>
                  <a:close/>
                  <a:moveTo>
                    <a:pt x="382973" y="249458"/>
                  </a:moveTo>
                  <a:lnTo>
                    <a:pt x="718730" y="249458"/>
                  </a:lnTo>
                  <a:lnTo>
                    <a:pt x="718730" y="328092"/>
                  </a:lnTo>
                  <a:lnTo>
                    <a:pt x="382973" y="328092"/>
                  </a:lnTo>
                  <a:close/>
                  <a:moveTo>
                    <a:pt x="0" y="249458"/>
                  </a:moveTo>
                  <a:lnTo>
                    <a:pt x="335757" y="249458"/>
                  </a:lnTo>
                  <a:lnTo>
                    <a:pt x="335757" y="328092"/>
                  </a:lnTo>
                  <a:lnTo>
                    <a:pt x="0" y="328092"/>
                  </a:lnTo>
                  <a:close/>
                  <a:moveTo>
                    <a:pt x="954808" y="124729"/>
                  </a:moveTo>
                  <a:lnTo>
                    <a:pt x="1099079" y="124729"/>
                  </a:lnTo>
                  <a:lnTo>
                    <a:pt x="1099079" y="203363"/>
                  </a:lnTo>
                  <a:lnTo>
                    <a:pt x="954808" y="203363"/>
                  </a:lnTo>
                  <a:close/>
                  <a:moveTo>
                    <a:pt x="571836" y="124729"/>
                  </a:moveTo>
                  <a:lnTo>
                    <a:pt x="907593" y="124729"/>
                  </a:lnTo>
                  <a:lnTo>
                    <a:pt x="907593" y="203363"/>
                  </a:lnTo>
                  <a:lnTo>
                    <a:pt x="571836" y="203363"/>
                  </a:lnTo>
                  <a:close/>
                  <a:moveTo>
                    <a:pt x="191486" y="124729"/>
                  </a:moveTo>
                  <a:lnTo>
                    <a:pt x="527243" y="124729"/>
                  </a:lnTo>
                  <a:lnTo>
                    <a:pt x="527243" y="203363"/>
                  </a:lnTo>
                  <a:lnTo>
                    <a:pt x="191486" y="203363"/>
                  </a:lnTo>
                  <a:close/>
                  <a:moveTo>
                    <a:pt x="0" y="124729"/>
                  </a:moveTo>
                  <a:lnTo>
                    <a:pt x="144271" y="124729"/>
                  </a:lnTo>
                  <a:lnTo>
                    <a:pt x="144271" y="203363"/>
                  </a:lnTo>
                  <a:lnTo>
                    <a:pt x="0" y="203363"/>
                  </a:lnTo>
                  <a:close/>
                  <a:moveTo>
                    <a:pt x="763322" y="0"/>
                  </a:moveTo>
                  <a:lnTo>
                    <a:pt x="1099079" y="0"/>
                  </a:lnTo>
                  <a:lnTo>
                    <a:pt x="1099079" y="75922"/>
                  </a:lnTo>
                  <a:lnTo>
                    <a:pt x="763322" y="75922"/>
                  </a:lnTo>
                  <a:close/>
                  <a:moveTo>
                    <a:pt x="382973" y="0"/>
                  </a:moveTo>
                  <a:lnTo>
                    <a:pt x="718730" y="0"/>
                  </a:lnTo>
                  <a:lnTo>
                    <a:pt x="718730" y="75922"/>
                  </a:lnTo>
                  <a:lnTo>
                    <a:pt x="382973" y="75922"/>
                  </a:lnTo>
                  <a:close/>
                  <a:moveTo>
                    <a:pt x="0" y="0"/>
                  </a:moveTo>
                  <a:lnTo>
                    <a:pt x="335757" y="0"/>
                  </a:lnTo>
                  <a:lnTo>
                    <a:pt x="335757" y="75922"/>
                  </a:lnTo>
                  <a:lnTo>
                    <a:pt x="0" y="75922"/>
                  </a:lnTo>
                  <a:close/>
                </a:path>
              </a:pathLst>
            </a:custGeom>
            <a:solidFill>
              <a:srgbClr val="FFFFFF"/>
            </a:solidFill>
            <a:ln w="25400" cap="flat" cmpd="sng" algn="ctr">
              <a:noFill/>
              <a:prstDash val="solid"/>
            </a:ln>
            <a:effectLst/>
          </p:spPr>
          <p:txBody>
            <a:bodyPr lIns="68565" tIns="34283" rIns="68565" bIns="34283" rtlCol="0" anchor="ctr"/>
            <a:lstStyle/>
            <a:p>
              <a:pPr algn="ctr" defTabSz="342530">
                <a:defRPr/>
              </a:pPr>
              <a:endParaRPr kumimoji="0" lang="en-US" sz="1050" kern="0">
                <a:solidFill>
                  <a:srgbClr val="A6A6A6">
                    <a:lumMod val="50000"/>
                  </a:srgbClr>
                </a:solidFill>
                <a:latin typeface="Noto Sans CJK SC Light"/>
              </a:endParaRPr>
            </a:p>
          </p:txBody>
        </p:sp>
      </p:grpSp>
      <p:sp>
        <p:nvSpPr>
          <p:cNvPr id="760" name="Rounded Rectangle 25">
            <a:extLst>
              <a:ext uri="{FF2B5EF4-FFF2-40B4-BE49-F238E27FC236}">
                <a16:creationId xmlns:a16="http://schemas.microsoft.com/office/drawing/2014/main" id="{54B6C2AA-D0A2-A7C5-19DA-19F60C125838}"/>
              </a:ext>
            </a:extLst>
          </p:cNvPr>
          <p:cNvSpPr/>
          <p:nvPr/>
        </p:nvSpPr>
        <p:spPr>
          <a:xfrm>
            <a:off x="4355196" y="5504759"/>
            <a:ext cx="252580" cy="240555"/>
          </a:xfrm>
          <a:custGeom>
            <a:avLst/>
            <a:gdLst/>
            <a:ahLst/>
            <a:cxnLst/>
            <a:rect l="l" t="t" r="r" b="b"/>
            <a:pathLst>
              <a:path w="1123462" h="1123462">
                <a:moveTo>
                  <a:pt x="758801" y="661837"/>
                </a:moveTo>
                <a:cubicBezTo>
                  <a:pt x="749648" y="661762"/>
                  <a:pt x="740466" y="665180"/>
                  <a:pt x="733427" y="672107"/>
                </a:cubicBezTo>
                <a:cubicBezTo>
                  <a:pt x="719346" y="685961"/>
                  <a:pt x="719161" y="708607"/>
                  <a:pt x="733016" y="722687"/>
                </a:cubicBezTo>
                <a:lnTo>
                  <a:pt x="753910" y="743923"/>
                </a:lnTo>
                <a:lnTo>
                  <a:pt x="542733" y="743923"/>
                </a:lnTo>
                <a:cubicBezTo>
                  <a:pt x="532857" y="743923"/>
                  <a:pt x="523914" y="747926"/>
                  <a:pt x="517443" y="754399"/>
                </a:cubicBezTo>
                <a:lnTo>
                  <a:pt x="506967" y="779690"/>
                </a:lnTo>
                <a:lnTo>
                  <a:pt x="517443" y="804981"/>
                </a:lnTo>
                <a:cubicBezTo>
                  <a:pt x="523916" y="811453"/>
                  <a:pt x="532858" y="815458"/>
                  <a:pt x="542734" y="815457"/>
                </a:cubicBezTo>
                <a:lnTo>
                  <a:pt x="753910" y="815457"/>
                </a:lnTo>
                <a:lnTo>
                  <a:pt x="733016" y="836693"/>
                </a:lnTo>
                <a:cubicBezTo>
                  <a:pt x="719162" y="850774"/>
                  <a:pt x="719346" y="873420"/>
                  <a:pt x="733426" y="887274"/>
                </a:cubicBezTo>
                <a:cubicBezTo>
                  <a:pt x="747507" y="901128"/>
                  <a:pt x="770153" y="900944"/>
                  <a:pt x="784007" y="886863"/>
                </a:cubicBezTo>
                <a:lnTo>
                  <a:pt x="864319" y="805239"/>
                </a:lnTo>
                <a:lnTo>
                  <a:pt x="869302" y="797600"/>
                </a:lnTo>
                <a:lnTo>
                  <a:pt x="871992" y="793612"/>
                </a:lnTo>
                <a:lnTo>
                  <a:pt x="872069" y="793358"/>
                </a:lnTo>
                <a:lnTo>
                  <a:pt x="872080" y="793343"/>
                </a:lnTo>
                <a:lnTo>
                  <a:pt x="872088" y="793303"/>
                </a:lnTo>
                <a:lnTo>
                  <a:pt x="874076" y="786899"/>
                </a:lnTo>
                <a:cubicBezTo>
                  <a:pt x="874552" y="784570"/>
                  <a:pt x="874802" y="782160"/>
                  <a:pt x="874802" y="779690"/>
                </a:cubicBezTo>
                <a:cubicBezTo>
                  <a:pt x="874801" y="777222"/>
                  <a:pt x="874552" y="774810"/>
                  <a:pt x="874075" y="772482"/>
                </a:cubicBezTo>
                <a:lnTo>
                  <a:pt x="872087" y="766077"/>
                </a:lnTo>
                <a:lnTo>
                  <a:pt x="872080" y="766038"/>
                </a:lnTo>
                <a:lnTo>
                  <a:pt x="872070" y="766023"/>
                </a:lnTo>
                <a:lnTo>
                  <a:pt x="871992" y="765768"/>
                </a:lnTo>
                <a:lnTo>
                  <a:pt x="869291" y="761764"/>
                </a:lnTo>
                <a:lnTo>
                  <a:pt x="864318" y="754142"/>
                </a:lnTo>
                <a:lnTo>
                  <a:pt x="784006" y="672518"/>
                </a:lnTo>
                <a:cubicBezTo>
                  <a:pt x="777079" y="665477"/>
                  <a:pt x="767954" y="661911"/>
                  <a:pt x="758801" y="661837"/>
                </a:cubicBezTo>
                <a:close/>
                <a:moveTo>
                  <a:pt x="364661" y="558282"/>
                </a:moveTo>
                <a:cubicBezTo>
                  <a:pt x="355509" y="558355"/>
                  <a:pt x="346384" y="561922"/>
                  <a:pt x="339457" y="568962"/>
                </a:cubicBezTo>
                <a:lnTo>
                  <a:pt x="259145" y="650587"/>
                </a:lnTo>
                <a:lnTo>
                  <a:pt x="254172" y="658209"/>
                </a:lnTo>
                <a:lnTo>
                  <a:pt x="251473" y="662213"/>
                </a:lnTo>
                <a:lnTo>
                  <a:pt x="251394" y="662469"/>
                </a:lnTo>
                <a:lnTo>
                  <a:pt x="251384" y="662482"/>
                </a:lnTo>
                <a:lnTo>
                  <a:pt x="251377" y="662522"/>
                </a:lnTo>
                <a:lnTo>
                  <a:pt x="249388" y="668927"/>
                </a:lnTo>
                <a:cubicBezTo>
                  <a:pt x="248912" y="671255"/>
                  <a:pt x="248662" y="673667"/>
                  <a:pt x="248662" y="676135"/>
                </a:cubicBezTo>
                <a:cubicBezTo>
                  <a:pt x="248662" y="678605"/>
                  <a:pt x="248913" y="681015"/>
                  <a:pt x="249389" y="683344"/>
                </a:cubicBezTo>
                <a:lnTo>
                  <a:pt x="251377" y="689748"/>
                </a:lnTo>
                <a:lnTo>
                  <a:pt x="251383" y="689789"/>
                </a:lnTo>
                <a:lnTo>
                  <a:pt x="251393" y="689803"/>
                </a:lnTo>
                <a:lnTo>
                  <a:pt x="251473" y="690057"/>
                </a:lnTo>
                <a:lnTo>
                  <a:pt x="254161" y="694045"/>
                </a:lnTo>
                <a:lnTo>
                  <a:pt x="259145" y="701683"/>
                </a:lnTo>
                <a:lnTo>
                  <a:pt x="339457" y="783309"/>
                </a:lnTo>
                <a:cubicBezTo>
                  <a:pt x="353311" y="797389"/>
                  <a:pt x="375956" y="797573"/>
                  <a:pt x="390037" y="783719"/>
                </a:cubicBezTo>
                <a:cubicBezTo>
                  <a:pt x="404118" y="769864"/>
                  <a:pt x="404302" y="747219"/>
                  <a:pt x="390448" y="733138"/>
                </a:cubicBezTo>
                <a:lnTo>
                  <a:pt x="369553" y="711902"/>
                </a:lnTo>
                <a:lnTo>
                  <a:pt x="580730" y="711901"/>
                </a:lnTo>
                <a:cubicBezTo>
                  <a:pt x="590607" y="711902"/>
                  <a:pt x="599548" y="707899"/>
                  <a:pt x="606020" y="701426"/>
                </a:cubicBezTo>
                <a:lnTo>
                  <a:pt x="616497" y="676135"/>
                </a:lnTo>
                <a:lnTo>
                  <a:pt x="606021" y="650843"/>
                </a:lnTo>
                <a:cubicBezTo>
                  <a:pt x="599549" y="644371"/>
                  <a:pt x="590606" y="640368"/>
                  <a:pt x="580730" y="640368"/>
                </a:cubicBezTo>
                <a:lnTo>
                  <a:pt x="369554" y="640368"/>
                </a:lnTo>
                <a:lnTo>
                  <a:pt x="390448" y="619133"/>
                </a:lnTo>
                <a:cubicBezTo>
                  <a:pt x="404302" y="605052"/>
                  <a:pt x="404118" y="582406"/>
                  <a:pt x="390038" y="568551"/>
                </a:cubicBezTo>
                <a:lnTo>
                  <a:pt x="390038" y="568553"/>
                </a:lnTo>
                <a:cubicBezTo>
                  <a:pt x="382997" y="561625"/>
                  <a:pt x="373815" y="558207"/>
                  <a:pt x="364661" y="558282"/>
                </a:cubicBezTo>
                <a:close/>
                <a:moveTo>
                  <a:pt x="758801" y="329475"/>
                </a:moveTo>
                <a:cubicBezTo>
                  <a:pt x="749649" y="329401"/>
                  <a:pt x="740466" y="332819"/>
                  <a:pt x="733427" y="339746"/>
                </a:cubicBezTo>
                <a:lnTo>
                  <a:pt x="733426" y="339746"/>
                </a:lnTo>
                <a:cubicBezTo>
                  <a:pt x="719345" y="353600"/>
                  <a:pt x="719161" y="376245"/>
                  <a:pt x="733017" y="390327"/>
                </a:cubicBezTo>
                <a:lnTo>
                  <a:pt x="753909" y="411562"/>
                </a:lnTo>
                <a:lnTo>
                  <a:pt x="542733" y="411561"/>
                </a:lnTo>
                <a:cubicBezTo>
                  <a:pt x="532856" y="411562"/>
                  <a:pt x="523915" y="415565"/>
                  <a:pt x="517443" y="422037"/>
                </a:cubicBezTo>
                <a:lnTo>
                  <a:pt x="506967" y="447329"/>
                </a:lnTo>
                <a:lnTo>
                  <a:pt x="517443" y="472620"/>
                </a:lnTo>
                <a:cubicBezTo>
                  <a:pt x="523916" y="479093"/>
                  <a:pt x="532857" y="483097"/>
                  <a:pt x="542734" y="483095"/>
                </a:cubicBezTo>
                <a:lnTo>
                  <a:pt x="753910" y="483096"/>
                </a:lnTo>
                <a:lnTo>
                  <a:pt x="733016" y="504333"/>
                </a:lnTo>
                <a:cubicBezTo>
                  <a:pt x="719162" y="518413"/>
                  <a:pt x="719345" y="541059"/>
                  <a:pt x="733426" y="554913"/>
                </a:cubicBezTo>
                <a:cubicBezTo>
                  <a:pt x="747507" y="568767"/>
                  <a:pt x="770152" y="568583"/>
                  <a:pt x="784007" y="554503"/>
                </a:cubicBezTo>
                <a:lnTo>
                  <a:pt x="864318" y="472878"/>
                </a:lnTo>
                <a:lnTo>
                  <a:pt x="869302" y="465238"/>
                </a:lnTo>
                <a:lnTo>
                  <a:pt x="871991" y="461251"/>
                </a:lnTo>
                <a:lnTo>
                  <a:pt x="872070" y="460997"/>
                </a:lnTo>
                <a:lnTo>
                  <a:pt x="872079" y="460982"/>
                </a:lnTo>
                <a:lnTo>
                  <a:pt x="872087" y="460942"/>
                </a:lnTo>
                <a:lnTo>
                  <a:pt x="874075" y="454537"/>
                </a:lnTo>
                <a:cubicBezTo>
                  <a:pt x="874551" y="452209"/>
                  <a:pt x="874801" y="449799"/>
                  <a:pt x="874801" y="447329"/>
                </a:cubicBezTo>
                <a:cubicBezTo>
                  <a:pt x="874802" y="444860"/>
                  <a:pt x="874552" y="442449"/>
                  <a:pt x="874076" y="440121"/>
                </a:cubicBezTo>
                <a:lnTo>
                  <a:pt x="872087" y="433715"/>
                </a:lnTo>
                <a:lnTo>
                  <a:pt x="872079" y="433677"/>
                </a:lnTo>
                <a:lnTo>
                  <a:pt x="872071" y="433662"/>
                </a:lnTo>
                <a:lnTo>
                  <a:pt x="871991" y="433407"/>
                </a:lnTo>
                <a:lnTo>
                  <a:pt x="869292" y="429403"/>
                </a:lnTo>
                <a:lnTo>
                  <a:pt x="864319" y="421781"/>
                </a:lnTo>
                <a:lnTo>
                  <a:pt x="784007" y="340156"/>
                </a:lnTo>
                <a:cubicBezTo>
                  <a:pt x="777079" y="333117"/>
                  <a:pt x="767954" y="329550"/>
                  <a:pt x="758801" y="329475"/>
                </a:cubicBezTo>
                <a:close/>
                <a:moveTo>
                  <a:pt x="364662" y="225921"/>
                </a:moveTo>
                <a:cubicBezTo>
                  <a:pt x="355509" y="225995"/>
                  <a:pt x="346383" y="229561"/>
                  <a:pt x="339456" y="236601"/>
                </a:cubicBezTo>
                <a:lnTo>
                  <a:pt x="259145" y="318226"/>
                </a:lnTo>
                <a:lnTo>
                  <a:pt x="254173" y="325848"/>
                </a:lnTo>
                <a:lnTo>
                  <a:pt x="251473" y="329852"/>
                </a:lnTo>
                <a:lnTo>
                  <a:pt x="251394" y="330107"/>
                </a:lnTo>
                <a:lnTo>
                  <a:pt x="251384" y="330122"/>
                </a:lnTo>
                <a:lnTo>
                  <a:pt x="251376" y="330161"/>
                </a:lnTo>
                <a:lnTo>
                  <a:pt x="249389" y="336566"/>
                </a:lnTo>
                <a:cubicBezTo>
                  <a:pt x="248912" y="338894"/>
                  <a:pt x="248662" y="341305"/>
                  <a:pt x="248662" y="343774"/>
                </a:cubicBezTo>
                <a:cubicBezTo>
                  <a:pt x="248662" y="346244"/>
                  <a:pt x="248912" y="348654"/>
                  <a:pt x="249389" y="350982"/>
                </a:cubicBezTo>
                <a:lnTo>
                  <a:pt x="251377" y="357387"/>
                </a:lnTo>
                <a:lnTo>
                  <a:pt x="251384" y="357428"/>
                </a:lnTo>
                <a:lnTo>
                  <a:pt x="251393" y="357443"/>
                </a:lnTo>
                <a:lnTo>
                  <a:pt x="251473" y="357696"/>
                </a:lnTo>
                <a:lnTo>
                  <a:pt x="254161" y="361684"/>
                </a:lnTo>
                <a:lnTo>
                  <a:pt x="259145" y="369323"/>
                </a:lnTo>
                <a:lnTo>
                  <a:pt x="339456" y="450948"/>
                </a:lnTo>
                <a:cubicBezTo>
                  <a:pt x="353310" y="465028"/>
                  <a:pt x="375957" y="465212"/>
                  <a:pt x="390037" y="451358"/>
                </a:cubicBezTo>
                <a:cubicBezTo>
                  <a:pt x="404118" y="437503"/>
                  <a:pt x="404302" y="414858"/>
                  <a:pt x="390448" y="400777"/>
                </a:cubicBezTo>
                <a:lnTo>
                  <a:pt x="369553" y="379542"/>
                </a:lnTo>
                <a:lnTo>
                  <a:pt x="580730" y="379541"/>
                </a:lnTo>
                <a:cubicBezTo>
                  <a:pt x="590606" y="379541"/>
                  <a:pt x="599549" y="375538"/>
                  <a:pt x="606021" y="369065"/>
                </a:cubicBezTo>
                <a:lnTo>
                  <a:pt x="616497" y="343774"/>
                </a:lnTo>
                <a:lnTo>
                  <a:pt x="606021" y="318483"/>
                </a:lnTo>
                <a:cubicBezTo>
                  <a:pt x="599549" y="312010"/>
                  <a:pt x="590606" y="308006"/>
                  <a:pt x="580730" y="308006"/>
                </a:cubicBezTo>
                <a:lnTo>
                  <a:pt x="369553" y="308007"/>
                </a:lnTo>
                <a:lnTo>
                  <a:pt x="390447" y="286772"/>
                </a:lnTo>
                <a:cubicBezTo>
                  <a:pt x="404302" y="272691"/>
                  <a:pt x="404118" y="250045"/>
                  <a:pt x="390038" y="236191"/>
                </a:cubicBezTo>
                <a:cubicBezTo>
                  <a:pt x="382997" y="229264"/>
                  <a:pt x="373816" y="225846"/>
                  <a:pt x="364662" y="225921"/>
                </a:cubicBezTo>
                <a:close/>
                <a:moveTo>
                  <a:pt x="99325" y="0"/>
                </a:moveTo>
                <a:lnTo>
                  <a:pt x="1024137" y="0"/>
                </a:lnTo>
                <a:cubicBezTo>
                  <a:pt x="1078993" y="0"/>
                  <a:pt x="1123462" y="44469"/>
                  <a:pt x="1123462" y="99325"/>
                </a:cubicBezTo>
                <a:lnTo>
                  <a:pt x="1123462" y="1024137"/>
                </a:lnTo>
                <a:cubicBezTo>
                  <a:pt x="1123462" y="1078993"/>
                  <a:pt x="1078993" y="1123462"/>
                  <a:pt x="1024137" y="1123462"/>
                </a:cubicBezTo>
                <a:lnTo>
                  <a:pt x="99325" y="1123462"/>
                </a:lnTo>
                <a:cubicBezTo>
                  <a:pt x="44469" y="1123462"/>
                  <a:pt x="0" y="1078993"/>
                  <a:pt x="0" y="1024137"/>
                </a:cubicBezTo>
                <a:lnTo>
                  <a:pt x="0" y="99325"/>
                </a:lnTo>
                <a:cubicBezTo>
                  <a:pt x="0" y="44469"/>
                  <a:pt x="44469" y="0"/>
                  <a:pt x="99325" y="0"/>
                </a:cubicBezTo>
                <a:close/>
              </a:path>
            </a:pathLst>
          </a:custGeom>
          <a:solidFill>
            <a:srgbClr val="113074"/>
          </a:solidFill>
          <a:ln w="9525" cap="flat" cmpd="sng" algn="ctr">
            <a:noFill/>
            <a:prstDash val="solid"/>
          </a:ln>
          <a:effectLst>
            <a:glow rad="50800">
              <a:srgbClr val="FFFF00"/>
            </a:glow>
          </a:effectLst>
        </p:spPr>
        <p:txBody>
          <a:bodyPr lIns="51432" tIns="25716" rIns="51432" bIns="25716" rtlCol="0" anchor="ctr"/>
          <a:lstStyle/>
          <a:p>
            <a:pPr algn="ctr" defTabSz="514350">
              <a:defRPr/>
            </a:pPr>
            <a:endParaRPr kumimoji="0" lang="en-US" sz="1400" kern="0">
              <a:solidFill>
                <a:srgbClr val="FFFFFF"/>
              </a:solidFill>
              <a:latin typeface="Noto Sans CJK SC Light"/>
            </a:endParaRPr>
          </a:p>
        </p:txBody>
      </p:sp>
      <p:sp>
        <p:nvSpPr>
          <p:cNvPr id="761" name="Rounded Rectangle 25">
            <a:extLst>
              <a:ext uri="{FF2B5EF4-FFF2-40B4-BE49-F238E27FC236}">
                <a16:creationId xmlns:a16="http://schemas.microsoft.com/office/drawing/2014/main" id="{40BC6185-1014-4538-F228-49016B8CF007}"/>
              </a:ext>
            </a:extLst>
          </p:cNvPr>
          <p:cNvSpPr/>
          <p:nvPr/>
        </p:nvSpPr>
        <p:spPr>
          <a:xfrm>
            <a:off x="4478201" y="5571859"/>
            <a:ext cx="252580" cy="240555"/>
          </a:xfrm>
          <a:custGeom>
            <a:avLst/>
            <a:gdLst/>
            <a:ahLst/>
            <a:cxnLst/>
            <a:rect l="l" t="t" r="r" b="b"/>
            <a:pathLst>
              <a:path w="1123462" h="1123462">
                <a:moveTo>
                  <a:pt x="758801" y="661837"/>
                </a:moveTo>
                <a:cubicBezTo>
                  <a:pt x="749648" y="661762"/>
                  <a:pt x="740466" y="665180"/>
                  <a:pt x="733427" y="672107"/>
                </a:cubicBezTo>
                <a:cubicBezTo>
                  <a:pt x="719346" y="685961"/>
                  <a:pt x="719161" y="708607"/>
                  <a:pt x="733016" y="722687"/>
                </a:cubicBezTo>
                <a:lnTo>
                  <a:pt x="753910" y="743923"/>
                </a:lnTo>
                <a:lnTo>
                  <a:pt x="542733" y="743923"/>
                </a:lnTo>
                <a:cubicBezTo>
                  <a:pt x="532857" y="743923"/>
                  <a:pt x="523914" y="747926"/>
                  <a:pt x="517443" y="754399"/>
                </a:cubicBezTo>
                <a:lnTo>
                  <a:pt x="506967" y="779690"/>
                </a:lnTo>
                <a:lnTo>
                  <a:pt x="517443" y="804981"/>
                </a:lnTo>
                <a:cubicBezTo>
                  <a:pt x="523916" y="811453"/>
                  <a:pt x="532858" y="815458"/>
                  <a:pt x="542734" y="815457"/>
                </a:cubicBezTo>
                <a:lnTo>
                  <a:pt x="753910" y="815457"/>
                </a:lnTo>
                <a:lnTo>
                  <a:pt x="733016" y="836693"/>
                </a:lnTo>
                <a:cubicBezTo>
                  <a:pt x="719162" y="850774"/>
                  <a:pt x="719346" y="873420"/>
                  <a:pt x="733426" y="887274"/>
                </a:cubicBezTo>
                <a:cubicBezTo>
                  <a:pt x="747507" y="901128"/>
                  <a:pt x="770153" y="900944"/>
                  <a:pt x="784007" y="886863"/>
                </a:cubicBezTo>
                <a:lnTo>
                  <a:pt x="864319" y="805239"/>
                </a:lnTo>
                <a:lnTo>
                  <a:pt x="869302" y="797600"/>
                </a:lnTo>
                <a:lnTo>
                  <a:pt x="871992" y="793612"/>
                </a:lnTo>
                <a:lnTo>
                  <a:pt x="872069" y="793358"/>
                </a:lnTo>
                <a:lnTo>
                  <a:pt x="872080" y="793343"/>
                </a:lnTo>
                <a:lnTo>
                  <a:pt x="872088" y="793303"/>
                </a:lnTo>
                <a:lnTo>
                  <a:pt x="874076" y="786899"/>
                </a:lnTo>
                <a:cubicBezTo>
                  <a:pt x="874552" y="784570"/>
                  <a:pt x="874802" y="782160"/>
                  <a:pt x="874802" y="779690"/>
                </a:cubicBezTo>
                <a:cubicBezTo>
                  <a:pt x="874801" y="777222"/>
                  <a:pt x="874552" y="774810"/>
                  <a:pt x="874075" y="772482"/>
                </a:cubicBezTo>
                <a:lnTo>
                  <a:pt x="872087" y="766077"/>
                </a:lnTo>
                <a:lnTo>
                  <a:pt x="872080" y="766038"/>
                </a:lnTo>
                <a:lnTo>
                  <a:pt x="872070" y="766023"/>
                </a:lnTo>
                <a:lnTo>
                  <a:pt x="871992" y="765768"/>
                </a:lnTo>
                <a:lnTo>
                  <a:pt x="869291" y="761764"/>
                </a:lnTo>
                <a:lnTo>
                  <a:pt x="864318" y="754142"/>
                </a:lnTo>
                <a:lnTo>
                  <a:pt x="784006" y="672518"/>
                </a:lnTo>
                <a:cubicBezTo>
                  <a:pt x="777079" y="665477"/>
                  <a:pt x="767954" y="661911"/>
                  <a:pt x="758801" y="661837"/>
                </a:cubicBezTo>
                <a:close/>
                <a:moveTo>
                  <a:pt x="364661" y="558282"/>
                </a:moveTo>
                <a:cubicBezTo>
                  <a:pt x="355509" y="558355"/>
                  <a:pt x="346384" y="561922"/>
                  <a:pt x="339457" y="568962"/>
                </a:cubicBezTo>
                <a:lnTo>
                  <a:pt x="259145" y="650587"/>
                </a:lnTo>
                <a:lnTo>
                  <a:pt x="254172" y="658209"/>
                </a:lnTo>
                <a:lnTo>
                  <a:pt x="251473" y="662213"/>
                </a:lnTo>
                <a:lnTo>
                  <a:pt x="251394" y="662469"/>
                </a:lnTo>
                <a:lnTo>
                  <a:pt x="251384" y="662482"/>
                </a:lnTo>
                <a:lnTo>
                  <a:pt x="251377" y="662522"/>
                </a:lnTo>
                <a:lnTo>
                  <a:pt x="249388" y="668927"/>
                </a:lnTo>
                <a:cubicBezTo>
                  <a:pt x="248912" y="671255"/>
                  <a:pt x="248662" y="673667"/>
                  <a:pt x="248662" y="676135"/>
                </a:cubicBezTo>
                <a:cubicBezTo>
                  <a:pt x="248662" y="678605"/>
                  <a:pt x="248913" y="681015"/>
                  <a:pt x="249389" y="683344"/>
                </a:cubicBezTo>
                <a:lnTo>
                  <a:pt x="251377" y="689748"/>
                </a:lnTo>
                <a:lnTo>
                  <a:pt x="251383" y="689789"/>
                </a:lnTo>
                <a:lnTo>
                  <a:pt x="251393" y="689803"/>
                </a:lnTo>
                <a:lnTo>
                  <a:pt x="251473" y="690057"/>
                </a:lnTo>
                <a:lnTo>
                  <a:pt x="254161" y="694045"/>
                </a:lnTo>
                <a:lnTo>
                  <a:pt x="259145" y="701683"/>
                </a:lnTo>
                <a:lnTo>
                  <a:pt x="339457" y="783309"/>
                </a:lnTo>
                <a:cubicBezTo>
                  <a:pt x="353311" y="797389"/>
                  <a:pt x="375956" y="797573"/>
                  <a:pt x="390037" y="783719"/>
                </a:cubicBezTo>
                <a:cubicBezTo>
                  <a:pt x="404118" y="769864"/>
                  <a:pt x="404302" y="747219"/>
                  <a:pt x="390448" y="733138"/>
                </a:cubicBezTo>
                <a:lnTo>
                  <a:pt x="369553" y="711902"/>
                </a:lnTo>
                <a:lnTo>
                  <a:pt x="580730" y="711901"/>
                </a:lnTo>
                <a:cubicBezTo>
                  <a:pt x="590607" y="711902"/>
                  <a:pt x="599548" y="707899"/>
                  <a:pt x="606020" y="701426"/>
                </a:cubicBezTo>
                <a:lnTo>
                  <a:pt x="616497" y="676135"/>
                </a:lnTo>
                <a:lnTo>
                  <a:pt x="606021" y="650843"/>
                </a:lnTo>
                <a:cubicBezTo>
                  <a:pt x="599549" y="644371"/>
                  <a:pt x="590606" y="640368"/>
                  <a:pt x="580730" y="640368"/>
                </a:cubicBezTo>
                <a:lnTo>
                  <a:pt x="369554" y="640368"/>
                </a:lnTo>
                <a:lnTo>
                  <a:pt x="390448" y="619133"/>
                </a:lnTo>
                <a:cubicBezTo>
                  <a:pt x="404302" y="605052"/>
                  <a:pt x="404118" y="582406"/>
                  <a:pt x="390038" y="568551"/>
                </a:cubicBezTo>
                <a:lnTo>
                  <a:pt x="390038" y="568553"/>
                </a:lnTo>
                <a:cubicBezTo>
                  <a:pt x="382997" y="561625"/>
                  <a:pt x="373815" y="558207"/>
                  <a:pt x="364661" y="558282"/>
                </a:cubicBezTo>
                <a:close/>
                <a:moveTo>
                  <a:pt x="758801" y="329475"/>
                </a:moveTo>
                <a:cubicBezTo>
                  <a:pt x="749649" y="329401"/>
                  <a:pt x="740466" y="332819"/>
                  <a:pt x="733427" y="339746"/>
                </a:cubicBezTo>
                <a:lnTo>
                  <a:pt x="733426" y="339746"/>
                </a:lnTo>
                <a:cubicBezTo>
                  <a:pt x="719345" y="353600"/>
                  <a:pt x="719161" y="376245"/>
                  <a:pt x="733017" y="390327"/>
                </a:cubicBezTo>
                <a:lnTo>
                  <a:pt x="753909" y="411562"/>
                </a:lnTo>
                <a:lnTo>
                  <a:pt x="542733" y="411561"/>
                </a:lnTo>
                <a:cubicBezTo>
                  <a:pt x="532856" y="411562"/>
                  <a:pt x="523915" y="415565"/>
                  <a:pt x="517443" y="422037"/>
                </a:cubicBezTo>
                <a:lnTo>
                  <a:pt x="506967" y="447329"/>
                </a:lnTo>
                <a:lnTo>
                  <a:pt x="517443" y="472620"/>
                </a:lnTo>
                <a:cubicBezTo>
                  <a:pt x="523916" y="479093"/>
                  <a:pt x="532857" y="483097"/>
                  <a:pt x="542734" y="483095"/>
                </a:cubicBezTo>
                <a:lnTo>
                  <a:pt x="753910" y="483096"/>
                </a:lnTo>
                <a:lnTo>
                  <a:pt x="733016" y="504333"/>
                </a:lnTo>
                <a:cubicBezTo>
                  <a:pt x="719162" y="518413"/>
                  <a:pt x="719345" y="541059"/>
                  <a:pt x="733426" y="554913"/>
                </a:cubicBezTo>
                <a:cubicBezTo>
                  <a:pt x="747507" y="568767"/>
                  <a:pt x="770152" y="568583"/>
                  <a:pt x="784007" y="554503"/>
                </a:cubicBezTo>
                <a:lnTo>
                  <a:pt x="864318" y="472878"/>
                </a:lnTo>
                <a:lnTo>
                  <a:pt x="869302" y="465238"/>
                </a:lnTo>
                <a:lnTo>
                  <a:pt x="871991" y="461251"/>
                </a:lnTo>
                <a:lnTo>
                  <a:pt x="872070" y="460997"/>
                </a:lnTo>
                <a:lnTo>
                  <a:pt x="872079" y="460982"/>
                </a:lnTo>
                <a:lnTo>
                  <a:pt x="872087" y="460942"/>
                </a:lnTo>
                <a:lnTo>
                  <a:pt x="874075" y="454537"/>
                </a:lnTo>
                <a:cubicBezTo>
                  <a:pt x="874551" y="452209"/>
                  <a:pt x="874801" y="449799"/>
                  <a:pt x="874801" y="447329"/>
                </a:cubicBezTo>
                <a:cubicBezTo>
                  <a:pt x="874802" y="444860"/>
                  <a:pt x="874552" y="442449"/>
                  <a:pt x="874076" y="440121"/>
                </a:cubicBezTo>
                <a:lnTo>
                  <a:pt x="872087" y="433715"/>
                </a:lnTo>
                <a:lnTo>
                  <a:pt x="872079" y="433677"/>
                </a:lnTo>
                <a:lnTo>
                  <a:pt x="872071" y="433662"/>
                </a:lnTo>
                <a:lnTo>
                  <a:pt x="871991" y="433407"/>
                </a:lnTo>
                <a:lnTo>
                  <a:pt x="869292" y="429403"/>
                </a:lnTo>
                <a:lnTo>
                  <a:pt x="864319" y="421781"/>
                </a:lnTo>
                <a:lnTo>
                  <a:pt x="784007" y="340156"/>
                </a:lnTo>
                <a:cubicBezTo>
                  <a:pt x="777079" y="333117"/>
                  <a:pt x="767954" y="329550"/>
                  <a:pt x="758801" y="329475"/>
                </a:cubicBezTo>
                <a:close/>
                <a:moveTo>
                  <a:pt x="364662" y="225921"/>
                </a:moveTo>
                <a:cubicBezTo>
                  <a:pt x="355509" y="225995"/>
                  <a:pt x="346383" y="229561"/>
                  <a:pt x="339456" y="236601"/>
                </a:cubicBezTo>
                <a:lnTo>
                  <a:pt x="259145" y="318226"/>
                </a:lnTo>
                <a:lnTo>
                  <a:pt x="254173" y="325848"/>
                </a:lnTo>
                <a:lnTo>
                  <a:pt x="251473" y="329852"/>
                </a:lnTo>
                <a:lnTo>
                  <a:pt x="251394" y="330107"/>
                </a:lnTo>
                <a:lnTo>
                  <a:pt x="251384" y="330122"/>
                </a:lnTo>
                <a:lnTo>
                  <a:pt x="251376" y="330161"/>
                </a:lnTo>
                <a:lnTo>
                  <a:pt x="249389" y="336566"/>
                </a:lnTo>
                <a:cubicBezTo>
                  <a:pt x="248912" y="338894"/>
                  <a:pt x="248662" y="341305"/>
                  <a:pt x="248662" y="343774"/>
                </a:cubicBezTo>
                <a:cubicBezTo>
                  <a:pt x="248662" y="346244"/>
                  <a:pt x="248912" y="348654"/>
                  <a:pt x="249389" y="350982"/>
                </a:cubicBezTo>
                <a:lnTo>
                  <a:pt x="251377" y="357387"/>
                </a:lnTo>
                <a:lnTo>
                  <a:pt x="251384" y="357428"/>
                </a:lnTo>
                <a:lnTo>
                  <a:pt x="251393" y="357443"/>
                </a:lnTo>
                <a:lnTo>
                  <a:pt x="251473" y="357696"/>
                </a:lnTo>
                <a:lnTo>
                  <a:pt x="254161" y="361684"/>
                </a:lnTo>
                <a:lnTo>
                  <a:pt x="259145" y="369323"/>
                </a:lnTo>
                <a:lnTo>
                  <a:pt x="339456" y="450948"/>
                </a:lnTo>
                <a:cubicBezTo>
                  <a:pt x="353310" y="465028"/>
                  <a:pt x="375957" y="465212"/>
                  <a:pt x="390037" y="451358"/>
                </a:cubicBezTo>
                <a:cubicBezTo>
                  <a:pt x="404118" y="437503"/>
                  <a:pt x="404302" y="414858"/>
                  <a:pt x="390448" y="400777"/>
                </a:cubicBezTo>
                <a:lnTo>
                  <a:pt x="369553" y="379542"/>
                </a:lnTo>
                <a:lnTo>
                  <a:pt x="580730" y="379541"/>
                </a:lnTo>
                <a:cubicBezTo>
                  <a:pt x="590606" y="379541"/>
                  <a:pt x="599549" y="375538"/>
                  <a:pt x="606021" y="369065"/>
                </a:cubicBezTo>
                <a:lnTo>
                  <a:pt x="616497" y="343774"/>
                </a:lnTo>
                <a:lnTo>
                  <a:pt x="606021" y="318483"/>
                </a:lnTo>
                <a:cubicBezTo>
                  <a:pt x="599549" y="312010"/>
                  <a:pt x="590606" y="308006"/>
                  <a:pt x="580730" y="308006"/>
                </a:cubicBezTo>
                <a:lnTo>
                  <a:pt x="369553" y="308007"/>
                </a:lnTo>
                <a:lnTo>
                  <a:pt x="390447" y="286772"/>
                </a:lnTo>
                <a:cubicBezTo>
                  <a:pt x="404302" y="272691"/>
                  <a:pt x="404118" y="250045"/>
                  <a:pt x="390038" y="236191"/>
                </a:cubicBezTo>
                <a:cubicBezTo>
                  <a:pt x="382997" y="229264"/>
                  <a:pt x="373816" y="225846"/>
                  <a:pt x="364662" y="225921"/>
                </a:cubicBezTo>
                <a:close/>
                <a:moveTo>
                  <a:pt x="99325" y="0"/>
                </a:moveTo>
                <a:lnTo>
                  <a:pt x="1024137" y="0"/>
                </a:lnTo>
                <a:cubicBezTo>
                  <a:pt x="1078993" y="0"/>
                  <a:pt x="1123462" y="44469"/>
                  <a:pt x="1123462" y="99325"/>
                </a:cubicBezTo>
                <a:lnTo>
                  <a:pt x="1123462" y="1024137"/>
                </a:lnTo>
                <a:cubicBezTo>
                  <a:pt x="1123462" y="1078993"/>
                  <a:pt x="1078993" y="1123462"/>
                  <a:pt x="1024137" y="1123462"/>
                </a:cubicBezTo>
                <a:lnTo>
                  <a:pt x="99325" y="1123462"/>
                </a:lnTo>
                <a:cubicBezTo>
                  <a:pt x="44469" y="1123462"/>
                  <a:pt x="0" y="1078993"/>
                  <a:pt x="0" y="1024137"/>
                </a:cubicBezTo>
                <a:lnTo>
                  <a:pt x="0" y="99325"/>
                </a:lnTo>
                <a:cubicBezTo>
                  <a:pt x="0" y="44469"/>
                  <a:pt x="44469" y="0"/>
                  <a:pt x="99325" y="0"/>
                </a:cubicBezTo>
                <a:close/>
              </a:path>
            </a:pathLst>
          </a:custGeom>
          <a:solidFill>
            <a:srgbClr val="113074"/>
          </a:solidFill>
          <a:ln w="9525" cap="flat" cmpd="sng" algn="ctr">
            <a:noFill/>
            <a:prstDash val="solid"/>
          </a:ln>
          <a:effectLst>
            <a:glow rad="50800">
              <a:srgbClr val="FFFF00"/>
            </a:glow>
          </a:effectLst>
        </p:spPr>
        <p:txBody>
          <a:bodyPr lIns="51432" tIns="25716" rIns="51432" bIns="25716" rtlCol="0" anchor="ctr"/>
          <a:lstStyle/>
          <a:p>
            <a:pPr algn="ctr" defTabSz="514350">
              <a:defRPr/>
            </a:pPr>
            <a:endParaRPr kumimoji="0" lang="en-US" sz="1400" kern="0">
              <a:solidFill>
                <a:srgbClr val="FFFFFF"/>
              </a:solidFill>
              <a:latin typeface="Noto Sans CJK SC Light"/>
            </a:endParaRPr>
          </a:p>
        </p:txBody>
      </p:sp>
      <p:sp>
        <p:nvSpPr>
          <p:cNvPr id="762" name="Rounded Rectangle 25">
            <a:extLst>
              <a:ext uri="{FF2B5EF4-FFF2-40B4-BE49-F238E27FC236}">
                <a16:creationId xmlns:a16="http://schemas.microsoft.com/office/drawing/2014/main" id="{BCD9FB9D-AC90-BB17-28CA-556A00B05147}"/>
              </a:ext>
            </a:extLst>
          </p:cNvPr>
          <p:cNvSpPr/>
          <p:nvPr/>
        </p:nvSpPr>
        <p:spPr>
          <a:xfrm>
            <a:off x="3459341" y="5752195"/>
            <a:ext cx="252580" cy="240555"/>
          </a:xfrm>
          <a:custGeom>
            <a:avLst/>
            <a:gdLst/>
            <a:ahLst/>
            <a:cxnLst/>
            <a:rect l="l" t="t" r="r" b="b"/>
            <a:pathLst>
              <a:path w="1123462" h="1123462">
                <a:moveTo>
                  <a:pt x="758801" y="661837"/>
                </a:moveTo>
                <a:cubicBezTo>
                  <a:pt x="749648" y="661762"/>
                  <a:pt x="740466" y="665180"/>
                  <a:pt x="733427" y="672107"/>
                </a:cubicBezTo>
                <a:cubicBezTo>
                  <a:pt x="719346" y="685961"/>
                  <a:pt x="719161" y="708607"/>
                  <a:pt x="733016" y="722687"/>
                </a:cubicBezTo>
                <a:lnTo>
                  <a:pt x="753910" y="743923"/>
                </a:lnTo>
                <a:lnTo>
                  <a:pt x="542733" y="743923"/>
                </a:lnTo>
                <a:cubicBezTo>
                  <a:pt x="532857" y="743923"/>
                  <a:pt x="523914" y="747926"/>
                  <a:pt x="517443" y="754399"/>
                </a:cubicBezTo>
                <a:lnTo>
                  <a:pt x="506967" y="779690"/>
                </a:lnTo>
                <a:lnTo>
                  <a:pt x="517443" y="804981"/>
                </a:lnTo>
                <a:cubicBezTo>
                  <a:pt x="523916" y="811453"/>
                  <a:pt x="532858" y="815458"/>
                  <a:pt x="542734" y="815457"/>
                </a:cubicBezTo>
                <a:lnTo>
                  <a:pt x="753910" y="815457"/>
                </a:lnTo>
                <a:lnTo>
                  <a:pt x="733016" y="836693"/>
                </a:lnTo>
                <a:cubicBezTo>
                  <a:pt x="719162" y="850774"/>
                  <a:pt x="719346" y="873420"/>
                  <a:pt x="733426" y="887274"/>
                </a:cubicBezTo>
                <a:cubicBezTo>
                  <a:pt x="747507" y="901128"/>
                  <a:pt x="770153" y="900944"/>
                  <a:pt x="784007" y="886863"/>
                </a:cubicBezTo>
                <a:lnTo>
                  <a:pt x="864319" y="805239"/>
                </a:lnTo>
                <a:lnTo>
                  <a:pt x="869302" y="797600"/>
                </a:lnTo>
                <a:lnTo>
                  <a:pt x="871992" y="793612"/>
                </a:lnTo>
                <a:lnTo>
                  <a:pt x="872069" y="793358"/>
                </a:lnTo>
                <a:lnTo>
                  <a:pt x="872080" y="793343"/>
                </a:lnTo>
                <a:lnTo>
                  <a:pt x="872088" y="793303"/>
                </a:lnTo>
                <a:lnTo>
                  <a:pt x="874076" y="786899"/>
                </a:lnTo>
                <a:cubicBezTo>
                  <a:pt x="874552" y="784570"/>
                  <a:pt x="874802" y="782160"/>
                  <a:pt x="874802" y="779690"/>
                </a:cubicBezTo>
                <a:cubicBezTo>
                  <a:pt x="874801" y="777222"/>
                  <a:pt x="874552" y="774810"/>
                  <a:pt x="874075" y="772482"/>
                </a:cubicBezTo>
                <a:lnTo>
                  <a:pt x="872087" y="766077"/>
                </a:lnTo>
                <a:lnTo>
                  <a:pt x="872080" y="766038"/>
                </a:lnTo>
                <a:lnTo>
                  <a:pt x="872070" y="766023"/>
                </a:lnTo>
                <a:lnTo>
                  <a:pt x="871992" y="765768"/>
                </a:lnTo>
                <a:lnTo>
                  <a:pt x="869291" y="761764"/>
                </a:lnTo>
                <a:lnTo>
                  <a:pt x="864318" y="754142"/>
                </a:lnTo>
                <a:lnTo>
                  <a:pt x="784006" y="672518"/>
                </a:lnTo>
                <a:cubicBezTo>
                  <a:pt x="777079" y="665477"/>
                  <a:pt x="767954" y="661911"/>
                  <a:pt x="758801" y="661837"/>
                </a:cubicBezTo>
                <a:close/>
                <a:moveTo>
                  <a:pt x="364661" y="558282"/>
                </a:moveTo>
                <a:cubicBezTo>
                  <a:pt x="355509" y="558355"/>
                  <a:pt x="346384" y="561922"/>
                  <a:pt x="339457" y="568962"/>
                </a:cubicBezTo>
                <a:lnTo>
                  <a:pt x="259145" y="650587"/>
                </a:lnTo>
                <a:lnTo>
                  <a:pt x="254172" y="658209"/>
                </a:lnTo>
                <a:lnTo>
                  <a:pt x="251473" y="662213"/>
                </a:lnTo>
                <a:lnTo>
                  <a:pt x="251394" y="662469"/>
                </a:lnTo>
                <a:lnTo>
                  <a:pt x="251384" y="662482"/>
                </a:lnTo>
                <a:lnTo>
                  <a:pt x="251377" y="662522"/>
                </a:lnTo>
                <a:lnTo>
                  <a:pt x="249388" y="668927"/>
                </a:lnTo>
                <a:cubicBezTo>
                  <a:pt x="248912" y="671255"/>
                  <a:pt x="248662" y="673667"/>
                  <a:pt x="248662" y="676135"/>
                </a:cubicBezTo>
                <a:cubicBezTo>
                  <a:pt x="248662" y="678605"/>
                  <a:pt x="248913" y="681015"/>
                  <a:pt x="249389" y="683344"/>
                </a:cubicBezTo>
                <a:lnTo>
                  <a:pt x="251377" y="689748"/>
                </a:lnTo>
                <a:lnTo>
                  <a:pt x="251383" y="689789"/>
                </a:lnTo>
                <a:lnTo>
                  <a:pt x="251393" y="689803"/>
                </a:lnTo>
                <a:lnTo>
                  <a:pt x="251473" y="690057"/>
                </a:lnTo>
                <a:lnTo>
                  <a:pt x="254161" y="694045"/>
                </a:lnTo>
                <a:lnTo>
                  <a:pt x="259145" y="701683"/>
                </a:lnTo>
                <a:lnTo>
                  <a:pt x="339457" y="783309"/>
                </a:lnTo>
                <a:cubicBezTo>
                  <a:pt x="353311" y="797389"/>
                  <a:pt x="375956" y="797573"/>
                  <a:pt x="390037" y="783719"/>
                </a:cubicBezTo>
                <a:cubicBezTo>
                  <a:pt x="404118" y="769864"/>
                  <a:pt x="404302" y="747219"/>
                  <a:pt x="390448" y="733138"/>
                </a:cubicBezTo>
                <a:lnTo>
                  <a:pt x="369553" y="711902"/>
                </a:lnTo>
                <a:lnTo>
                  <a:pt x="580730" y="711901"/>
                </a:lnTo>
                <a:cubicBezTo>
                  <a:pt x="590607" y="711902"/>
                  <a:pt x="599548" y="707899"/>
                  <a:pt x="606020" y="701426"/>
                </a:cubicBezTo>
                <a:lnTo>
                  <a:pt x="616497" y="676135"/>
                </a:lnTo>
                <a:lnTo>
                  <a:pt x="606021" y="650843"/>
                </a:lnTo>
                <a:cubicBezTo>
                  <a:pt x="599549" y="644371"/>
                  <a:pt x="590606" y="640368"/>
                  <a:pt x="580730" y="640368"/>
                </a:cubicBezTo>
                <a:lnTo>
                  <a:pt x="369554" y="640368"/>
                </a:lnTo>
                <a:lnTo>
                  <a:pt x="390448" y="619133"/>
                </a:lnTo>
                <a:cubicBezTo>
                  <a:pt x="404302" y="605052"/>
                  <a:pt x="404118" y="582406"/>
                  <a:pt x="390038" y="568551"/>
                </a:cubicBezTo>
                <a:lnTo>
                  <a:pt x="390038" y="568553"/>
                </a:lnTo>
                <a:cubicBezTo>
                  <a:pt x="382997" y="561625"/>
                  <a:pt x="373815" y="558207"/>
                  <a:pt x="364661" y="558282"/>
                </a:cubicBezTo>
                <a:close/>
                <a:moveTo>
                  <a:pt x="758801" y="329475"/>
                </a:moveTo>
                <a:cubicBezTo>
                  <a:pt x="749649" y="329401"/>
                  <a:pt x="740466" y="332819"/>
                  <a:pt x="733427" y="339746"/>
                </a:cubicBezTo>
                <a:lnTo>
                  <a:pt x="733426" y="339746"/>
                </a:lnTo>
                <a:cubicBezTo>
                  <a:pt x="719345" y="353600"/>
                  <a:pt x="719161" y="376245"/>
                  <a:pt x="733017" y="390327"/>
                </a:cubicBezTo>
                <a:lnTo>
                  <a:pt x="753909" y="411562"/>
                </a:lnTo>
                <a:lnTo>
                  <a:pt x="542733" y="411561"/>
                </a:lnTo>
                <a:cubicBezTo>
                  <a:pt x="532856" y="411562"/>
                  <a:pt x="523915" y="415565"/>
                  <a:pt x="517443" y="422037"/>
                </a:cubicBezTo>
                <a:lnTo>
                  <a:pt x="506967" y="447329"/>
                </a:lnTo>
                <a:lnTo>
                  <a:pt x="517443" y="472620"/>
                </a:lnTo>
                <a:cubicBezTo>
                  <a:pt x="523916" y="479093"/>
                  <a:pt x="532857" y="483097"/>
                  <a:pt x="542734" y="483095"/>
                </a:cubicBezTo>
                <a:lnTo>
                  <a:pt x="753910" y="483096"/>
                </a:lnTo>
                <a:lnTo>
                  <a:pt x="733016" y="504333"/>
                </a:lnTo>
                <a:cubicBezTo>
                  <a:pt x="719162" y="518413"/>
                  <a:pt x="719345" y="541059"/>
                  <a:pt x="733426" y="554913"/>
                </a:cubicBezTo>
                <a:cubicBezTo>
                  <a:pt x="747507" y="568767"/>
                  <a:pt x="770152" y="568583"/>
                  <a:pt x="784007" y="554503"/>
                </a:cubicBezTo>
                <a:lnTo>
                  <a:pt x="864318" y="472878"/>
                </a:lnTo>
                <a:lnTo>
                  <a:pt x="869302" y="465238"/>
                </a:lnTo>
                <a:lnTo>
                  <a:pt x="871991" y="461251"/>
                </a:lnTo>
                <a:lnTo>
                  <a:pt x="872070" y="460997"/>
                </a:lnTo>
                <a:lnTo>
                  <a:pt x="872079" y="460982"/>
                </a:lnTo>
                <a:lnTo>
                  <a:pt x="872087" y="460942"/>
                </a:lnTo>
                <a:lnTo>
                  <a:pt x="874075" y="454537"/>
                </a:lnTo>
                <a:cubicBezTo>
                  <a:pt x="874551" y="452209"/>
                  <a:pt x="874801" y="449799"/>
                  <a:pt x="874801" y="447329"/>
                </a:cubicBezTo>
                <a:cubicBezTo>
                  <a:pt x="874802" y="444860"/>
                  <a:pt x="874552" y="442449"/>
                  <a:pt x="874076" y="440121"/>
                </a:cubicBezTo>
                <a:lnTo>
                  <a:pt x="872087" y="433715"/>
                </a:lnTo>
                <a:lnTo>
                  <a:pt x="872079" y="433677"/>
                </a:lnTo>
                <a:lnTo>
                  <a:pt x="872071" y="433662"/>
                </a:lnTo>
                <a:lnTo>
                  <a:pt x="871991" y="433407"/>
                </a:lnTo>
                <a:lnTo>
                  <a:pt x="869292" y="429403"/>
                </a:lnTo>
                <a:lnTo>
                  <a:pt x="864319" y="421781"/>
                </a:lnTo>
                <a:lnTo>
                  <a:pt x="784007" y="340156"/>
                </a:lnTo>
                <a:cubicBezTo>
                  <a:pt x="777079" y="333117"/>
                  <a:pt x="767954" y="329550"/>
                  <a:pt x="758801" y="329475"/>
                </a:cubicBezTo>
                <a:close/>
                <a:moveTo>
                  <a:pt x="364662" y="225921"/>
                </a:moveTo>
                <a:cubicBezTo>
                  <a:pt x="355509" y="225995"/>
                  <a:pt x="346383" y="229561"/>
                  <a:pt x="339456" y="236601"/>
                </a:cubicBezTo>
                <a:lnTo>
                  <a:pt x="259145" y="318226"/>
                </a:lnTo>
                <a:lnTo>
                  <a:pt x="254173" y="325848"/>
                </a:lnTo>
                <a:lnTo>
                  <a:pt x="251473" y="329852"/>
                </a:lnTo>
                <a:lnTo>
                  <a:pt x="251394" y="330107"/>
                </a:lnTo>
                <a:lnTo>
                  <a:pt x="251384" y="330122"/>
                </a:lnTo>
                <a:lnTo>
                  <a:pt x="251376" y="330161"/>
                </a:lnTo>
                <a:lnTo>
                  <a:pt x="249389" y="336566"/>
                </a:lnTo>
                <a:cubicBezTo>
                  <a:pt x="248912" y="338894"/>
                  <a:pt x="248662" y="341305"/>
                  <a:pt x="248662" y="343774"/>
                </a:cubicBezTo>
                <a:cubicBezTo>
                  <a:pt x="248662" y="346244"/>
                  <a:pt x="248912" y="348654"/>
                  <a:pt x="249389" y="350982"/>
                </a:cubicBezTo>
                <a:lnTo>
                  <a:pt x="251377" y="357387"/>
                </a:lnTo>
                <a:lnTo>
                  <a:pt x="251384" y="357428"/>
                </a:lnTo>
                <a:lnTo>
                  <a:pt x="251393" y="357443"/>
                </a:lnTo>
                <a:lnTo>
                  <a:pt x="251473" y="357696"/>
                </a:lnTo>
                <a:lnTo>
                  <a:pt x="254161" y="361684"/>
                </a:lnTo>
                <a:lnTo>
                  <a:pt x="259145" y="369323"/>
                </a:lnTo>
                <a:lnTo>
                  <a:pt x="339456" y="450948"/>
                </a:lnTo>
                <a:cubicBezTo>
                  <a:pt x="353310" y="465028"/>
                  <a:pt x="375957" y="465212"/>
                  <a:pt x="390037" y="451358"/>
                </a:cubicBezTo>
                <a:cubicBezTo>
                  <a:pt x="404118" y="437503"/>
                  <a:pt x="404302" y="414858"/>
                  <a:pt x="390448" y="400777"/>
                </a:cubicBezTo>
                <a:lnTo>
                  <a:pt x="369553" y="379542"/>
                </a:lnTo>
                <a:lnTo>
                  <a:pt x="580730" y="379541"/>
                </a:lnTo>
                <a:cubicBezTo>
                  <a:pt x="590606" y="379541"/>
                  <a:pt x="599549" y="375538"/>
                  <a:pt x="606021" y="369065"/>
                </a:cubicBezTo>
                <a:lnTo>
                  <a:pt x="616497" y="343774"/>
                </a:lnTo>
                <a:lnTo>
                  <a:pt x="606021" y="318483"/>
                </a:lnTo>
                <a:cubicBezTo>
                  <a:pt x="599549" y="312010"/>
                  <a:pt x="590606" y="308006"/>
                  <a:pt x="580730" y="308006"/>
                </a:cubicBezTo>
                <a:lnTo>
                  <a:pt x="369553" y="308007"/>
                </a:lnTo>
                <a:lnTo>
                  <a:pt x="390447" y="286772"/>
                </a:lnTo>
                <a:cubicBezTo>
                  <a:pt x="404302" y="272691"/>
                  <a:pt x="404118" y="250045"/>
                  <a:pt x="390038" y="236191"/>
                </a:cubicBezTo>
                <a:cubicBezTo>
                  <a:pt x="382997" y="229264"/>
                  <a:pt x="373816" y="225846"/>
                  <a:pt x="364662" y="225921"/>
                </a:cubicBezTo>
                <a:close/>
                <a:moveTo>
                  <a:pt x="99325" y="0"/>
                </a:moveTo>
                <a:lnTo>
                  <a:pt x="1024137" y="0"/>
                </a:lnTo>
                <a:cubicBezTo>
                  <a:pt x="1078993" y="0"/>
                  <a:pt x="1123462" y="44469"/>
                  <a:pt x="1123462" y="99325"/>
                </a:cubicBezTo>
                <a:lnTo>
                  <a:pt x="1123462" y="1024137"/>
                </a:lnTo>
                <a:cubicBezTo>
                  <a:pt x="1123462" y="1078993"/>
                  <a:pt x="1078993" y="1123462"/>
                  <a:pt x="1024137" y="1123462"/>
                </a:cubicBezTo>
                <a:lnTo>
                  <a:pt x="99325" y="1123462"/>
                </a:lnTo>
                <a:cubicBezTo>
                  <a:pt x="44469" y="1123462"/>
                  <a:pt x="0" y="1078993"/>
                  <a:pt x="0" y="1024137"/>
                </a:cubicBezTo>
                <a:lnTo>
                  <a:pt x="0" y="99325"/>
                </a:lnTo>
                <a:cubicBezTo>
                  <a:pt x="0" y="44469"/>
                  <a:pt x="44469" y="0"/>
                  <a:pt x="99325" y="0"/>
                </a:cubicBezTo>
                <a:close/>
              </a:path>
            </a:pathLst>
          </a:custGeom>
          <a:solidFill>
            <a:srgbClr val="113074"/>
          </a:solidFill>
          <a:ln w="9525" cap="flat" cmpd="sng" algn="ctr">
            <a:noFill/>
            <a:prstDash val="solid"/>
          </a:ln>
          <a:effectLst>
            <a:glow rad="50800">
              <a:srgbClr val="FFFF00"/>
            </a:glow>
          </a:effectLst>
        </p:spPr>
        <p:txBody>
          <a:bodyPr lIns="51432" tIns="25716" rIns="51432" bIns="25716" rtlCol="0" anchor="ctr"/>
          <a:lstStyle/>
          <a:p>
            <a:pPr algn="ctr" defTabSz="514350">
              <a:defRPr/>
            </a:pPr>
            <a:endParaRPr kumimoji="0" lang="en-US" sz="1400" kern="0">
              <a:solidFill>
                <a:srgbClr val="FFFFFF"/>
              </a:solidFill>
              <a:latin typeface="Noto Sans CJK SC Light"/>
            </a:endParaRPr>
          </a:p>
        </p:txBody>
      </p:sp>
      <p:sp>
        <p:nvSpPr>
          <p:cNvPr id="763" name="Rounded Rectangle 25">
            <a:extLst>
              <a:ext uri="{FF2B5EF4-FFF2-40B4-BE49-F238E27FC236}">
                <a16:creationId xmlns:a16="http://schemas.microsoft.com/office/drawing/2014/main" id="{0CB7AA94-9B75-3441-81E6-2A6E9208C25C}"/>
              </a:ext>
            </a:extLst>
          </p:cNvPr>
          <p:cNvSpPr/>
          <p:nvPr/>
        </p:nvSpPr>
        <p:spPr>
          <a:xfrm>
            <a:off x="3582346" y="5819295"/>
            <a:ext cx="252580" cy="240555"/>
          </a:xfrm>
          <a:custGeom>
            <a:avLst/>
            <a:gdLst/>
            <a:ahLst/>
            <a:cxnLst/>
            <a:rect l="l" t="t" r="r" b="b"/>
            <a:pathLst>
              <a:path w="1123462" h="1123462">
                <a:moveTo>
                  <a:pt x="758801" y="661837"/>
                </a:moveTo>
                <a:cubicBezTo>
                  <a:pt x="749648" y="661762"/>
                  <a:pt x="740466" y="665180"/>
                  <a:pt x="733427" y="672107"/>
                </a:cubicBezTo>
                <a:cubicBezTo>
                  <a:pt x="719346" y="685961"/>
                  <a:pt x="719161" y="708607"/>
                  <a:pt x="733016" y="722687"/>
                </a:cubicBezTo>
                <a:lnTo>
                  <a:pt x="753910" y="743923"/>
                </a:lnTo>
                <a:lnTo>
                  <a:pt x="542733" y="743923"/>
                </a:lnTo>
                <a:cubicBezTo>
                  <a:pt x="532857" y="743923"/>
                  <a:pt x="523914" y="747926"/>
                  <a:pt x="517443" y="754399"/>
                </a:cubicBezTo>
                <a:lnTo>
                  <a:pt x="506967" y="779690"/>
                </a:lnTo>
                <a:lnTo>
                  <a:pt x="517443" y="804981"/>
                </a:lnTo>
                <a:cubicBezTo>
                  <a:pt x="523916" y="811453"/>
                  <a:pt x="532858" y="815458"/>
                  <a:pt x="542734" y="815457"/>
                </a:cubicBezTo>
                <a:lnTo>
                  <a:pt x="753910" y="815457"/>
                </a:lnTo>
                <a:lnTo>
                  <a:pt x="733016" y="836693"/>
                </a:lnTo>
                <a:cubicBezTo>
                  <a:pt x="719162" y="850774"/>
                  <a:pt x="719346" y="873420"/>
                  <a:pt x="733426" y="887274"/>
                </a:cubicBezTo>
                <a:cubicBezTo>
                  <a:pt x="747507" y="901128"/>
                  <a:pt x="770153" y="900944"/>
                  <a:pt x="784007" y="886863"/>
                </a:cubicBezTo>
                <a:lnTo>
                  <a:pt x="864319" y="805239"/>
                </a:lnTo>
                <a:lnTo>
                  <a:pt x="869302" y="797600"/>
                </a:lnTo>
                <a:lnTo>
                  <a:pt x="871992" y="793612"/>
                </a:lnTo>
                <a:lnTo>
                  <a:pt x="872069" y="793358"/>
                </a:lnTo>
                <a:lnTo>
                  <a:pt x="872080" y="793343"/>
                </a:lnTo>
                <a:lnTo>
                  <a:pt x="872088" y="793303"/>
                </a:lnTo>
                <a:lnTo>
                  <a:pt x="874076" y="786899"/>
                </a:lnTo>
                <a:cubicBezTo>
                  <a:pt x="874552" y="784570"/>
                  <a:pt x="874802" y="782160"/>
                  <a:pt x="874802" y="779690"/>
                </a:cubicBezTo>
                <a:cubicBezTo>
                  <a:pt x="874801" y="777222"/>
                  <a:pt x="874552" y="774810"/>
                  <a:pt x="874075" y="772482"/>
                </a:cubicBezTo>
                <a:lnTo>
                  <a:pt x="872087" y="766077"/>
                </a:lnTo>
                <a:lnTo>
                  <a:pt x="872080" y="766038"/>
                </a:lnTo>
                <a:lnTo>
                  <a:pt x="872070" y="766023"/>
                </a:lnTo>
                <a:lnTo>
                  <a:pt x="871992" y="765768"/>
                </a:lnTo>
                <a:lnTo>
                  <a:pt x="869291" y="761764"/>
                </a:lnTo>
                <a:lnTo>
                  <a:pt x="864318" y="754142"/>
                </a:lnTo>
                <a:lnTo>
                  <a:pt x="784006" y="672518"/>
                </a:lnTo>
                <a:cubicBezTo>
                  <a:pt x="777079" y="665477"/>
                  <a:pt x="767954" y="661911"/>
                  <a:pt x="758801" y="661837"/>
                </a:cubicBezTo>
                <a:close/>
                <a:moveTo>
                  <a:pt x="364661" y="558282"/>
                </a:moveTo>
                <a:cubicBezTo>
                  <a:pt x="355509" y="558355"/>
                  <a:pt x="346384" y="561922"/>
                  <a:pt x="339457" y="568962"/>
                </a:cubicBezTo>
                <a:lnTo>
                  <a:pt x="259145" y="650587"/>
                </a:lnTo>
                <a:lnTo>
                  <a:pt x="254172" y="658209"/>
                </a:lnTo>
                <a:lnTo>
                  <a:pt x="251473" y="662213"/>
                </a:lnTo>
                <a:lnTo>
                  <a:pt x="251394" y="662469"/>
                </a:lnTo>
                <a:lnTo>
                  <a:pt x="251384" y="662482"/>
                </a:lnTo>
                <a:lnTo>
                  <a:pt x="251377" y="662522"/>
                </a:lnTo>
                <a:lnTo>
                  <a:pt x="249388" y="668927"/>
                </a:lnTo>
                <a:cubicBezTo>
                  <a:pt x="248912" y="671255"/>
                  <a:pt x="248662" y="673667"/>
                  <a:pt x="248662" y="676135"/>
                </a:cubicBezTo>
                <a:cubicBezTo>
                  <a:pt x="248662" y="678605"/>
                  <a:pt x="248913" y="681015"/>
                  <a:pt x="249389" y="683344"/>
                </a:cubicBezTo>
                <a:lnTo>
                  <a:pt x="251377" y="689748"/>
                </a:lnTo>
                <a:lnTo>
                  <a:pt x="251383" y="689789"/>
                </a:lnTo>
                <a:lnTo>
                  <a:pt x="251393" y="689803"/>
                </a:lnTo>
                <a:lnTo>
                  <a:pt x="251473" y="690057"/>
                </a:lnTo>
                <a:lnTo>
                  <a:pt x="254161" y="694045"/>
                </a:lnTo>
                <a:lnTo>
                  <a:pt x="259145" y="701683"/>
                </a:lnTo>
                <a:lnTo>
                  <a:pt x="339457" y="783309"/>
                </a:lnTo>
                <a:cubicBezTo>
                  <a:pt x="353311" y="797389"/>
                  <a:pt x="375956" y="797573"/>
                  <a:pt x="390037" y="783719"/>
                </a:cubicBezTo>
                <a:cubicBezTo>
                  <a:pt x="404118" y="769864"/>
                  <a:pt x="404302" y="747219"/>
                  <a:pt x="390448" y="733138"/>
                </a:cubicBezTo>
                <a:lnTo>
                  <a:pt x="369553" y="711902"/>
                </a:lnTo>
                <a:lnTo>
                  <a:pt x="580730" y="711901"/>
                </a:lnTo>
                <a:cubicBezTo>
                  <a:pt x="590607" y="711902"/>
                  <a:pt x="599548" y="707899"/>
                  <a:pt x="606020" y="701426"/>
                </a:cubicBezTo>
                <a:lnTo>
                  <a:pt x="616497" y="676135"/>
                </a:lnTo>
                <a:lnTo>
                  <a:pt x="606021" y="650843"/>
                </a:lnTo>
                <a:cubicBezTo>
                  <a:pt x="599549" y="644371"/>
                  <a:pt x="590606" y="640368"/>
                  <a:pt x="580730" y="640368"/>
                </a:cubicBezTo>
                <a:lnTo>
                  <a:pt x="369554" y="640368"/>
                </a:lnTo>
                <a:lnTo>
                  <a:pt x="390448" y="619133"/>
                </a:lnTo>
                <a:cubicBezTo>
                  <a:pt x="404302" y="605052"/>
                  <a:pt x="404118" y="582406"/>
                  <a:pt x="390038" y="568551"/>
                </a:cubicBezTo>
                <a:lnTo>
                  <a:pt x="390038" y="568553"/>
                </a:lnTo>
                <a:cubicBezTo>
                  <a:pt x="382997" y="561625"/>
                  <a:pt x="373815" y="558207"/>
                  <a:pt x="364661" y="558282"/>
                </a:cubicBezTo>
                <a:close/>
                <a:moveTo>
                  <a:pt x="758801" y="329475"/>
                </a:moveTo>
                <a:cubicBezTo>
                  <a:pt x="749649" y="329401"/>
                  <a:pt x="740466" y="332819"/>
                  <a:pt x="733427" y="339746"/>
                </a:cubicBezTo>
                <a:lnTo>
                  <a:pt x="733426" y="339746"/>
                </a:lnTo>
                <a:cubicBezTo>
                  <a:pt x="719345" y="353600"/>
                  <a:pt x="719161" y="376245"/>
                  <a:pt x="733017" y="390327"/>
                </a:cubicBezTo>
                <a:lnTo>
                  <a:pt x="753909" y="411562"/>
                </a:lnTo>
                <a:lnTo>
                  <a:pt x="542733" y="411561"/>
                </a:lnTo>
                <a:cubicBezTo>
                  <a:pt x="532856" y="411562"/>
                  <a:pt x="523915" y="415565"/>
                  <a:pt x="517443" y="422037"/>
                </a:cubicBezTo>
                <a:lnTo>
                  <a:pt x="506967" y="447329"/>
                </a:lnTo>
                <a:lnTo>
                  <a:pt x="517443" y="472620"/>
                </a:lnTo>
                <a:cubicBezTo>
                  <a:pt x="523916" y="479093"/>
                  <a:pt x="532857" y="483097"/>
                  <a:pt x="542734" y="483095"/>
                </a:cubicBezTo>
                <a:lnTo>
                  <a:pt x="753910" y="483096"/>
                </a:lnTo>
                <a:lnTo>
                  <a:pt x="733016" y="504333"/>
                </a:lnTo>
                <a:cubicBezTo>
                  <a:pt x="719162" y="518413"/>
                  <a:pt x="719345" y="541059"/>
                  <a:pt x="733426" y="554913"/>
                </a:cubicBezTo>
                <a:cubicBezTo>
                  <a:pt x="747507" y="568767"/>
                  <a:pt x="770152" y="568583"/>
                  <a:pt x="784007" y="554503"/>
                </a:cubicBezTo>
                <a:lnTo>
                  <a:pt x="864318" y="472878"/>
                </a:lnTo>
                <a:lnTo>
                  <a:pt x="869302" y="465238"/>
                </a:lnTo>
                <a:lnTo>
                  <a:pt x="871991" y="461251"/>
                </a:lnTo>
                <a:lnTo>
                  <a:pt x="872070" y="460997"/>
                </a:lnTo>
                <a:lnTo>
                  <a:pt x="872079" y="460982"/>
                </a:lnTo>
                <a:lnTo>
                  <a:pt x="872087" y="460942"/>
                </a:lnTo>
                <a:lnTo>
                  <a:pt x="874075" y="454537"/>
                </a:lnTo>
                <a:cubicBezTo>
                  <a:pt x="874551" y="452209"/>
                  <a:pt x="874801" y="449799"/>
                  <a:pt x="874801" y="447329"/>
                </a:cubicBezTo>
                <a:cubicBezTo>
                  <a:pt x="874802" y="444860"/>
                  <a:pt x="874552" y="442449"/>
                  <a:pt x="874076" y="440121"/>
                </a:cubicBezTo>
                <a:lnTo>
                  <a:pt x="872087" y="433715"/>
                </a:lnTo>
                <a:lnTo>
                  <a:pt x="872079" y="433677"/>
                </a:lnTo>
                <a:lnTo>
                  <a:pt x="872071" y="433662"/>
                </a:lnTo>
                <a:lnTo>
                  <a:pt x="871991" y="433407"/>
                </a:lnTo>
                <a:lnTo>
                  <a:pt x="869292" y="429403"/>
                </a:lnTo>
                <a:lnTo>
                  <a:pt x="864319" y="421781"/>
                </a:lnTo>
                <a:lnTo>
                  <a:pt x="784007" y="340156"/>
                </a:lnTo>
                <a:cubicBezTo>
                  <a:pt x="777079" y="333117"/>
                  <a:pt x="767954" y="329550"/>
                  <a:pt x="758801" y="329475"/>
                </a:cubicBezTo>
                <a:close/>
                <a:moveTo>
                  <a:pt x="364662" y="225921"/>
                </a:moveTo>
                <a:cubicBezTo>
                  <a:pt x="355509" y="225995"/>
                  <a:pt x="346383" y="229561"/>
                  <a:pt x="339456" y="236601"/>
                </a:cubicBezTo>
                <a:lnTo>
                  <a:pt x="259145" y="318226"/>
                </a:lnTo>
                <a:lnTo>
                  <a:pt x="254173" y="325848"/>
                </a:lnTo>
                <a:lnTo>
                  <a:pt x="251473" y="329852"/>
                </a:lnTo>
                <a:lnTo>
                  <a:pt x="251394" y="330107"/>
                </a:lnTo>
                <a:lnTo>
                  <a:pt x="251384" y="330122"/>
                </a:lnTo>
                <a:lnTo>
                  <a:pt x="251376" y="330161"/>
                </a:lnTo>
                <a:lnTo>
                  <a:pt x="249389" y="336566"/>
                </a:lnTo>
                <a:cubicBezTo>
                  <a:pt x="248912" y="338894"/>
                  <a:pt x="248662" y="341305"/>
                  <a:pt x="248662" y="343774"/>
                </a:cubicBezTo>
                <a:cubicBezTo>
                  <a:pt x="248662" y="346244"/>
                  <a:pt x="248912" y="348654"/>
                  <a:pt x="249389" y="350982"/>
                </a:cubicBezTo>
                <a:lnTo>
                  <a:pt x="251377" y="357387"/>
                </a:lnTo>
                <a:lnTo>
                  <a:pt x="251384" y="357428"/>
                </a:lnTo>
                <a:lnTo>
                  <a:pt x="251393" y="357443"/>
                </a:lnTo>
                <a:lnTo>
                  <a:pt x="251473" y="357696"/>
                </a:lnTo>
                <a:lnTo>
                  <a:pt x="254161" y="361684"/>
                </a:lnTo>
                <a:lnTo>
                  <a:pt x="259145" y="369323"/>
                </a:lnTo>
                <a:lnTo>
                  <a:pt x="339456" y="450948"/>
                </a:lnTo>
                <a:cubicBezTo>
                  <a:pt x="353310" y="465028"/>
                  <a:pt x="375957" y="465212"/>
                  <a:pt x="390037" y="451358"/>
                </a:cubicBezTo>
                <a:cubicBezTo>
                  <a:pt x="404118" y="437503"/>
                  <a:pt x="404302" y="414858"/>
                  <a:pt x="390448" y="400777"/>
                </a:cubicBezTo>
                <a:lnTo>
                  <a:pt x="369553" y="379542"/>
                </a:lnTo>
                <a:lnTo>
                  <a:pt x="580730" y="379541"/>
                </a:lnTo>
                <a:cubicBezTo>
                  <a:pt x="590606" y="379541"/>
                  <a:pt x="599549" y="375538"/>
                  <a:pt x="606021" y="369065"/>
                </a:cubicBezTo>
                <a:lnTo>
                  <a:pt x="616497" y="343774"/>
                </a:lnTo>
                <a:lnTo>
                  <a:pt x="606021" y="318483"/>
                </a:lnTo>
                <a:cubicBezTo>
                  <a:pt x="599549" y="312010"/>
                  <a:pt x="590606" y="308006"/>
                  <a:pt x="580730" y="308006"/>
                </a:cubicBezTo>
                <a:lnTo>
                  <a:pt x="369553" y="308007"/>
                </a:lnTo>
                <a:lnTo>
                  <a:pt x="390447" y="286772"/>
                </a:lnTo>
                <a:cubicBezTo>
                  <a:pt x="404302" y="272691"/>
                  <a:pt x="404118" y="250045"/>
                  <a:pt x="390038" y="236191"/>
                </a:cubicBezTo>
                <a:cubicBezTo>
                  <a:pt x="382997" y="229264"/>
                  <a:pt x="373816" y="225846"/>
                  <a:pt x="364662" y="225921"/>
                </a:cubicBezTo>
                <a:close/>
                <a:moveTo>
                  <a:pt x="99325" y="0"/>
                </a:moveTo>
                <a:lnTo>
                  <a:pt x="1024137" y="0"/>
                </a:lnTo>
                <a:cubicBezTo>
                  <a:pt x="1078993" y="0"/>
                  <a:pt x="1123462" y="44469"/>
                  <a:pt x="1123462" y="99325"/>
                </a:cubicBezTo>
                <a:lnTo>
                  <a:pt x="1123462" y="1024137"/>
                </a:lnTo>
                <a:cubicBezTo>
                  <a:pt x="1123462" y="1078993"/>
                  <a:pt x="1078993" y="1123462"/>
                  <a:pt x="1024137" y="1123462"/>
                </a:cubicBezTo>
                <a:lnTo>
                  <a:pt x="99325" y="1123462"/>
                </a:lnTo>
                <a:cubicBezTo>
                  <a:pt x="44469" y="1123462"/>
                  <a:pt x="0" y="1078993"/>
                  <a:pt x="0" y="1024137"/>
                </a:cubicBezTo>
                <a:lnTo>
                  <a:pt x="0" y="99325"/>
                </a:lnTo>
                <a:cubicBezTo>
                  <a:pt x="0" y="44469"/>
                  <a:pt x="44469" y="0"/>
                  <a:pt x="99325" y="0"/>
                </a:cubicBezTo>
                <a:close/>
              </a:path>
            </a:pathLst>
          </a:custGeom>
          <a:solidFill>
            <a:srgbClr val="113074"/>
          </a:solidFill>
          <a:ln w="9525" cap="flat" cmpd="sng" algn="ctr">
            <a:noFill/>
            <a:prstDash val="solid"/>
          </a:ln>
          <a:effectLst>
            <a:glow rad="50800">
              <a:srgbClr val="FFFF00"/>
            </a:glow>
          </a:effectLst>
        </p:spPr>
        <p:txBody>
          <a:bodyPr lIns="51432" tIns="25716" rIns="51432" bIns="25716" rtlCol="0" anchor="ctr"/>
          <a:lstStyle/>
          <a:p>
            <a:pPr algn="ctr" defTabSz="514350">
              <a:defRPr/>
            </a:pPr>
            <a:endParaRPr kumimoji="0" lang="en-US" sz="1400" kern="0">
              <a:solidFill>
                <a:srgbClr val="FFFFFF"/>
              </a:solidFill>
              <a:latin typeface="Noto Sans CJK SC Light"/>
            </a:endParaRPr>
          </a:p>
        </p:txBody>
      </p:sp>
      <p:sp>
        <p:nvSpPr>
          <p:cNvPr id="764" name="Rounded Rectangle 25">
            <a:extLst>
              <a:ext uri="{FF2B5EF4-FFF2-40B4-BE49-F238E27FC236}">
                <a16:creationId xmlns:a16="http://schemas.microsoft.com/office/drawing/2014/main" id="{955E0636-5C14-A17B-42A1-A9D318BC01CC}"/>
              </a:ext>
            </a:extLst>
          </p:cNvPr>
          <p:cNvSpPr/>
          <p:nvPr/>
        </p:nvSpPr>
        <p:spPr>
          <a:xfrm>
            <a:off x="2478203" y="5563625"/>
            <a:ext cx="252580" cy="240555"/>
          </a:xfrm>
          <a:custGeom>
            <a:avLst/>
            <a:gdLst/>
            <a:ahLst/>
            <a:cxnLst/>
            <a:rect l="l" t="t" r="r" b="b"/>
            <a:pathLst>
              <a:path w="1123462" h="1123462">
                <a:moveTo>
                  <a:pt x="758801" y="661837"/>
                </a:moveTo>
                <a:cubicBezTo>
                  <a:pt x="749648" y="661762"/>
                  <a:pt x="740466" y="665180"/>
                  <a:pt x="733427" y="672107"/>
                </a:cubicBezTo>
                <a:cubicBezTo>
                  <a:pt x="719346" y="685961"/>
                  <a:pt x="719161" y="708607"/>
                  <a:pt x="733016" y="722687"/>
                </a:cubicBezTo>
                <a:lnTo>
                  <a:pt x="753910" y="743923"/>
                </a:lnTo>
                <a:lnTo>
                  <a:pt x="542733" y="743923"/>
                </a:lnTo>
                <a:cubicBezTo>
                  <a:pt x="532857" y="743923"/>
                  <a:pt x="523914" y="747926"/>
                  <a:pt x="517443" y="754399"/>
                </a:cubicBezTo>
                <a:lnTo>
                  <a:pt x="506967" y="779690"/>
                </a:lnTo>
                <a:lnTo>
                  <a:pt x="517443" y="804981"/>
                </a:lnTo>
                <a:cubicBezTo>
                  <a:pt x="523916" y="811453"/>
                  <a:pt x="532858" y="815458"/>
                  <a:pt x="542734" y="815457"/>
                </a:cubicBezTo>
                <a:lnTo>
                  <a:pt x="753910" y="815457"/>
                </a:lnTo>
                <a:lnTo>
                  <a:pt x="733016" y="836693"/>
                </a:lnTo>
                <a:cubicBezTo>
                  <a:pt x="719162" y="850774"/>
                  <a:pt x="719346" y="873420"/>
                  <a:pt x="733426" y="887274"/>
                </a:cubicBezTo>
                <a:cubicBezTo>
                  <a:pt x="747507" y="901128"/>
                  <a:pt x="770153" y="900944"/>
                  <a:pt x="784007" y="886863"/>
                </a:cubicBezTo>
                <a:lnTo>
                  <a:pt x="864319" y="805239"/>
                </a:lnTo>
                <a:lnTo>
                  <a:pt x="869302" y="797600"/>
                </a:lnTo>
                <a:lnTo>
                  <a:pt x="871992" y="793612"/>
                </a:lnTo>
                <a:lnTo>
                  <a:pt x="872069" y="793358"/>
                </a:lnTo>
                <a:lnTo>
                  <a:pt x="872080" y="793343"/>
                </a:lnTo>
                <a:lnTo>
                  <a:pt x="872088" y="793303"/>
                </a:lnTo>
                <a:lnTo>
                  <a:pt x="874076" y="786899"/>
                </a:lnTo>
                <a:cubicBezTo>
                  <a:pt x="874552" y="784570"/>
                  <a:pt x="874802" y="782160"/>
                  <a:pt x="874802" y="779690"/>
                </a:cubicBezTo>
                <a:cubicBezTo>
                  <a:pt x="874801" y="777222"/>
                  <a:pt x="874552" y="774810"/>
                  <a:pt x="874075" y="772482"/>
                </a:cubicBezTo>
                <a:lnTo>
                  <a:pt x="872087" y="766077"/>
                </a:lnTo>
                <a:lnTo>
                  <a:pt x="872080" y="766038"/>
                </a:lnTo>
                <a:lnTo>
                  <a:pt x="872070" y="766023"/>
                </a:lnTo>
                <a:lnTo>
                  <a:pt x="871992" y="765768"/>
                </a:lnTo>
                <a:lnTo>
                  <a:pt x="869291" y="761764"/>
                </a:lnTo>
                <a:lnTo>
                  <a:pt x="864318" y="754142"/>
                </a:lnTo>
                <a:lnTo>
                  <a:pt x="784006" y="672518"/>
                </a:lnTo>
                <a:cubicBezTo>
                  <a:pt x="777079" y="665477"/>
                  <a:pt x="767954" y="661911"/>
                  <a:pt x="758801" y="661837"/>
                </a:cubicBezTo>
                <a:close/>
                <a:moveTo>
                  <a:pt x="364661" y="558282"/>
                </a:moveTo>
                <a:cubicBezTo>
                  <a:pt x="355509" y="558355"/>
                  <a:pt x="346384" y="561922"/>
                  <a:pt x="339457" y="568962"/>
                </a:cubicBezTo>
                <a:lnTo>
                  <a:pt x="259145" y="650587"/>
                </a:lnTo>
                <a:lnTo>
                  <a:pt x="254172" y="658209"/>
                </a:lnTo>
                <a:lnTo>
                  <a:pt x="251473" y="662213"/>
                </a:lnTo>
                <a:lnTo>
                  <a:pt x="251394" y="662469"/>
                </a:lnTo>
                <a:lnTo>
                  <a:pt x="251384" y="662482"/>
                </a:lnTo>
                <a:lnTo>
                  <a:pt x="251377" y="662522"/>
                </a:lnTo>
                <a:lnTo>
                  <a:pt x="249388" y="668927"/>
                </a:lnTo>
                <a:cubicBezTo>
                  <a:pt x="248912" y="671255"/>
                  <a:pt x="248662" y="673667"/>
                  <a:pt x="248662" y="676135"/>
                </a:cubicBezTo>
                <a:cubicBezTo>
                  <a:pt x="248662" y="678605"/>
                  <a:pt x="248913" y="681015"/>
                  <a:pt x="249389" y="683344"/>
                </a:cubicBezTo>
                <a:lnTo>
                  <a:pt x="251377" y="689748"/>
                </a:lnTo>
                <a:lnTo>
                  <a:pt x="251383" y="689789"/>
                </a:lnTo>
                <a:lnTo>
                  <a:pt x="251393" y="689803"/>
                </a:lnTo>
                <a:lnTo>
                  <a:pt x="251473" y="690057"/>
                </a:lnTo>
                <a:lnTo>
                  <a:pt x="254161" y="694045"/>
                </a:lnTo>
                <a:lnTo>
                  <a:pt x="259145" y="701683"/>
                </a:lnTo>
                <a:lnTo>
                  <a:pt x="339457" y="783309"/>
                </a:lnTo>
                <a:cubicBezTo>
                  <a:pt x="353311" y="797389"/>
                  <a:pt x="375956" y="797573"/>
                  <a:pt x="390037" y="783719"/>
                </a:cubicBezTo>
                <a:cubicBezTo>
                  <a:pt x="404118" y="769864"/>
                  <a:pt x="404302" y="747219"/>
                  <a:pt x="390448" y="733138"/>
                </a:cubicBezTo>
                <a:lnTo>
                  <a:pt x="369553" y="711902"/>
                </a:lnTo>
                <a:lnTo>
                  <a:pt x="580730" y="711901"/>
                </a:lnTo>
                <a:cubicBezTo>
                  <a:pt x="590607" y="711902"/>
                  <a:pt x="599548" y="707899"/>
                  <a:pt x="606020" y="701426"/>
                </a:cubicBezTo>
                <a:lnTo>
                  <a:pt x="616497" y="676135"/>
                </a:lnTo>
                <a:lnTo>
                  <a:pt x="606021" y="650843"/>
                </a:lnTo>
                <a:cubicBezTo>
                  <a:pt x="599549" y="644371"/>
                  <a:pt x="590606" y="640368"/>
                  <a:pt x="580730" y="640368"/>
                </a:cubicBezTo>
                <a:lnTo>
                  <a:pt x="369554" y="640368"/>
                </a:lnTo>
                <a:lnTo>
                  <a:pt x="390448" y="619133"/>
                </a:lnTo>
                <a:cubicBezTo>
                  <a:pt x="404302" y="605052"/>
                  <a:pt x="404118" y="582406"/>
                  <a:pt x="390038" y="568551"/>
                </a:cubicBezTo>
                <a:lnTo>
                  <a:pt x="390038" y="568553"/>
                </a:lnTo>
                <a:cubicBezTo>
                  <a:pt x="382997" y="561625"/>
                  <a:pt x="373815" y="558207"/>
                  <a:pt x="364661" y="558282"/>
                </a:cubicBezTo>
                <a:close/>
                <a:moveTo>
                  <a:pt x="758801" y="329475"/>
                </a:moveTo>
                <a:cubicBezTo>
                  <a:pt x="749649" y="329401"/>
                  <a:pt x="740466" y="332819"/>
                  <a:pt x="733427" y="339746"/>
                </a:cubicBezTo>
                <a:lnTo>
                  <a:pt x="733426" y="339746"/>
                </a:lnTo>
                <a:cubicBezTo>
                  <a:pt x="719345" y="353600"/>
                  <a:pt x="719161" y="376245"/>
                  <a:pt x="733017" y="390327"/>
                </a:cubicBezTo>
                <a:lnTo>
                  <a:pt x="753909" y="411562"/>
                </a:lnTo>
                <a:lnTo>
                  <a:pt x="542733" y="411561"/>
                </a:lnTo>
                <a:cubicBezTo>
                  <a:pt x="532856" y="411562"/>
                  <a:pt x="523915" y="415565"/>
                  <a:pt x="517443" y="422037"/>
                </a:cubicBezTo>
                <a:lnTo>
                  <a:pt x="506967" y="447329"/>
                </a:lnTo>
                <a:lnTo>
                  <a:pt x="517443" y="472620"/>
                </a:lnTo>
                <a:cubicBezTo>
                  <a:pt x="523916" y="479093"/>
                  <a:pt x="532857" y="483097"/>
                  <a:pt x="542734" y="483095"/>
                </a:cubicBezTo>
                <a:lnTo>
                  <a:pt x="753910" y="483096"/>
                </a:lnTo>
                <a:lnTo>
                  <a:pt x="733016" y="504333"/>
                </a:lnTo>
                <a:cubicBezTo>
                  <a:pt x="719162" y="518413"/>
                  <a:pt x="719345" y="541059"/>
                  <a:pt x="733426" y="554913"/>
                </a:cubicBezTo>
                <a:cubicBezTo>
                  <a:pt x="747507" y="568767"/>
                  <a:pt x="770152" y="568583"/>
                  <a:pt x="784007" y="554503"/>
                </a:cubicBezTo>
                <a:lnTo>
                  <a:pt x="864318" y="472878"/>
                </a:lnTo>
                <a:lnTo>
                  <a:pt x="869302" y="465238"/>
                </a:lnTo>
                <a:lnTo>
                  <a:pt x="871991" y="461251"/>
                </a:lnTo>
                <a:lnTo>
                  <a:pt x="872070" y="460997"/>
                </a:lnTo>
                <a:lnTo>
                  <a:pt x="872079" y="460982"/>
                </a:lnTo>
                <a:lnTo>
                  <a:pt x="872087" y="460942"/>
                </a:lnTo>
                <a:lnTo>
                  <a:pt x="874075" y="454537"/>
                </a:lnTo>
                <a:cubicBezTo>
                  <a:pt x="874551" y="452209"/>
                  <a:pt x="874801" y="449799"/>
                  <a:pt x="874801" y="447329"/>
                </a:cubicBezTo>
                <a:cubicBezTo>
                  <a:pt x="874802" y="444860"/>
                  <a:pt x="874552" y="442449"/>
                  <a:pt x="874076" y="440121"/>
                </a:cubicBezTo>
                <a:lnTo>
                  <a:pt x="872087" y="433715"/>
                </a:lnTo>
                <a:lnTo>
                  <a:pt x="872079" y="433677"/>
                </a:lnTo>
                <a:lnTo>
                  <a:pt x="872071" y="433662"/>
                </a:lnTo>
                <a:lnTo>
                  <a:pt x="871991" y="433407"/>
                </a:lnTo>
                <a:lnTo>
                  <a:pt x="869292" y="429403"/>
                </a:lnTo>
                <a:lnTo>
                  <a:pt x="864319" y="421781"/>
                </a:lnTo>
                <a:lnTo>
                  <a:pt x="784007" y="340156"/>
                </a:lnTo>
                <a:cubicBezTo>
                  <a:pt x="777079" y="333117"/>
                  <a:pt x="767954" y="329550"/>
                  <a:pt x="758801" y="329475"/>
                </a:cubicBezTo>
                <a:close/>
                <a:moveTo>
                  <a:pt x="364662" y="225921"/>
                </a:moveTo>
                <a:cubicBezTo>
                  <a:pt x="355509" y="225995"/>
                  <a:pt x="346383" y="229561"/>
                  <a:pt x="339456" y="236601"/>
                </a:cubicBezTo>
                <a:lnTo>
                  <a:pt x="259145" y="318226"/>
                </a:lnTo>
                <a:lnTo>
                  <a:pt x="254173" y="325848"/>
                </a:lnTo>
                <a:lnTo>
                  <a:pt x="251473" y="329852"/>
                </a:lnTo>
                <a:lnTo>
                  <a:pt x="251394" y="330107"/>
                </a:lnTo>
                <a:lnTo>
                  <a:pt x="251384" y="330122"/>
                </a:lnTo>
                <a:lnTo>
                  <a:pt x="251376" y="330161"/>
                </a:lnTo>
                <a:lnTo>
                  <a:pt x="249389" y="336566"/>
                </a:lnTo>
                <a:cubicBezTo>
                  <a:pt x="248912" y="338894"/>
                  <a:pt x="248662" y="341305"/>
                  <a:pt x="248662" y="343774"/>
                </a:cubicBezTo>
                <a:cubicBezTo>
                  <a:pt x="248662" y="346244"/>
                  <a:pt x="248912" y="348654"/>
                  <a:pt x="249389" y="350982"/>
                </a:cubicBezTo>
                <a:lnTo>
                  <a:pt x="251377" y="357387"/>
                </a:lnTo>
                <a:lnTo>
                  <a:pt x="251384" y="357428"/>
                </a:lnTo>
                <a:lnTo>
                  <a:pt x="251393" y="357443"/>
                </a:lnTo>
                <a:lnTo>
                  <a:pt x="251473" y="357696"/>
                </a:lnTo>
                <a:lnTo>
                  <a:pt x="254161" y="361684"/>
                </a:lnTo>
                <a:lnTo>
                  <a:pt x="259145" y="369323"/>
                </a:lnTo>
                <a:lnTo>
                  <a:pt x="339456" y="450948"/>
                </a:lnTo>
                <a:cubicBezTo>
                  <a:pt x="353310" y="465028"/>
                  <a:pt x="375957" y="465212"/>
                  <a:pt x="390037" y="451358"/>
                </a:cubicBezTo>
                <a:cubicBezTo>
                  <a:pt x="404118" y="437503"/>
                  <a:pt x="404302" y="414858"/>
                  <a:pt x="390448" y="400777"/>
                </a:cubicBezTo>
                <a:lnTo>
                  <a:pt x="369553" y="379542"/>
                </a:lnTo>
                <a:lnTo>
                  <a:pt x="580730" y="379541"/>
                </a:lnTo>
                <a:cubicBezTo>
                  <a:pt x="590606" y="379541"/>
                  <a:pt x="599549" y="375538"/>
                  <a:pt x="606021" y="369065"/>
                </a:cubicBezTo>
                <a:lnTo>
                  <a:pt x="616497" y="343774"/>
                </a:lnTo>
                <a:lnTo>
                  <a:pt x="606021" y="318483"/>
                </a:lnTo>
                <a:cubicBezTo>
                  <a:pt x="599549" y="312010"/>
                  <a:pt x="590606" y="308006"/>
                  <a:pt x="580730" y="308006"/>
                </a:cubicBezTo>
                <a:lnTo>
                  <a:pt x="369553" y="308007"/>
                </a:lnTo>
                <a:lnTo>
                  <a:pt x="390447" y="286772"/>
                </a:lnTo>
                <a:cubicBezTo>
                  <a:pt x="404302" y="272691"/>
                  <a:pt x="404118" y="250045"/>
                  <a:pt x="390038" y="236191"/>
                </a:cubicBezTo>
                <a:cubicBezTo>
                  <a:pt x="382997" y="229264"/>
                  <a:pt x="373816" y="225846"/>
                  <a:pt x="364662" y="225921"/>
                </a:cubicBezTo>
                <a:close/>
                <a:moveTo>
                  <a:pt x="99325" y="0"/>
                </a:moveTo>
                <a:lnTo>
                  <a:pt x="1024137" y="0"/>
                </a:lnTo>
                <a:cubicBezTo>
                  <a:pt x="1078993" y="0"/>
                  <a:pt x="1123462" y="44469"/>
                  <a:pt x="1123462" y="99325"/>
                </a:cubicBezTo>
                <a:lnTo>
                  <a:pt x="1123462" y="1024137"/>
                </a:lnTo>
                <a:cubicBezTo>
                  <a:pt x="1123462" y="1078993"/>
                  <a:pt x="1078993" y="1123462"/>
                  <a:pt x="1024137" y="1123462"/>
                </a:cubicBezTo>
                <a:lnTo>
                  <a:pt x="99325" y="1123462"/>
                </a:lnTo>
                <a:cubicBezTo>
                  <a:pt x="44469" y="1123462"/>
                  <a:pt x="0" y="1078993"/>
                  <a:pt x="0" y="1024137"/>
                </a:cubicBezTo>
                <a:lnTo>
                  <a:pt x="0" y="99325"/>
                </a:lnTo>
                <a:cubicBezTo>
                  <a:pt x="0" y="44469"/>
                  <a:pt x="44469" y="0"/>
                  <a:pt x="99325" y="0"/>
                </a:cubicBezTo>
                <a:close/>
              </a:path>
            </a:pathLst>
          </a:custGeom>
          <a:solidFill>
            <a:srgbClr val="113074"/>
          </a:solidFill>
          <a:ln w="9525" cap="flat" cmpd="sng" algn="ctr">
            <a:noFill/>
            <a:prstDash val="solid"/>
          </a:ln>
          <a:effectLst>
            <a:glow rad="50800">
              <a:srgbClr val="FFFF00"/>
            </a:glow>
          </a:effectLst>
        </p:spPr>
        <p:txBody>
          <a:bodyPr lIns="51432" tIns="25716" rIns="51432" bIns="25716" rtlCol="0" anchor="ctr"/>
          <a:lstStyle/>
          <a:p>
            <a:pPr algn="ctr" defTabSz="514350">
              <a:defRPr/>
            </a:pPr>
            <a:endParaRPr kumimoji="0" lang="en-US" sz="1400" kern="0">
              <a:solidFill>
                <a:srgbClr val="FFFFFF"/>
              </a:solidFill>
              <a:latin typeface="Noto Sans CJK SC Light"/>
            </a:endParaRPr>
          </a:p>
        </p:txBody>
      </p:sp>
      <p:sp>
        <p:nvSpPr>
          <p:cNvPr id="765" name="Rounded Rectangle 25">
            <a:extLst>
              <a:ext uri="{FF2B5EF4-FFF2-40B4-BE49-F238E27FC236}">
                <a16:creationId xmlns:a16="http://schemas.microsoft.com/office/drawing/2014/main" id="{D910AF7F-8999-AEBF-1196-B22FCC3195B5}"/>
              </a:ext>
            </a:extLst>
          </p:cNvPr>
          <p:cNvSpPr/>
          <p:nvPr/>
        </p:nvSpPr>
        <p:spPr>
          <a:xfrm>
            <a:off x="2601208" y="5630725"/>
            <a:ext cx="252580" cy="240555"/>
          </a:xfrm>
          <a:custGeom>
            <a:avLst/>
            <a:gdLst/>
            <a:ahLst/>
            <a:cxnLst/>
            <a:rect l="l" t="t" r="r" b="b"/>
            <a:pathLst>
              <a:path w="1123462" h="1123462">
                <a:moveTo>
                  <a:pt x="758801" y="661837"/>
                </a:moveTo>
                <a:cubicBezTo>
                  <a:pt x="749648" y="661762"/>
                  <a:pt x="740466" y="665180"/>
                  <a:pt x="733427" y="672107"/>
                </a:cubicBezTo>
                <a:cubicBezTo>
                  <a:pt x="719346" y="685961"/>
                  <a:pt x="719161" y="708607"/>
                  <a:pt x="733016" y="722687"/>
                </a:cubicBezTo>
                <a:lnTo>
                  <a:pt x="753910" y="743923"/>
                </a:lnTo>
                <a:lnTo>
                  <a:pt x="542733" y="743923"/>
                </a:lnTo>
                <a:cubicBezTo>
                  <a:pt x="532857" y="743923"/>
                  <a:pt x="523914" y="747926"/>
                  <a:pt x="517443" y="754399"/>
                </a:cubicBezTo>
                <a:lnTo>
                  <a:pt x="506967" y="779690"/>
                </a:lnTo>
                <a:lnTo>
                  <a:pt x="517443" y="804981"/>
                </a:lnTo>
                <a:cubicBezTo>
                  <a:pt x="523916" y="811453"/>
                  <a:pt x="532858" y="815458"/>
                  <a:pt x="542734" y="815457"/>
                </a:cubicBezTo>
                <a:lnTo>
                  <a:pt x="753910" y="815457"/>
                </a:lnTo>
                <a:lnTo>
                  <a:pt x="733016" y="836693"/>
                </a:lnTo>
                <a:cubicBezTo>
                  <a:pt x="719162" y="850774"/>
                  <a:pt x="719346" y="873420"/>
                  <a:pt x="733426" y="887274"/>
                </a:cubicBezTo>
                <a:cubicBezTo>
                  <a:pt x="747507" y="901128"/>
                  <a:pt x="770153" y="900944"/>
                  <a:pt x="784007" y="886863"/>
                </a:cubicBezTo>
                <a:lnTo>
                  <a:pt x="864319" y="805239"/>
                </a:lnTo>
                <a:lnTo>
                  <a:pt x="869302" y="797600"/>
                </a:lnTo>
                <a:lnTo>
                  <a:pt x="871992" y="793612"/>
                </a:lnTo>
                <a:lnTo>
                  <a:pt x="872069" y="793358"/>
                </a:lnTo>
                <a:lnTo>
                  <a:pt x="872080" y="793343"/>
                </a:lnTo>
                <a:lnTo>
                  <a:pt x="872088" y="793303"/>
                </a:lnTo>
                <a:lnTo>
                  <a:pt x="874076" y="786899"/>
                </a:lnTo>
                <a:cubicBezTo>
                  <a:pt x="874552" y="784570"/>
                  <a:pt x="874802" y="782160"/>
                  <a:pt x="874802" y="779690"/>
                </a:cubicBezTo>
                <a:cubicBezTo>
                  <a:pt x="874801" y="777222"/>
                  <a:pt x="874552" y="774810"/>
                  <a:pt x="874075" y="772482"/>
                </a:cubicBezTo>
                <a:lnTo>
                  <a:pt x="872087" y="766077"/>
                </a:lnTo>
                <a:lnTo>
                  <a:pt x="872080" y="766038"/>
                </a:lnTo>
                <a:lnTo>
                  <a:pt x="872070" y="766023"/>
                </a:lnTo>
                <a:lnTo>
                  <a:pt x="871992" y="765768"/>
                </a:lnTo>
                <a:lnTo>
                  <a:pt x="869291" y="761764"/>
                </a:lnTo>
                <a:lnTo>
                  <a:pt x="864318" y="754142"/>
                </a:lnTo>
                <a:lnTo>
                  <a:pt x="784006" y="672518"/>
                </a:lnTo>
                <a:cubicBezTo>
                  <a:pt x="777079" y="665477"/>
                  <a:pt x="767954" y="661911"/>
                  <a:pt x="758801" y="661837"/>
                </a:cubicBezTo>
                <a:close/>
                <a:moveTo>
                  <a:pt x="364661" y="558282"/>
                </a:moveTo>
                <a:cubicBezTo>
                  <a:pt x="355509" y="558355"/>
                  <a:pt x="346384" y="561922"/>
                  <a:pt x="339457" y="568962"/>
                </a:cubicBezTo>
                <a:lnTo>
                  <a:pt x="259145" y="650587"/>
                </a:lnTo>
                <a:lnTo>
                  <a:pt x="254172" y="658209"/>
                </a:lnTo>
                <a:lnTo>
                  <a:pt x="251473" y="662213"/>
                </a:lnTo>
                <a:lnTo>
                  <a:pt x="251394" y="662469"/>
                </a:lnTo>
                <a:lnTo>
                  <a:pt x="251384" y="662482"/>
                </a:lnTo>
                <a:lnTo>
                  <a:pt x="251377" y="662522"/>
                </a:lnTo>
                <a:lnTo>
                  <a:pt x="249388" y="668927"/>
                </a:lnTo>
                <a:cubicBezTo>
                  <a:pt x="248912" y="671255"/>
                  <a:pt x="248662" y="673667"/>
                  <a:pt x="248662" y="676135"/>
                </a:cubicBezTo>
                <a:cubicBezTo>
                  <a:pt x="248662" y="678605"/>
                  <a:pt x="248913" y="681015"/>
                  <a:pt x="249389" y="683344"/>
                </a:cubicBezTo>
                <a:lnTo>
                  <a:pt x="251377" y="689748"/>
                </a:lnTo>
                <a:lnTo>
                  <a:pt x="251383" y="689789"/>
                </a:lnTo>
                <a:lnTo>
                  <a:pt x="251393" y="689803"/>
                </a:lnTo>
                <a:lnTo>
                  <a:pt x="251473" y="690057"/>
                </a:lnTo>
                <a:lnTo>
                  <a:pt x="254161" y="694045"/>
                </a:lnTo>
                <a:lnTo>
                  <a:pt x="259145" y="701683"/>
                </a:lnTo>
                <a:lnTo>
                  <a:pt x="339457" y="783309"/>
                </a:lnTo>
                <a:cubicBezTo>
                  <a:pt x="353311" y="797389"/>
                  <a:pt x="375956" y="797573"/>
                  <a:pt x="390037" y="783719"/>
                </a:cubicBezTo>
                <a:cubicBezTo>
                  <a:pt x="404118" y="769864"/>
                  <a:pt x="404302" y="747219"/>
                  <a:pt x="390448" y="733138"/>
                </a:cubicBezTo>
                <a:lnTo>
                  <a:pt x="369553" y="711902"/>
                </a:lnTo>
                <a:lnTo>
                  <a:pt x="580730" y="711901"/>
                </a:lnTo>
                <a:cubicBezTo>
                  <a:pt x="590607" y="711902"/>
                  <a:pt x="599548" y="707899"/>
                  <a:pt x="606020" y="701426"/>
                </a:cubicBezTo>
                <a:lnTo>
                  <a:pt x="616497" y="676135"/>
                </a:lnTo>
                <a:lnTo>
                  <a:pt x="606021" y="650843"/>
                </a:lnTo>
                <a:cubicBezTo>
                  <a:pt x="599549" y="644371"/>
                  <a:pt x="590606" y="640368"/>
                  <a:pt x="580730" y="640368"/>
                </a:cubicBezTo>
                <a:lnTo>
                  <a:pt x="369554" y="640368"/>
                </a:lnTo>
                <a:lnTo>
                  <a:pt x="390448" y="619133"/>
                </a:lnTo>
                <a:cubicBezTo>
                  <a:pt x="404302" y="605052"/>
                  <a:pt x="404118" y="582406"/>
                  <a:pt x="390038" y="568551"/>
                </a:cubicBezTo>
                <a:lnTo>
                  <a:pt x="390038" y="568553"/>
                </a:lnTo>
                <a:cubicBezTo>
                  <a:pt x="382997" y="561625"/>
                  <a:pt x="373815" y="558207"/>
                  <a:pt x="364661" y="558282"/>
                </a:cubicBezTo>
                <a:close/>
                <a:moveTo>
                  <a:pt x="758801" y="329475"/>
                </a:moveTo>
                <a:cubicBezTo>
                  <a:pt x="749649" y="329401"/>
                  <a:pt x="740466" y="332819"/>
                  <a:pt x="733427" y="339746"/>
                </a:cubicBezTo>
                <a:lnTo>
                  <a:pt x="733426" y="339746"/>
                </a:lnTo>
                <a:cubicBezTo>
                  <a:pt x="719345" y="353600"/>
                  <a:pt x="719161" y="376245"/>
                  <a:pt x="733017" y="390327"/>
                </a:cubicBezTo>
                <a:lnTo>
                  <a:pt x="753909" y="411562"/>
                </a:lnTo>
                <a:lnTo>
                  <a:pt x="542733" y="411561"/>
                </a:lnTo>
                <a:cubicBezTo>
                  <a:pt x="532856" y="411562"/>
                  <a:pt x="523915" y="415565"/>
                  <a:pt x="517443" y="422037"/>
                </a:cubicBezTo>
                <a:lnTo>
                  <a:pt x="506967" y="447329"/>
                </a:lnTo>
                <a:lnTo>
                  <a:pt x="517443" y="472620"/>
                </a:lnTo>
                <a:cubicBezTo>
                  <a:pt x="523916" y="479093"/>
                  <a:pt x="532857" y="483097"/>
                  <a:pt x="542734" y="483095"/>
                </a:cubicBezTo>
                <a:lnTo>
                  <a:pt x="753910" y="483096"/>
                </a:lnTo>
                <a:lnTo>
                  <a:pt x="733016" y="504333"/>
                </a:lnTo>
                <a:cubicBezTo>
                  <a:pt x="719162" y="518413"/>
                  <a:pt x="719345" y="541059"/>
                  <a:pt x="733426" y="554913"/>
                </a:cubicBezTo>
                <a:cubicBezTo>
                  <a:pt x="747507" y="568767"/>
                  <a:pt x="770152" y="568583"/>
                  <a:pt x="784007" y="554503"/>
                </a:cubicBezTo>
                <a:lnTo>
                  <a:pt x="864318" y="472878"/>
                </a:lnTo>
                <a:lnTo>
                  <a:pt x="869302" y="465238"/>
                </a:lnTo>
                <a:lnTo>
                  <a:pt x="871991" y="461251"/>
                </a:lnTo>
                <a:lnTo>
                  <a:pt x="872070" y="460997"/>
                </a:lnTo>
                <a:lnTo>
                  <a:pt x="872079" y="460982"/>
                </a:lnTo>
                <a:lnTo>
                  <a:pt x="872087" y="460942"/>
                </a:lnTo>
                <a:lnTo>
                  <a:pt x="874075" y="454537"/>
                </a:lnTo>
                <a:cubicBezTo>
                  <a:pt x="874551" y="452209"/>
                  <a:pt x="874801" y="449799"/>
                  <a:pt x="874801" y="447329"/>
                </a:cubicBezTo>
                <a:cubicBezTo>
                  <a:pt x="874802" y="444860"/>
                  <a:pt x="874552" y="442449"/>
                  <a:pt x="874076" y="440121"/>
                </a:cubicBezTo>
                <a:lnTo>
                  <a:pt x="872087" y="433715"/>
                </a:lnTo>
                <a:lnTo>
                  <a:pt x="872079" y="433677"/>
                </a:lnTo>
                <a:lnTo>
                  <a:pt x="872071" y="433662"/>
                </a:lnTo>
                <a:lnTo>
                  <a:pt x="871991" y="433407"/>
                </a:lnTo>
                <a:lnTo>
                  <a:pt x="869292" y="429403"/>
                </a:lnTo>
                <a:lnTo>
                  <a:pt x="864319" y="421781"/>
                </a:lnTo>
                <a:lnTo>
                  <a:pt x="784007" y="340156"/>
                </a:lnTo>
                <a:cubicBezTo>
                  <a:pt x="777079" y="333117"/>
                  <a:pt x="767954" y="329550"/>
                  <a:pt x="758801" y="329475"/>
                </a:cubicBezTo>
                <a:close/>
                <a:moveTo>
                  <a:pt x="364662" y="225921"/>
                </a:moveTo>
                <a:cubicBezTo>
                  <a:pt x="355509" y="225995"/>
                  <a:pt x="346383" y="229561"/>
                  <a:pt x="339456" y="236601"/>
                </a:cubicBezTo>
                <a:lnTo>
                  <a:pt x="259145" y="318226"/>
                </a:lnTo>
                <a:lnTo>
                  <a:pt x="254173" y="325848"/>
                </a:lnTo>
                <a:lnTo>
                  <a:pt x="251473" y="329852"/>
                </a:lnTo>
                <a:lnTo>
                  <a:pt x="251394" y="330107"/>
                </a:lnTo>
                <a:lnTo>
                  <a:pt x="251384" y="330122"/>
                </a:lnTo>
                <a:lnTo>
                  <a:pt x="251376" y="330161"/>
                </a:lnTo>
                <a:lnTo>
                  <a:pt x="249389" y="336566"/>
                </a:lnTo>
                <a:cubicBezTo>
                  <a:pt x="248912" y="338894"/>
                  <a:pt x="248662" y="341305"/>
                  <a:pt x="248662" y="343774"/>
                </a:cubicBezTo>
                <a:cubicBezTo>
                  <a:pt x="248662" y="346244"/>
                  <a:pt x="248912" y="348654"/>
                  <a:pt x="249389" y="350982"/>
                </a:cubicBezTo>
                <a:lnTo>
                  <a:pt x="251377" y="357387"/>
                </a:lnTo>
                <a:lnTo>
                  <a:pt x="251384" y="357428"/>
                </a:lnTo>
                <a:lnTo>
                  <a:pt x="251393" y="357443"/>
                </a:lnTo>
                <a:lnTo>
                  <a:pt x="251473" y="357696"/>
                </a:lnTo>
                <a:lnTo>
                  <a:pt x="254161" y="361684"/>
                </a:lnTo>
                <a:lnTo>
                  <a:pt x="259145" y="369323"/>
                </a:lnTo>
                <a:lnTo>
                  <a:pt x="339456" y="450948"/>
                </a:lnTo>
                <a:cubicBezTo>
                  <a:pt x="353310" y="465028"/>
                  <a:pt x="375957" y="465212"/>
                  <a:pt x="390037" y="451358"/>
                </a:cubicBezTo>
                <a:cubicBezTo>
                  <a:pt x="404118" y="437503"/>
                  <a:pt x="404302" y="414858"/>
                  <a:pt x="390448" y="400777"/>
                </a:cubicBezTo>
                <a:lnTo>
                  <a:pt x="369553" y="379542"/>
                </a:lnTo>
                <a:lnTo>
                  <a:pt x="580730" y="379541"/>
                </a:lnTo>
                <a:cubicBezTo>
                  <a:pt x="590606" y="379541"/>
                  <a:pt x="599549" y="375538"/>
                  <a:pt x="606021" y="369065"/>
                </a:cubicBezTo>
                <a:lnTo>
                  <a:pt x="616497" y="343774"/>
                </a:lnTo>
                <a:lnTo>
                  <a:pt x="606021" y="318483"/>
                </a:lnTo>
                <a:cubicBezTo>
                  <a:pt x="599549" y="312010"/>
                  <a:pt x="590606" y="308006"/>
                  <a:pt x="580730" y="308006"/>
                </a:cubicBezTo>
                <a:lnTo>
                  <a:pt x="369553" y="308007"/>
                </a:lnTo>
                <a:lnTo>
                  <a:pt x="390447" y="286772"/>
                </a:lnTo>
                <a:cubicBezTo>
                  <a:pt x="404302" y="272691"/>
                  <a:pt x="404118" y="250045"/>
                  <a:pt x="390038" y="236191"/>
                </a:cubicBezTo>
                <a:cubicBezTo>
                  <a:pt x="382997" y="229264"/>
                  <a:pt x="373816" y="225846"/>
                  <a:pt x="364662" y="225921"/>
                </a:cubicBezTo>
                <a:close/>
                <a:moveTo>
                  <a:pt x="99325" y="0"/>
                </a:moveTo>
                <a:lnTo>
                  <a:pt x="1024137" y="0"/>
                </a:lnTo>
                <a:cubicBezTo>
                  <a:pt x="1078993" y="0"/>
                  <a:pt x="1123462" y="44469"/>
                  <a:pt x="1123462" y="99325"/>
                </a:cubicBezTo>
                <a:lnTo>
                  <a:pt x="1123462" y="1024137"/>
                </a:lnTo>
                <a:cubicBezTo>
                  <a:pt x="1123462" y="1078993"/>
                  <a:pt x="1078993" y="1123462"/>
                  <a:pt x="1024137" y="1123462"/>
                </a:cubicBezTo>
                <a:lnTo>
                  <a:pt x="99325" y="1123462"/>
                </a:lnTo>
                <a:cubicBezTo>
                  <a:pt x="44469" y="1123462"/>
                  <a:pt x="0" y="1078993"/>
                  <a:pt x="0" y="1024137"/>
                </a:cubicBezTo>
                <a:lnTo>
                  <a:pt x="0" y="99325"/>
                </a:lnTo>
                <a:cubicBezTo>
                  <a:pt x="0" y="44469"/>
                  <a:pt x="44469" y="0"/>
                  <a:pt x="99325" y="0"/>
                </a:cubicBezTo>
                <a:close/>
              </a:path>
            </a:pathLst>
          </a:custGeom>
          <a:solidFill>
            <a:srgbClr val="113074"/>
          </a:solidFill>
          <a:ln w="9525" cap="flat" cmpd="sng" algn="ctr">
            <a:noFill/>
            <a:prstDash val="solid"/>
          </a:ln>
          <a:effectLst>
            <a:glow rad="50800">
              <a:srgbClr val="FFFF00"/>
            </a:glow>
          </a:effectLst>
        </p:spPr>
        <p:txBody>
          <a:bodyPr lIns="51432" tIns="25716" rIns="51432" bIns="25716" rtlCol="0" anchor="ctr"/>
          <a:lstStyle/>
          <a:p>
            <a:pPr algn="ctr" defTabSz="514350">
              <a:defRPr/>
            </a:pPr>
            <a:endParaRPr kumimoji="0" lang="en-US" sz="1400" kern="0">
              <a:solidFill>
                <a:srgbClr val="FFFFFF"/>
              </a:solidFill>
              <a:latin typeface="Noto Sans CJK SC Light"/>
            </a:endParaRPr>
          </a:p>
        </p:txBody>
      </p:sp>
      <p:sp>
        <p:nvSpPr>
          <p:cNvPr id="772" name="Rounded Rectangle 25">
            <a:extLst>
              <a:ext uri="{FF2B5EF4-FFF2-40B4-BE49-F238E27FC236}">
                <a16:creationId xmlns:a16="http://schemas.microsoft.com/office/drawing/2014/main" id="{FCAE2498-E026-7B3B-723A-D8CAC4E21B40}"/>
              </a:ext>
            </a:extLst>
          </p:cNvPr>
          <p:cNvSpPr/>
          <p:nvPr/>
        </p:nvSpPr>
        <p:spPr>
          <a:xfrm>
            <a:off x="10661665" y="5438535"/>
            <a:ext cx="252580" cy="240555"/>
          </a:xfrm>
          <a:custGeom>
            <a:avLst/>
            <a:gdLst/>
            <a:ahLst/>
            <a:cxnLst/>
            <a:rect l="l" t="t" r="r" b="b"/>
            <a:pathLst>
              <a:path w="1123462" h="1123462">
                <a:moveTo>
                  <a:pt x="758801" y="661837"/>
                </a:moveTo>
                <a:cubicBezTo>
                  <a:pt x="749648" y="661762"/>
                  <a:pt x="740466" y="665180"/>
                  <a:pt x="733427" y="672107"/>
                </a:cubicBezTo>
                <a:cubicBezTo>
                  <a:pt x="719346" y="685961"/>
                  <a:pt x="719161" y="708607"/>
                  <a:pt x="733016" y="722687"/>
                </a:cubicBezTo>
                <a:lnTo>
                  <a:pt x="753910" y="743923"/>
                </a:lnTo>
                <a:lnTo>
                  <a:pt x="542733" y="743923"/>
                </a:lnTo>
                <a:cubicBezTo>
                  <a:pt x="532857" y="743923"/>
                  <a:pt x="523914" y="747926"/>
                  <a:pt x="517443" y="754399"/>
                </a:cubicBezTo>
                <a:lnTo>
                  <a:pt x="506967" y="779690"/>
                </a:lnTo>
                <a:lnTo>
                  <a:pt x="517443" y="804981"/>
                </a:lnTo>
                <a:cubicBezTo>
                  <a:pt x="523916" y="811453"/>
                  <a:pt x="532858" y="815458"/>
                  <a:pt x="542734" y="815457"/>
                </a:cubicBezTo>
                <a:lnTo>
                  <a:pt x="753910" y="815457"/>
                </a:lnTo>
                <a:lnTo>
                  <a:pt x="733016" y="836693"/>
                </a:lnTo>
                <a:cubicBezTo>
                  <a:pt x="719162" y="850774"/>
                  <a:pt x="719346" y="873420"/>
                  <a:pt x="733426" y="887274"/>
                </a:cubicBezTo>
                <a:cubicBezTo>
                  <a:pt x="747507" y="901128"/>
                  <a:pt x="770153" y="900944"/>
                  <a:pt x="784007" y="886863"/>
                </a:cubicBezTo>
                <a:lnTo>
                  <a:pt x="864319" y="805239"/>
                </a:lnTo>
                <a:lnTo>
                  <a:pt x="869302" y="797600"/>
                </a:lnTo>
                <a:lnTo>
                  <a:pt x="871992" y="793612"/>
                </a:lnTo>
                <a:lnTo>
                  <a:pt x="872069" y="793358"/>
                </a:lnTo>
                <a:lnTo>
                  <a:pt x="872080" y="793343"/>
                </a:lnTo>
                <a:lnTo>
                  <a:pt x="872088" y="793303"/>
                </a:lnTo>
                <a:lnTo>
                  <a:pt x="874076" y="786899"/>
                </a:lnTo>
                <a:cubicBezTo>
                  <a:pt x="874552" y="784570"/>
                  <a:pt x="874802" y="782160"/>
                  <a:pt x="874802" y="779690"/>
                </a:cubicBezTo>
                <a:cubicBezTo>
                  <a:pt x="874801" y="777222"/>
                  <a:pt x="874552" y="774810"/>
                  <a:pt x="874075" y="772482"/>
                </a:cubicBezTo>
                <a:lnTo>
                  <a:pt x="872087" y="766077"/>
                </a:lnTo>
                <a:lnTo>
                  <a:pt x="872080" y="766038"/>
                </a:lnTo>
                <a:lnTo>
                  <a:pt x="872070" y="766023"/>
                </a:lnTo>
                <a:lnTo>
                  <a:pt x="871992" y="765768"/>
                </a:lnTo>
                <a:lnTo>
                  <a:pt x="869291" y="761764"/>
                </a:lnTo>
                <a:lnTo>
                  <a:pt x="864318" y="754142"/>
                </a:lnTo>
                <a:lnTo>
                  <a:pt x="784006" y="672518"/>
                </a:lnTo>
                <a:cubicBezTo>
                  <a:pt x="777079" y="665477"/>
                  <a:pt x="767954" y="661911"/>
                  <a:pt x="758801" y="661837"/>
                </a:cubicBezTo>
                <a:close/>
                <a:moveTo>
                  <a:pt x="364661" y="558282"/>
                </a:moveTo>
                <a:cubicBezTo>
                  <a:pt x="355509" y="558355"/>
                  <a:pt x="346384" y="561922"/>
                  <a:pt x="339457" y="568962"/>
                </a:cubicBezTo>
                <a:lnTo>
                  <a:pt x="259145" y="650587"/>
                </a:lnTo>
                <a:lnTo>
                  <a:pt x="254172" y="658209"/>
                </a:lnTo>
                <a:lnTo>
                  <a:pt x="251473" y="662213"/>
                </a:lnTo>
                <a:lnTo>
                  <a:pt x="251394" y="662469"/>
                </a:lnTo>
                <a:lnTo>
                  <a:pt x="251384" y="662482"/>
                </a:lnTo>
                <a:lnTo>
                  <a:pt x="251377" y="662522"/>
                </a:lnTo>
                <a:lnTo>
                  <a:pt x="249388" y="668927"/>
                </a:lnTo>
                <a:cubicBezTo>
                  <a:pt x="248912" y="671255"/>
                  <a:pt x="248662" y="673667"/>
                  <a:pt x="248662" y="676135"/>
                </a:cubicBezTo>
                <a:cubicBezTo>
                  <a:pt x="248662" y="678605"/>
                  <a:pt x="248913" y="681015"/>
                  <a:pt x="249389" y="683344"/>
                </a:cubicBezTo>
                <a:lnTo>
                  <a:pt x="251377" y="689748"/>
                </a:lnTo>
                <a:lnTo>
                  <a:pt x="251383" y="689789"/>
                </a:lnTo>
                <a:lnTo>
                  <a:pt x="251393" y="689803"/>
                </a:lnTo>
                <a:lnTo>
                  <a:pt x="251473" y="690057"/>
                </a:lnTo>
                <a:lnTo>
                  <a:pt x="254161" y="694045"/>
                </a:lnTo>
                <a:lnTo>
                  <a:pt x="259145" y="701683"/>
                </a:lnTo>
                <a:lnTo>
                  <a:pt x="339457" y="783309"/>
                </a:lnTo>
                <a:cubicBezTo>
                  <a:pt x="353311" y="797389"/>
                  <a:pt x="375956" y="797573"/>
                  <a:pt x="390037" y="783719"/>
                </a:cubicBezTo>
                <a:cubicBezTo>
                  <a:pt x="404118" y="769864"/>
                  <a:pt x="404302" y="747219"/>
                  <a:pt x="390448" y="733138"/>
                </a:cubicBezTo>
                <a:lnTo>
                  <a:pt x="369553" y="711902"/>
                </a:lnTo>
                <a:lnTo>
                  <a:pt x="580730" y="711901"/>
                </a:lnTo>
                <a:cubicBezTo>
                  <a:pt x="590607" y="711902"/>
                  <a:pt x="599548" y="707899"/>
                  <a:pt x="606020" y="701426"/>
                </a:cubicBezTo>
                <a:lnTo>
                  <a:pt x="616497" y="676135"/>
                </a:lnTo>
                <a:lnTo>
                  <a:pt x="606021" y="650843"/>
                </a:lnTo>
                <a:cubicBezTo>
                  <a:pt x="599549" y="644371"/>
                  <a:pt x="590606" y="640368"/>
                  <a:pt x="580730" y="640368"/>
                </a:cubicBezTo>
                <a:lnTo>
                  <a:pt x="369554" y="640368"/>
                </a:lnTo>
                <a:lnTo>
                  <a:pt x="390448" y="619133"/>
                </a:lnTo>
                <a:cubicBezTo>
                  <a:pt x="404302" y="605052"/>
                  <a:pt x="404118" y="582406"/>
                  <a:pt x="390038" y="568551"/>
                </a:cubicBezTo>
                <a:lnTo>
                  <a:pt x="390038" y="568553"/>
                </a:lnTo>
                <a:cubicBezTo>
                  <a:pt x="382997" y="561625"/>
                  <a:pt x="373815" y="558207"/>
                  <a:pt x="364661" y="558282"/>
                </a:cubicBezTo>
                <a:close/>
                <a:moveTo>
                  <a:pt x="758801" y="329475"/>
                </a:moveTo>
                <a:cubicBezTo>
                  <a:pt x="749649" y="329401"/>
                  <a:pt x="740466" y="332819"/>
                  <a:pt x="733427" y="339746"/>
                </a:cubicBezTo>
                <a:lnTo>
                  <a:pt x="733426" y="339746"/>
                </a:lnTo>
                <a:cubicBezTo>
                  <a:pt x="719345" y="353600"/>
                  <a:pt x="719161" y="376245"/>
                  <a:pt x="733017" y="390327"/>
                </a:cubicBezTo>
                <a:lnTo>
                  <a:pt x="753909" y="411562"/>
                </a:lnTo>
                <a:lnTo>
                  <a:pt x="542733" y="411561"/>
                </a:lnTo>
                <a:cubicBezTo>
                  <a:pt x="532856" y="411562"/>
                  <a:pt x="523915" y="415565"/>
                  <a:pt x="517443" y="422037"/>
                </a:cubicBezTo>
                <a:lnTo>
                  <a:pt x="506967" y="447329"/>
                </a:lnTo>
                <a:lnTo>
                  <a:pt x="517443" y="472620"/>
                </a:lnTo>
                <a:cubicBezTo>
                  <a:pt x="523916" y="479093"/>
                  <a:pt x="532857" y="483097"/>
                  <a:pt x="542734" y="483095"/>
                </a:cubicBezTo>
                <a:lnTo>
                  <a:pt x="753910" y="483096"/>
                </a:lnTo>
                <a:lnTo>
                  <a:pt x="733016" y="504333"/>
                </a:lnTo>
                <a:cubicBezTo>
                  <a:pt x="719162" y="518413"/>
                  <a:pt x="719345" y="541059"/>
                  <a:pt x="733426" y="554913"/>
                </a:cubicBezTo>
                <a:cubicBezTo>
                  <a:pt x="747507" y="568767"/>
                  <a:pt x="770152" y="568583"/>
                  <a:pt x="784007" y="554503"/>
                </a:cubicBezTo>
                <a:lnTo>
                  <a:pt x="864318" y="472878"/>
                </a:lnTo>
                <a:lnTo>
                  <a:pt x="869302" y="465238"/>
                </a:lnTo>
                <a:lnTo>
                  <a:pt x="871991" y="461251"/>
                </a:lnTo>
                <a:lnTo>
                  <a:pt x="872070" y="460997"/>
                </a:lnTo>
                <a:lnTo>
                  <a:pt x="872079" y="460982"/>
                </a:lnTo>
                <a:lnTo>
                  <a:pt x="872087" y="460942"/>
                </a:lnTo>
                <a:lnTo>
                  <a:pt x="874075" y="454537"/>
                </a:lnTo>
                <a:cubicBezTo>
                  <a:pt x="874551" y="452209"/>
                  <a:pt x="874801" y="449799"/>
                  <a:pt x="874801" y="447329"/>
                </a:cubicBezTo>
                <a:cubicBezTo>
                  <a:pt x="874802" y="444860"/>
                  <a:pt x="874552" y="442449"/>
                  <a:pt x="874076" y="440121"/>
                </a:cubicBezTo>
                <a:lnTo>
                  <a:pt x="872087" y="433715"/>
                </a:lnTo>
                <a:lnTo>
                  <a:pt x="872079" y="433677"/>
                </a:lnTo>
                <a:lnTo>
                  <a:pt x="872071" y="433662"/>
                </a:lnTo>
                <a:lnTo>
                  <a:pt x="871991" y="433407"/>
                </a:lnTo>
                <a:lnTo>
                  <a:pt x="869292" y="429403"/>
                </a:lnTo>
                <a:lnTo>
                  <a:pt x="864319" y="421781"/>
                </a:lnTo>
                <a:lnTo>
                  <a:pt x="784007" y="340156"/>
                </a:lnTo>
                <a:cubicBezTo>
                  <a:pt x="777079" y="333117"/>
                  <a:pt x="767954" y="329550"/>
                  <a:pt x="758801" y="329475"/>
                </a:cubicBezTo>
                <a:close/>
                <a:moveTo>
                  <a:pt x="364662" y="225921"/>
                </a:moveTo>
                <a:cubicBezTo>
                  <a:pt x="355509" y="225995"/>
                  <a:pt x="346383" y="229561"/>
                  <a:pt x="339456" y="236601"/>
                </a:cubicBezTo>
                <a:lnTo>
                  <a:pt x="259145" y="318226"/>
                </a:lnTo>
                <a:lnTo>
                  <a:pt x="254173" y="325848"/>
                </a:lnTo>
                <a:lnTo>
                  <a:pt x="251473" y="329852"/>
                </a:lnTo>
                <a:lnTo>
                  <a:pt x="251394" y="330107"/>
                </a:lnTo>
                <a:lnTo>
                  <a:pt x="251384" y="330122"/>
                </a:lnTo>
                <a:lnTo>
                  <a:pt x="251376" y="330161"/>
                </a:lnTo>
                <a:lnTo>
                  <a:pt x="249389" y="336566"/>
                </a:lnTo>
                <a:cubicBezTo>
                  <a:pt x="248912" y="338894"/>
                  <a:pt x="248662" y="341305"/>
                  <a:pt x="248662" y="343774"/>
                </a:cubicBezTo>
                <a:cubicBezTo>
                  <a:pt x="248662" y="346244"/>
                  <a:pt x="248912" y="348654"/>
                  <a:pt x="249389" y="350982"/>
                </a:cubicBezTo>
                <a:lnTo>
                  <a:pt x="251377" y="357387"/>
                </a:lnTo>
                <a:lnTo>
                  <a:pt x="251384" y="357428"/>
                </a:lnTo>
                <a:lnTo>
                  <a:pt x="251393" y="357443"/>
                </a:lnTo>
                <a:lnTo>
                  <a:pt x="251473" y="357696"/>
                </a:lnTo>
                <a:lnTo>
                  <a:pt x="254161" y="361684"/>
                </a:lnTo>
                <a:lnTo>
                  <a:pt x="259145" y="369323"/>
                </a:lnTo>
                <a:lnTo>
                  <a:pt x="339456" y="450948"/>
                </a:lnTo>
                <a:cubicBezTo>
                  <a:pt x="353310" y="465028"/>
                  <a:pt x="375957" y="465212"/>
                  <a:pt x="390037" y="451358"/>
                </a:cubicBezTo>
                <a:cubicBezTo>
                  <a:pt x="404118" y="437503"/>
                  <a:pt x="404302" y="414858"/>
                  <a:pt x="390448" y="400777"/>
                </a:cubicBezTo>
                <a:lnTo>
                  <a:pt x="369553" y="379542"/>
                </a:lnTo>
                <a:lnTo>
                  <a:pt x="580730" y="379541"/>
                </a:lnTo>
                <a:cubicBezTo>
                  <a:pt x="590606" y="379541"/>
                  <a:pt x="599549" y="375538"/>
                  <a:pt x="606021" y="369065"/>
                </a:cubicBezTo>
                <a:lnTo>
                  <a:pt x="616497" y="343774"/>
                </a:lnTo>
                <a:lnTo>
                  <a:pt x="606021" y="318483"/>
                </a:lnTo>
                <a:cubicBezTo>
                  <a:pt x="599549" y="312010"/>
                  <a:pt x="590606" y="308006"/>
                  <a:pt x="580730" y="308006"/>
                </a:cubicBezTo>
                <a:lnTo>
                  <a:pt x="369553" y="308007"/>
                </a:lnTo>
                <a:lnTo>
                  <a:pt x="390447" y="286772"/>
                </a:lnTo>
                <a:cubicBezTo>
                  <a:pt x="404302" y="272691"/>
                  <a:pt x="404118" y="250045"/>
                  <a:pt x="390038" y="236191"/>
                </a:cubicBezTo>
                <a:cubicBezTo>
                  <a:pt x="382997" y="229264"/>
                  <a:pt x="373816" y="225846"/>
                  <a:pt x="364662" y="225921"/>
                </a:cubicBezTo>
                <a:close/>
                <a:moveTo>
                  <a:pt x="99325" y="0"/>
                </a:moveTo>
                <a:lnTo>
                  <a:pt x="1024137" y="0"/>
                </a:lnTo>
                <a:cubicBezTo>
                  <a:pt x="1078993" y="0"/>
                  <a:pt x="1123462" y="44469"/>
                  <a:pt x="1123462" y="99325"/>
                </a:cubicBezTo>
                <a:lnTo>
                  <a:pt x="1123462" y="1024137"/>
                </a:lnTo>
                <a:cubicBezTo>
                  <a:pt x="1123462" y="1078993"/>
                  <a:pt x="1078993" y="1123462"/>
                  <a:pt x="1024137" y="1123462"/>
                </a:cubicBezTo>
                <a:lnTo>
                  <a:pt x="99325" y="1123462"/>
                </a:lnTo>
                <a:cubicBezTo>
                  <a:pt x="44469" y="1123462"/>
                  <a:pt x="0" y="1078993"/>
                  <a:pt x="0" y="1024137"/>
                </a:cubicBezTo>
                <a:lnTo>
                  <a:pt x="0" y="99325"/>
                </a:lnTo>
                <a:cubicBezTo>
                  <a:pt x="0" y="44469"/>
                  <a:pt x="44469" y="0"/>
                  <a:pt x="99325" y="0"/>
                </a:cubicBezTo>
                <a:close/>
              </a:path>
            </a:pathLst>
          </a:custGeom>
          <a:solidFill>
            <a:srgbClr val="113074"/>
          </a:solidFill>
          <a:ln w="9525" cap="flat" cmpd="sng" algn="ctr">
            <a:noFill/>
            <a:prstDash val="solid"/>
          </a:ln>
          <a:effectLst>
            <a:glow rad="50800">
              <a:srgbClr val="FFFF00"/>
            </a:glow>
          </a:effectLst>
        </p:spPr>
        <p:txBody>
          <a:bodyPr lIns="51432" tIns="25716" rIns="51432" bIns="25716" rtlCol="0" anchor="ctr"/>
          <a:lstStyle/>
          <a:p>
            <a:pPr algn="ctr" defTabSz="514350">
              <a:defRPr/>
            </a:pPr>
            <a:endParaRPr kumimoji="0" lang="en-US" sz="1400" kern="0">
              <a:solidFill>
                <a:srgbClr val="FFFFFF"/>
              </a:solidFill>
              <a:latin typeface="Noto Sans CJK SC Light"/>
            </a:endParaRPr>
          </a:p>
        </p:txBody>
      </p:sp>
      <p:sp>
        <p:nvSpPr>
          <p:cNvPr id="773" name="Rounded Rectangle 25">
            <a:extLst>
              <a:ext uri="{FF2B5EF4-FFF2-40B4-BE49-F238E27FC236}">
                <a16:creationId xmlns:a16="http://schemas.microsoft.com/office/drawing/2014/main" id="{92E214C5-DDB4-5A8B-287A-A3AB72D0B723}"/>
              </a:ext>
            </a:extLst>
          </p:cNvPr>
          <p:cNvSpPr/>
          <p:nvPr/>
        </p:nvSpPr>
        <p:spPr>
          <a:xfrm>
            <a:off x="10784670" y="5505635"/>
            <a:ext cx="252580" cy="240555"/>
          </a:xfrm>
          <a:custGeom>
            <a:avLst/>
            <a:gdLst/>
            <a:ahLst/>
            <a:cxnLst/>
            <a:rect l="l" t="t" r="r" b="b"/>
            <a:pathLst>
              <a:path w="1123462" h="1123462">
                <a:moveTo>
                  <a:pt x="758801" y="661837"/>
                </a:moveTo>
                <a:cubicBezTo>
                  <a:pt x="749648" y="661762"/>
                  <a:pt x="740466" y="665180"/>
                  <a:pt x="733427" y="672107"/>
                </a:cubicBezTo>
                <a:cubicBezTo>
                  <a:pt x="719346" y="685961"/>
                  <a:pt x="719161" y="708607"/>
                  <a:pt x="733016" y="722687"/>
                </a:cubicBezTo>
                <a:lnTo>
                  <a:pt x="753910" y="743923"/>
                </a:lnTo>
                <a:lnTo>
                  <a:pt x="542733" y="743923"/>
                </a:lnTo>
                <a:cubicBezTo>
                  <a:pt x="532857" y="743923"/>
                  <a:pt x="523914" y="747926"/>
                  <a:pt x="517443" y="754399"/>
                </a:cubicBezTo>
                <a:lnTo>
                  <a:pt x="506967" y="779690"/>
                </a:lnTo>
                <a:lnTo>
                  <a:pt x="517443" y="804981"/>
                </a:lnTo>
                <a:cubicBezTo>
                  <a:pt x="523916" y="811453"/>
                  <a:pt x="532858" y="815458"/>
                  <a:pt x="542734" y="815457"/>
                </a:cubicBezTo>
                <a:lnTo>
                  <a:pt x="753910" y="815457"/>
                </a:lnTo>
                <a:lnTo>
                  <a:pt x="733016" y="836693"/>
                </a:lnTo>
                <a:cubicBezTo>
                  <a:pt x="719162" y="850774"/>
                  <a:pt x="719346" y="873420"/>
                  <a:pt x="733426" y="887274"/>
                </a:cubicBezTo>
                <a:cubicBezTo>
                  <a:pt x="747507" y="901128"/>
                  <a:pt x="770153" y="900944"/>
                  <a:pt x="784007" y="886863"/>
                </a:cubicBezTo>
                <a:lnTo>
                  <a:pt x="864319" y="805239"/>
                </a:lnTo>
                <a:lnTo>
                  <a:pt x="869302" y="797600"/>
                </a:lnTo>
                <a:lnTo>
                  <a:pt x="871992" y="793612"/>
                </a:lnTo>
                <a:lnTo>
                  <a:pt x="872069" y="793358"/>
                </a:lnTo>
                <a:lnTo>
                  <a:pt x="872080" y="793343"/>
                </a:lnTo>
                <a:lnTo>
                  <a:pt x="872088" y="793303"/>
                </a:lnTo>
                <a:lnTo>
                  <a:pt x="874076" y="786899"/>
                </a:lnTo>
                <a:cubicBezTo>
                  <a:pt x="874552" y="784570"/>
                  <a:pt x="874802" y="782160"/>
                  <a:pt x="874802" y="779690"/>
                </a:cubicBezTo>
                <a:cubicBezTo>
                  <a:pt x="874801" y="777222"/>
                  <a:pt x="874552" y="774810"/>
                  <a:pt x="874075" y="772482"/>
                </a:cubicBezTo>
                <a:lnTo>
                  <a:pt x="872087" y="766077"/>
                </a:lnTo>
                <a:lnTo>
                  <a:pt x="872080" y="766038"/>
                </a:lnTo>
                <a:lnTo>
                  <a:pt x="872070" y="766023"/>
                </a:lnTo>
                <a:lnTo>
                  <a:pt x="871992" y="765768"/>
                </a:lnTo>
                <a:lnTo>
                  <a:pt x="869291" y="761764"/>
                </a:lnTo>
                <a:lnTo>
                  <a:pt x="864318" y="754142"/>
                </a:lnTo>
                <a:lnTo>
                  <a:pt x="784006" y="672518"/>
                </a:lnTo>
                <a:cubicBezTo>
                  <a:pt x="777079" y="665477"/>
                  <a:pt x="767954" y="661911"/>
                  <a:pt x="758801" y="661837"/>
                </a:cubicBezTo>
                <a:close/>
                <a:moveTo>
                  <a:pt x="364661" y="558282"/>
                </a:moveTo>
                <a:cubicBezTo>
                  <a:pt x="355509" y="558355"/>
                  <a:pt x="346384" y="561922"/>
                  <a:pt x="339457" y="568962"/>
                </a:cubicBezTo>
                <a:lnTo>
                  <a:pt x="259145" y="650587"/>
                </a:lnTo>
                <a:lnTo>
                  <a:pt x="254172" y="658209"/>
                </a:lnTo>
                <a:lnTo>
                  <a:pt x="251473" y="662213"/>
                </a:lnTo>
                <a:lnTo>
                  <a:pt x="251394" y="662469"/>
                </a:lnTo>
                <a:lnTo>
                  <a:pt x="251384" y="662482"/>
                </a:lnTo>
                <a:lnTo>
                  <a:pt x="251377" y="662522"/>
                </a:lnTo>
                <a:lnTo>
                  <a:pt x="249388" y="668927"/>
                </a:lnTo>
                <a:cubicBezTo>
                  <a:pt x="248912" y="671255"/>
                  <a:pt x="248662" y="673667"/>
                  <a:pt x="248662" y="676135"/>
                </a:cubicBezTo>
                <a:cubicBezTo>
                  <a:pt x="248662" y="678605"/>
                  <a:pt x="248913" y="681015"/>
                  <a:pt x="249389" y="683344"/>
                </a:cubicBezTo>
                <a:lnTo>
                  <a:pt x="251377" y="689748"/>
                </a:lnTo>
                <a:lnTo>
                  <a:pt x="251383" y="689789"/>
                </a:lnTo>
                <a:lnTo>
                  <a:pt x="251393" y="689803"/>
                </a:lnTo>
                <a:lnTo>
                  <a:pt x="251473" y="690057"/>
                </a:lnTo>
                <a:lnTo>
                  <a:pt x="254161" y="694045"/>
                </a:lnTo>
                <a:lnTo>
                  <a:pt x="259145" y="701683"/>
                </a:lnTo>
                <a:lnTo>
                  <a:pt x="339457" y="783309"/>
                </a:lnTo>
                <a:cubicBezTo>
                  <a:pt x="353311" y="797389"/>
                  <a:pt x="375956" y="797573"/>
                  <a:pt x="390037" y="783719"/>
                </a:cubicBezTo>
                <a:cubicBezTo>
                  <a:pt x="404118" y="769864"/>
                  <a:pt x="404302" y="747219"/>
                  <a:pt x="390448" y="733138"/>
                </a:cubicBezTo>
                <a:lnTo>
                  <a:pt x="369553" y="711902"/>
                </a:lnTo>
                <a:lnTo>
                  <a:pt x="580730" y="711901"/>
                </a:lnTo>
                <a:cubicBezTo>
                  <a:pt x="590607" y="711902"/>
                  <a:pt x="599548" y="707899"/>
                  <a:pt x="606020" y="701426"/>
                </a:cubicBezTo>
                <a:lnTo>
                  <a:pt x="616497" y="676135"/>
                </a:lnTo>
                <a:lnTo>
                  <a:pt x="606021" y="650843"/>
                </a:lnTo>
                <a:cubicBezTo>
                  <a:pt x="599549" y="644371"/>
                  <a:pt x="590606" y="640368"/>
                  <a:pt x="580730" y="640368"/>
                </a:cubicBezTo>
                <a:lnTo>
                  <a:pt x="369554" y="640368"/>
                </a:lnTo>
                <a:lnTo>
                  <a:pt x="390448" y="619133"/>
                </a:lnTo>
                <a:cubicBezTo>
                  <a:pt x="404302" y="605052"/>
                  <a:pt x="404118" y="582406"/>
                  <a:pt x="390038" y="568551"/>
                </a:cubicBezTo>
                <a:lnTo>
                  <a:pt x="390038" y="568553"/>
                </a:lnTo>
                <a:cubicBezTo>
                  <a:pt x="382997" y="561625"/>
                  <a:pt x="373815" y="558207"/>
                  <a:pt x="364661" y="558282"/>
                </a:cubicBezTo>
                <a:close/>
                <a:moveTo>
                  <a:pt x="758801" y="329475"/>
                </a:moveTo>
                <a:cubicBezTo>
                  <a:pt x="749649" y="329401"/>
                  <a:pt x="740466" y="332819"/>
                  <a:pt x="733427" y="339746"/>
                </a:cubicBezTo>
                <a:lnTo>
                  <a:pt x="733426" y="339746"/>
                </a:lnTo>
                <a:cubicBezTo>
                  <a:pt x="719345" y="353600"/>
                  <a:pt x="719161" y="376245"/>
                  <a:pt x="733017" y="390327"/>
                </a:cubicBezTo>
                <a:lnTo>
                  <a:pt x="753909" y="411562"/>
                </a:lnTo>
                <a:lnTo>
                  <a:pt x="542733" y="411561"/>
                </a:lnTo>
                <a:cubicBezTo>
                  <a:pt x="532856" y="411562"/>
                  <a:pt x="523915" y="415565"/>
                  <a:pt x="517443" y="422037"/>
                </a:cubicBezTo>
                <a:lnTo>
                  <a:pt x="506967" y="447329"/>
                </a:lnTo>
                <a:lnTo>
                  <a:pt x="517443" y="472620"/>
                </a:lnTo>
                <a:cubicBezTo>
                  <a:pt x="523916" y="479093"/>
                  <a:pt x="532857" y="483097"/>
                  <a:pt x="542734" y="483095"/>
                </a:cubicBezTo>
                <a:lnTo>
                  <a:pt x="753910" y="483096"/>
                </a:lnTo>
                <a:lnTo>
                  <a:pt x="733016" y="504333"/>
                </a:lnTo>
                <a:cubicBezTo>
                  <a:pt x="719162" y="518413"/>
                  <a:pt x="719345" y="541059"/>
                  <a:pt x="733426" y="554913"/>
                </a:cubicBezTo>
                <a:cubicBezTo>
                  <a:pt x="747507" y="568767"/>
                  <a:pt x="770152" y="568583"/>
                  <a:pt x="784007" y="554503"/>
                </a:cubicBezTo>
                <a:lnTo>
                  <a:pt x="864318" y="472878"/>
                </a:lnTo>
                <a:lnTo>
                  <a:pt x="869302" y="465238"/>
                </a:lnTo>
                <a:lnTo>
                  <a:pt x="871991" y="461251"/>
                </a:lnTo>
                <a:lnTo>
                  <a:pt x="872070" y="460997"/>
                </a:lnTo>
                <a:lnTo>
                  <a:pt x="872079" y="460982"/>
                </a:lnTo>
                <a:lnTo>
                  <a:pt x="872087" y="460942"/>
                </a:lnTo>
                <a:lnTo>
                  <a:pt x="874075" y="454537"/>
                </a:lnTo>
                <a:cubicBezTo>
                  <a:pt x="874551" y="452209"/>
                  <a:pt x="874801" y="449799"/>
                  <a:pt x="874801" y="447329"/>
                </a:cubicBezTo>
                <a:cubicBezTo>
                  <a:pt x="874802" y="444860"/>
                  <a:pt x="874552" y="442449"/>
                  <a:pt x="874076" y="440121"/>
                </a:cubicBezTo>
                <a:lnTo>
                  <a:pt x="872087" y="433715"/>
                </a:lnTo>
                <a:lnTo>
                  <a:pt x="872079" y="433677"/>
                </a:lnTo>
                <a:lnTo>
                  <a:pt x="872071" y="433662"/>
                </a:lnTo>
                <a:lnTo>
                  <a:pt x="871991" y="433407"/>
                </a:lnTo>
                <a:lnTo>
                  <a:pt x="869292" y="429403"/>
                </a:lnTo>
                <a:lnTo>
                  <a:pt x="864319" y="421781"/>
                </a:lnTo>
                <a:lnTo>
                  <a:pt x="784007" y="340156"/>
                </a:lnTo>
                <a:cubicBezTo>
                  <a:pt x="777079" y="333117"/>
                  <a:pt x="767954" y="329550"/>
                  <a:pt x="758801" y="329475"/>
                </a:cubicBezTo>
                <a:close/>
                <a:moveTo>
                  <a:pt x="364662" y="225921"/>
                </a:moveTo>
                <a:cubicBezTo>
                  <a:pt x="355509" y="225995"/>
                  <a:pt x="346383" y="229561"/>
                  <a:pt x="339456" y="236601"/>
                </a:cubicBezTo>
                <a:lnTo>
                  <a:pt x="259145" y="318226"/>
                </a:lnTo>
                <a:lnTo>
                  <a:pt x="254173" y="325848"/>
                </a:lnTo>
                <a:lnTo>
                  <a:pt x="251473" y="329852"/>
                </a:lnTo>
                <a:lnTo>
                  <a:pt x="251394" y="330107"/>
                </a:lnTo>
                <a:lnTo>
                  <a:pt x="251384" y="330122"/>
                </a:lnTo>
                <a:lnTo>
                  <a:pt x="251376" y="330161"/>
                </a:lnTo>
                <a:lnTo>
                  <a:pt x="249389" y="336566"/>
                </a:lnTo>
                <a:cubicBezTo>
                  <a:pt x="248912" y="338894"/>
                  <a:pt x="248662" y="341305"/>
                  <a:pt x="248662" y="343774"/>
                </a:cubicBezTo>
                <a:cubicBezTo>
                  <a:pt x="248662" y="346244"/>
                  <a:pt x="248912" y="348654"/>
                  <a:pt x="249389" y="350982"/>
                </a:cubicBezTo>
                <a:lnTo>
                  <a:pt x="251377" y="357387"/>
                </a:lnTo>
                <a:lnTo>
                  <a:pt x="251384" y="357428"/>
                </a:lnTo>
                <a:lnTo>
                  <a:pt x="251393" y="357443"/>
                </a:lnTo>
                <a:lnTo>
                  <a:pt x="251473" y="357696"/>
                </a:lnTo>
                <a:lnTo>
                  <a:pt x="254161" y="361684"/>
                </a:lnTo>
                <a:lnTo>
                  <a:pt x="259145" y="369323"/>
                </a:lnTo>
                <a:lnTo>
                  <a:pt x="339456" y="450948"/>
                </a:lnTo>
                <a:cubicBezTo>
                  <a:pt x="353310" y="465028"/>
                  <a:pt x="375957" y="465212"/>
                  <a:pt x="390037" y="451358"/>
                </a:cubicBezTo>
                <a:cubicBezTo>
                  <a:pt x="404118" y="437503"/>
                  <a:pt x="404302" y="414858"/>
                  <a:pt x="390448" y="400777"/>
                </a:cubicBezTo>
                <a:lnTo>
                  <a:pt x="369553" y="379542"/>
                </a:lnTo>
                <a:lnTo>
                  <a:pt x="580730" y="379541"/>
                </a:lnTo>
                <a:cubicBezTo>
                  <a:pt x="590606" y="379541"/>
                  <a:pt x="599549" y="375538"/>
                  <a:pt x="606021" y="369065"/>
                </a:cubicBezTo>
                <a:lnTo>
                  <a:pt x="616497" y="343774"/>
                </a:lnTo>
                <a:lnTo>
                  <a:pt x="606021" y="318483"/>
                </a:lnTo>
                <a:cubicBezTo>
                  <a:pt x="599549" y="312010"/>
                  <a:pt x="590606" y="308006"/>
                  <a:pt x="580730" y="308006"/>
                </a:cubicBezTo>
                <a:lnTo>
                  <a:pt x="369553" y="308007"/>
                </a:lnTo>
                <a:lnTo>
                  <a:pt x="390447" y="286772"/>
                </a:lnTo>
                <a:cubicBezTo>
                  <a:pt x="404302" y="272691"/>
                  <a:pt x="404118" y="250045"/>
                  <a:pt x="390038" y="236191"/>
                </a:cubicBezTo>
                <a:cubicBezTo>
                  <a:pt x="382997" y="229264"/>
                  <a:pt x="373816" y="225846"/>
                  <a:pt x="364662" y="225921"/>
                </a:cubicBezTo>
                <a:close/>
                <a:moveTo>
                  <a:pt x="99325" y="0"/>
                </a:moveTo>
                <a:lnTo>
                  <a:pt x="1024137" y="0"/>
                </a:lnTo>
                <a:cubicBezTo>
                  <a:pt x="1078993" y="0"/>
                  <a:pt x="1123462" y="44469"/>
                  <a:pt x="1123462" y="99325"/>
                </a:cubicBezTo>
                <a:lnTo>
                  <a:pt x="1123462" y="1024137"/>
                </a:lnTo>
                <a:cubicBezTo>
                  <a:pt x="1123462" y="1078993"/>
                  <a:pt x="1078993" y="1123462"/>
                  <a:pt x="1024137" y="1123462"/>
                </a:cubicBezTo>
                <a:lnTo>
                  <a:pt x="99325" y="1123462"/>
                </a:lnTo>
                <a:cubicBezTo>
                  <a:pt x="44469" y="1123462"/>
                  <a:pt x="0" y="1078993"/>
                  <a:pt x="0" y="1024137"/>
                </a:cubicBezTo>
                <a:lnTo>
                  <a:pt x="0" y="99325"/>
                </a:lnTo>
                <a:cubicBezTo>
                  <a:pt x="0" y="44469"/>
                  <a:pt x="44469" y="0"/>
                  <a:pt x="99325" y="0"/>
                </a:cubicBezTo>
                <a:close/>
              </a:path>
            </a:pathLst>
          </a:custGeom>
          <a:solidFill>
            <a:srgbClr val="113074"/>
          </a:solidFill>
          <a:ln w="9525" cap="flat" cmpd="sng" algn="ctr">
            <a:noFill/>
            <a:prstDash val="solid"/>
          </a:ln>
          <a:effectLst>
            <a:glow rad="50800">
              <a:srgbClr val="FFFF00"/>
            </a:glow>
          </a:effectLst>
        </p:spPr>
        <p:txBody>
          <a:bodyPr lIns="51432" tIns="25716" rIns="51432" bIns="25716" rtlCol="0" anchor="ctr"/>
          <a:lstStyle/>
          <a:p>
            <a:pPr algn="ctr" defTabSz="514350">
              <a:defRPr/>
            </a:pPr>
            <a:endParaRPr kumimoji="0" lang="en-US" sz="1400" kern="0">
              <a:solidFill>
                <a:srgbClr val="FFFFFF"/>
              </a:solidFill>
              <a:latin typeface="Noto Sans CJK SC Light"/>
            </a:endParaRPr>
          </a:p>
        </p:txBody>
      </p:sp>
      <p:sp>
        <p:nvSpPr>
          <p:cNvPr id="774" name="Rounded Rectangle 25">
            <a:extLst>
              <a:ext uri="{FF2B5EF4-FFF2-40B4-BE49-F238E27FC236}">
                <a16:creationId xmlns:a16="http://schemas.microsoft.com/office/drawing/2014/main" id="{AF60AA45-B617-08CD-E907-81B28CED926F}"/>
              </a:ext>
            </a:extLst>
          </p:cNvPr>
          <p:cNvSpPr/>
          <p:nvPr/>
        </p:nvSpPr>
        <p:spPr>
          <a:xfrm>
            <a:off x="9842010" y="5685971"/>
            <a:ext cx="252580" cy="240555"/>
          </a:xfrm>
          <a:custGeom>
            <a:avLst/>
            <a:gdLst/>
            <a:ahLst/>
            <a:cxnLst/>
            <a:rect l="l" t="t" r="r" b="b"/>
            <a:pathLst>
              <a:path w="1123462" h="1123462">
                <a:moveTo>
                  <a:pt x="758801" y="661837"/>
                </a:moveTo>
                <a:cubicBezTo>
                  <a:pt x="749648" y="661762"/>
                  <a:pt x="740466" y="665180"/>
                  <a:pt x="733427" y="672107"/>
                </a:cubicBezTo>
                <a:cubicBezTo>
                  <a:pt x="719346" y="685961"/>
                  <a:pt x="719161" y="708607"/>
                  <a:pt x="733016" y="722687"/>
                </a:cubicBezTo>
                <a:lnTo>
                  <a:pt x="753910" y="743923"/>
                </a:lnTo>
                <a:lnTo>
                  <a:pt x="542733" y="743923"/>
                </a:lnTo>
                <a:cubicBezTo>
                  <a:pt x="532857" y="743923"/>
                  <a:pt x="523914" y="747926"/>
                  <a:pt x="517443" y="754399"/>
                </a:cubicBezTo>
                <a:lnTo>
                  <a:pt x="506967" y="779690"/>
                </a:lnTo>
                <a:lnTo>
                  <a:pt x="517443" y="804981"/>
                </a:lnTo>
                <a:cubicBezTo>
                  <a:pt x="523916" y="811453"/>
                  <a:pt x="532858" y="815458"/>
                  <a:pt x="542734" y="815457"/>
                </a:cubicBezTo>
                <a:lnTo>
                  <a:pt x="753910" y="815457"/>
                </a:lnTo>
                <a:lnTo>
                  <a:pt x="733016" y="836693"/>
                </a:lnTo>
                <a:cubicBezTo>
                  <a:pt x="719162" y="850774"/>
                  <a:pt x="719346" y="873420"/>
                  <a:pt x="733426" y="887274"/>
                </a:cubicBezTo>
                <a:cubicBezTo>
                  <a:pt x="747507" y="901128"/>
                  <a:pt x="770153" y="900944"/>
                  <a:pt x="784007" y="886863"/>
                </a:cubicBezTo>
                <a:lnTo>
                  <a:pt x="864319" y="805239"/>
                </a:lnTo>
                <a:lnTo>
                  <a:pt x="869302" y="797600"/>
                </a:lnTo>
                <a:lnTo>
                  <a:pt x="871992" y="793612"/>
                </a:lnTo>
                <a:lnTo>
                  <a:pt x="872069" y="793358"/>
                </a:lnTo>
                <a:lnTo>
                  <a:pt x="872080" y="793343"/>
                </a:lnTo>
                <a:lnTo>
                  <a:pt x="872088" y="793303"/>
                </a:lnTo>
                <a:lnTo>
                  <a:pt x="874076" y="786899"/>
                </a:lnTo>
                <a:cubicBezTo>
                  <a:pt x="874552" y="784570"/>
                  <a:pt x="874802" y="782160"/>
                  <a:pt x="874802" y="779690"/>
                </a:cubicBezTo>
                <a:cubicBezTo>
                  <a:pt x="874801" y="777222"/>
                  <a:pt x="874552" y="774810"/>
                  <a:pt x="874075" y="772482"/>
                </a:cubicBezTo>
                <a:lnTo>
                  <a:pt x="872087" y="766077"/>
                </a:lnTo>
                <a:lnTo>
                  <a:pt x="872080" y="766038"/>
                </a:lnTo>
                <a:lnTo>
                  <a:pt x="872070" y="766023"/>
                </a:lnTo>
                <a:lnTo>
                  <a:pt x="871992" y="765768"/>
                </a:lnTo>
                <a:lnTo>
                  <a:pt x="869291" y="761764"/>
                </a:lnTo>
                <a:lnTo>
                  <a:pt x="864318" y="754142"/>
                </a:lnTo>
                <a:lnTo>
                  <a:pt x="784006" y="672518"/>
                </a:lnTo>
                <a:cubicBezTo>
                  <a:pt x="777079" y="665477"/>
                  <a:pt x="767954" y="661911"/>
                  <a:pt x="758801" y="661837"/>
                </a:cubicBezTo>
                <a:close/>
                <a:moveTo>
                  <a:pt x="364661" y="558282"/>
                </a:moveTo>
                <a:cubicBezTo>
                  <a:pt x="355509" y="558355"/>
                  <a:pt x="346384" y="561922"/>
                  <a:pt x="339457" y="568962"/>
                </a:cubicBezTo>
                <a:lnTo>
                  <a:pt x="259145" y="650587"/>
                </a:lnTo>
                <a:lnTo>
                  <a:pt x="254172" y="658209"/>
                </a:lnTo>
                <a:lnTo>
                  <a:pt x="251473" y="662213"/>
                </a:lnTo>
                <a:lnTo>
                  <a:pt x="251394" y="662469"/>
                </a:lnTo>
                <a:lnTo>
                  <a:pt x="251384" y="662482"/>
                </a:lnTo>
                <a:lnTo>
                  <a:pt x="251377" y="662522"/>
                </a:lnTo>
                <a:lnTo>
                  <a:pt x="249388" y="668927"/>
                </a:lnTo>
                <a:cubicBezTo>
                  <a:pt x="248912" y="671255"/>
                  <a:pt x="248662" y="673667"/>
                  <a:pt x="248662" y="676135"/>
                </a:cubicBezTo>
                <a:cubicBezTo>
                  <a:pt x="248662" y="678605"/>
                  <a:pt x="248913" y="681015"/>
                  <a:pt x="249389" y="683344"/>
                </a:cubicBezTo>
                <a:lnTo>
                  <a:pt x="251377" y="689748"/>
                </a:lnTo>
                <a:lnTo>
                  <a:pt x="251383" y="689789"/>
                </a:lnTo>
                <a:lnTo>
                  <a:pt x="251393" y="689803"/>
                </a:lnTo>
                <a:lnTo>
                  <a:pt x="251473" y="690057"/>
                </a:lnTo>
                <a:lnTo>
                  <a:pt x="254161" y="694045"/>
                </a:lnTo>
                <a:lnTo>
                  <a:pt x="259145" y="701683"/>
                </a:lnTo>
                <a:lnTo>
                  <a:pt x="339457" y="783309"/>
                </a:lnTo>
                <a:cubicBezTo>
                  <a:pt x="353311" y="797389"/>
                  <a:pt x="375956" y="797573"/>
                  <a:pt x="390037" y="783719"/>
                </a:cubicBezTo>
                <a:cubicBezTo>
                  <a:pt x="404118" y="769864"/>
                  <a:pt x="404302" y="747219"/>
                  <a:pt x="390448" y="733138"/>
                </a:cubicBezTo>
                <a:lnTo>
                  <a:pt x="369553" y="711902"/>
                </a:lnTo>
                <a:lnTo>
                  <a:pt x="580730" y="711901"/>
                </a:lnTo>
                <a:cubicBezTo>
                  <a:pt x="590607" y="711902"/>
                  <a:pt x="599548" y="707899"/>
                  <a:pt x="606020" y="701426"/>
                </a:cubicBezTo>
                <a:lnTo>
                  <a:pt x="616497" y="676135"/>
                </a:lnTo>
                <a:lnTo>
                  <a:pt x="606021" y="650843"/>
                </a:lnTo>
                <a:cubicBezTo>
                  <a:pt x="599549" y="644371"/>
                  <a:pt x="590606" y="640368"/>
                  <a:pt x="580730" y="640368"/>
                </a:cubicBezTo>
                <a:lnTo>
                  <a:pt x="369554" y="640368"/>
                </a:lnTo>
                <a:lnTo>
                  <a:pt x="390448" y="619133"/>
                </a:lnTo>
                <a:cubicBezTo>
                  <a:pt x="404302" y="605052"/>
                  <a:pt x="404118" y="582406"/>
                  <a:pt x="390038" y="568551"/>
                </a:cubicBezTo>
                <a:lnTo>
                  <a:pt x="390038" y="568553"/>
                </a:lnTo>
                <a:cubicBezTo>
                  <a:pt x="382997" y="561625"/>
                  <a:pt x="373815" y="558207"/>
                  <a:pt x="364661" y="558282"/>
                </a:cubicBezTo>
                <a:close/>
                <a:moveTo>
                  <a:pt x="758801" y="329475"/>
                </a:moveTo>
                <a:cubicBezTo>
                  <a:pt x="749649" y="329401"/>
                  <a:pt x="740466" y="332819"/>
                  <a:pt x="733427" y="339746"/>
                </a:cubicBezTo>
                <a:lnTo>
                  <a:pt x="733426" y="339746"/>
                </a:lnTo>
                <a:cubicBezTo>
                  <a:pt x="719345" y="353600"/>
                  <a:pt x="719161" y="376245"/>
                  <a:pt x="733017" y="390327"/>
                </a:cubicBezTo>
                <a:lnTo>
                  <a:pt x="753909" y="411562"/>
                </a:lnTo>
                <a:lnTo>
                  <a:pt x="542733" y="411561"/>
                </a:lnTo>
                <a:cubicBezTo>
                  <a:pt x="532856" y="411562"/>
                  <a:pt x="523915" y="415565"/>
                  <a:pt x="517443" y="422037"/>
                </a:cubicBezTo>
                <a:lnTo>
                  <a:pt x="506967" y="447329"/>
                </a:lnTo>
                <a:lnTo>
                  <a:pt x="517443" y="472620"/>
                </a:lnTo>
                <a:cubicBezTo>
                  <a:pt x="523916" y="479093"/>
                  <a:pt x="532857" y="483097"/>
                  <a:pt x="542734" y="483095"/>
                </a:cubicBezTo>
                <a:lnTo>
                  <a:pt x="753910" y="483096"/>
                </a:lnTo>
                <a:lnTo>
                  <a:pt x="733016" y="504333"/>
                </a:lnTo>
                <a:cubicBezTo>
                  <a:pt x="719162" y="518413"/>
                  <a:pt x="719345" y="541059"/>
                  <a:pt x="733426" y="554913"/>
                </a:cubicBezTo>
                <a:cubicBezTo>
                  <a:pt x="747507" y="568767"/>
                  <a:pt x="770152" y="568583"/>
                  <a:pt x="784007" y="554503"/>
                </a:cubicBezTo>
                <a:lnTo>
                  <a:pt x="864318" y="472878"/>
                </a:lnTo>
                <a:lnTo>
                  <a:pt x="869302" y="465238"/>
                </a:lnTo>
                <a:lnTo>
                  <a:pt x="871991" y="461251"/>
                </a:lnTo>
                <a:lnTo>
                  <a:pt x="872070" y="460997"/>
                </a:lnTo>
                <a:lnTo>
                  <a:pt x="872079" y="460982"/>
                </a:lnTo>
                <a:lnTo>
                  <a:pt x="872087" y="460942"/>
                </a:lnTo>
                <a:lnTo>
                  <a:pt x="874075" y="454537"/>
                </a:lnTo>
                <a:cubicBezTo>
                  <a:pt x="874551" y="452209"/>
                  <a:pt x="874801" y="449799"/>
                  <a:pt x="874801" y="447329"/>
                </a:cubicBezTo>
                <a:cubicBezTo>
                  <a:pt x="874802" y="444860"/>
                  <a:pt x="874552" y="442449"/>
                  <a:pt x="874076" y="440121"/>
                </a:cubicBezTo>
                <a:lnTo>
                  <a:pt x="872087" y="433715"/>
                </a:lnTo>
                <a:lnTo>
                  <a:pt x="872079" y="433677"/>
                </a:lnTo>
                <a:lnTo>
                  <a:pt x="872071" y="433662"/>
                </a:lnTo>
                <a:lnTo>
                  <a:pt x="871991" y="433407"/>
                </a:lnTo>
                <a:lnTo>
                  <a:pt x="869292" y="429403"/>
                </a:lnTo>
                <a:lnTo>
                  <a:pt x="864319" y="421781"/>
                </a:lnTo>
                <a:lnTo>
                  <a:pt x="784007" y="340156"/>
                </a:lnTo>
                <a:cubicBezTo>
                  <a:pt x="777079" y="333117"/>
                  <a:pt x="767954" y="329550"/>
                  <a:pt x="758801" y="329475"/>
                </a:cubicBezTo>
                <a:close/>
                <a:moveTo>
                  <a:pt x="364662" y="225921"/>
                </a:moveTo>
                <a:cubicBezTo>
                  <a:pt x="355509" y="225995"/>
                  <a:pt x="346383" y="229561"/>
                  <a:pt x="339456" y="236601"/>
                </a:cubicBezTo>
                <a:lnTo>
                  <a:pt x="259145" y="318226"/>
                </a:lnTo>
                <a:lnTo>
                  <a:pt x="254173" y="325848"/>
                </a:lnTo>
                <a:lnTo>
                  <a:pt x="251473" y="329852"/>
                </a:lnTo>
                <a:lnTo>
                  <a:pt x="251394" y="330107"/>
                </a:lnTo>
                <a:lnTo>
                  <a:pt x="251384" y="330122"/>
                </a:lnTo>
                <a:lnTo>
                  <a:pt x="251376" y="330161"/>
                </a:lnTo>
                <a:lnTo>
                  <a:pt x="249389" y="336566"/>
                </a:lnTo>
                <a:cubicBezTo>
                  <a:pt x="248912" y="338894"/>
                  <a:pt x="248662" y="341305"/>
                  <a:pt x="248662" y="343774"/>
                </a:cubicBezTo>
                <a:cubicBezTo>
                  <a:pt x="248662" y="346244"/>
                  <a:pt x="248912" y="348654"/>
                  <a:pt x="249389" y="350982"/>
                </a:cubicBezTo>
                <a:lnTo>
                  <a:pt x="251377" y="357387"/>
                </a:lnTo>
                <a:lnTo>
                  <a:pt x="251384" y="357428"/>
                </a:lnTo>
                <a:lnTo>
                  <a:pt x="251393" y="357443"/>
                </a:lnTo>
                <a:lnTo>
                  <a:pt x="251473" y="357696"/>
                </a:lnTo>
                <a:lnTo>
                  <a:pt x="254161" y="361684"/>
                </a:lnTo>
                <a:lnTo>
                  <a:pt x="259145" y="369323"/>
                </a:lnTo>
                <a:lnTo>
                  <a:pt x="339456" y="450948"/>
                </a:lnTo>
                <a:cubicBezTo>
                  <a:pt x="353310" y="465028"/>
                  <a:pt x="375957" y="465212"/>
                  <a:pt x="390037" y="451358"/>
                </a:cubicBezTo>
                <a:cubicBezTo>
                  <a:pt x="404118" y="437503"/>
                  <a:pt x="404302" y="414858"/>
                  <a:pt x="390448" y="400777"/>
                </a:cubicBezTo>
                <a:lnTo>
                  <a:pt x="369553" y="379542"/>
                </a:lnTo>
                <a:lnTo>
                  <a:pt x="580730" y="379541"/>
                </a:lnTo>
                <a:cubicBezTo>
                  <a:pt x="590606" y="379541"/>
                  <a:pt x="599549" y="375538"/>
                  <a:pt x="606021" y="369065"/>
                </a:cubicBezTo>
                <a:lnTo>
                  <a:pt x="616497" y="343774"/>
                </a:lnTo>
                <a:lnTo>
                  <a:pt x="606021" y="318483"/>
                </a:lnTo>
                <a:cubicBezTo>
                  <a:pt x="599549" y="312010"/>
                  <a:pt x="590606" y="308006"/>
                  <a:pt x="580730" y="308006"/>
                </a:cubicBezTo>
                <a:lnTo>
                  <a:pt x="369553" y="308007"/>
                </a:lnTo>
                <a:lnTo>
                  <a:pt x="390447" y="286772"/>
                </a:lnTo>
                <a:cubicBezTo>
                  <a:pt x="404302" y="272691"/>
                  <a:pt x="404118" y="250045"/>
                  <a:pt x="390038" y="236191"/>
                </a:cubicBezTo>
                <a:cubicBezTo>
                  <a:pt x="382997" y="229264"/>
                  <a:pt x="373816" y="225846"/>
                  <a:pt x="364662" y="225921"/>
                </a:cubicBezTo>
                <a:close/>
                <a:moveTo>
                  <a:pt x="99325" y="0"/>
                </a:moveTo>
                <a:lnTo>
                  <a:pt x="1024137" y="0"/>
                </a:lnTo>
                <a:cubicBezTo>
                  <a:pt x="1078993" y="0"/>
                  <a:pt x="1123462" y="44469"/>
                  <a:pt x="1123462" y="99325"/>
                </a:cubicBezTo>
                <a:lnTo>
                  <a:pt x="1123462" y="1024137"/>
                </a:lnTo>
                <a:cubicBezTo>
                  <a:pt x="1123462" y="1078993"/>
                  <a:pt x="1078993" y="1123462"/>
                  <a:pt x="1024137" y="1123462"/>
                </a:cubicBezTo>
                <a:lnTo>
                  <a:pt x="99325" y="1123462"/>
                </a:lnTo>
                <a:cubicBezTo>
                  <a:pt x="44469" y="1123462"/>
                  <a:pt x="0" y="1078993"/>
                  <a:pt x="0" y="1024137"/>
                </a:cubicBezTo>
                <a:lnTo>
                  <a:pt x="0" y="99325"/>
                </a:lnTo>
                <a:cubicBezTo>
                  <a:pt x="0" y="44469"/>
                  <a:pt x="44469" y="0"/>
                  <a:pt x="99325" y="0"/>
                </a:cubicBezTo>
                <a:close/>
              </a:path>
            </a:pathLst>
          </a:custGeom>
          <a:solidFill>
            <a:srgbClr val="113074"/>
          </a:solidFill>
          <a:ln w="9525" cap="flat" cmpd="sng" algn="ctr">
            <a:noFill/>
            <a:prstDash val="solid"/>
          </a:ln>
          <a:effectLst>
            <a:glow rad="50800">
              <a:srgbClr val="FFFF00"/>
            </a:glow>
          </a:effectLst>
        </p:spPr>
        <p:txBody>
          <a:bodyPr lIns="51432" tIns="25716" rIns="51432" bIns="25716" rtlCol="0" anchor="ctr"/>
          <a:lstStyle/>
          <a:p>
            <a:pPr algn="ctr" defTabSz="514350">
              <a:defRPr/>
            </a:pPr>
            <a:endParaRPr kumimoji="0" lang="en-US" sz="1400" kern="0">
              <a:solidFill>
                <a:srgbClr val="FFFFFF"/>
              </a:solidFill>
              <a:latin typeface="Noto Sans CJK SC Light"/>
            </a:endParaRPr>
          </a:p>
        </p:txBody>
      </p:sp>
      <p:sp>
        <p:nvSpPr>
          <p:cNvPr id="775" name="Rounded Rectangle 25">
            <a:extLst>
              <a:ext uri="{FF2B5EF4-FFF2-40B4-BE49-F238E27FC236}">
                <a16:creationId xmlns:a16="http://schemas.microsoft.com/office/drawing/2014/main" id="{4F0E5266-B8FA-AD7E-DFF4-D5F9559057BB}"/>
              </a:ext>
            </a:extLst>
          </p:cNvPr>
          <p:cNvSpPr/>
          <p:nvPr/>
        </p:nvSpPr>
        <p:spPr>
          <a:xfrm>
            <a:off x="9965015" y="5753071"/>
            <a:ext cx="252580" cy="240555"/>
          </a:xfrm>
          <a:custGeom>
            <a:avLst/>
            <a:gdLst/>
            <a:ahLst/>
            <a:cxnLst/>
            <a:rect l="l" t="t" r="r" b="b"/>
            <a:pathLst>
              <a:path w="1123462" h="1123462">
                <a:moveTo>
                  <a:pt x="758801" y="661837"/>
                </a:moveTo>
                <a:cubicBezTo>
                  <a:pt x="749648" y="661762"/>
                  <a:pt x="740466" y="665180"/>
                  <a:pt x="733427" y="672107"/>
                </a:cubicBezTo>
                <a:cubicBezTo>
                  <a:pt x="719346" y="685961"/>
                  <a:pt x="719161" y="708607"/>
                  <a:pt x="733016" y="722687"/>
                </a:cubicBezTo>
                <a:lnTo>
                  <a:pt x="753910" y="743923"/>
                </a:lnTo>
                <a:lnTo>
                  <a:pt x="542733" y="743923"/>
                </a:lnTo>
                <a:cubicBezTo>
                  <a:pt x="532857" y="743923"/>
                  <a:pt x="523914" y="747926"/>
                  <a:pt x="517443" y="754399"/>
                </a:cubicBezTo>
                <a:lnTo>
                  <a:pt x="506967" y="779690"/>
                </a:lnTo>
                <a:lnTo>
                  <a:pt x="517443" y="804981"/>
                </a:lnTo>
                <a:cubicBezTo>
                  <a:pt x="523916" y="811453"/>
                  <a:pt x="532858" y="815458"/>
                  <a:pt x="542734" y="815457"/>
                </a:cubicBezTo>
                <a:lnTo>
                  <a:pt x="753910" y="815457"/>
                </a:lnTo>
                <a:lnTo>
                  <a:pt x="733016" y="836693"/>
                </a:lnTo>
                <a:cubicBezTo>
                  <a:pt x="719162" y="850774"/>
                  <a:pt x="719346" y="873420"/>
                  <a:pt x="733426" y="887274"/>
                </a:cubicBezTo>
                <a:cubicBezTo>
                  <a:pt x="747507" y="901128"/>
                  <a:pt x="770153" y="900944"/>
                  <a:pt x="784007" y="886863"/>
                </a:cubicBezTo>
                <a:lnTo>
                  <a:pt x="864319" y="805239"/>
                </a:lnTo>
                <a:lnTo>
                  <a:pt x="869302" y="797600"/>
                </a:lnTo>
                <a:lnTo>
                  <a:pt x="871992" y="793612"/>
                </a:lnTo>
                <a:lnTo>
                  <a:pt x="872069" y="793358"/>
                </a:lnTo>
                <a:lnTo>
                  <a:pt x="872080" y="793343"/>
                </a:lnTo>
                <a:lnTo>
                  <a:pt x="872088" y="793303"/>
                </a:lnTo>
                <a:lnTo>
                  <a:pt x="874076" y="786899"/>
                </a:lnTo>
                <a:cubicBezTo>
                  <a:pt x="874552" y="784570"/>
                  <a:pt x="874802" y="782160"/>
                  <a:pt x="874802" y="779690"/>
                </a:cubicBezTo>
                <a:cubicBezTo>
                  <a:pt x="874801" y="777222"/>
                  <a:pt x="874552" y="774810"/>
                  <a:pt x="874075" y="772482"/>
                </a:cubicBezTo>
                <a:lnTo>
                  <a:pt x="872087" y="766077"/>
                </a:lnTo>
                <a:lnTo>
                  <a:pt x="872080" y="766038"/>
                </a:lnTo>
                <a:lnTo>
                  <a:pt x="872070" y="766023"/>
                </a:lnTo>
                <a:lnTo>
                  <a:pt x="871992" y="765768"/>
                </a:lnTo>
                <a:lnTo>
                  <a:pt x="869291" y="761764"/>
                </a:lnTo>
                <a:lnTo>
                  <a:pt x="864318" y="754142"/>
                </a:lnTo>
                <a:lnTo>
                  <a:pt x="784006" y="672518"/>
                </a:lnTo>
                <a:cubicBezTo>
                  <a:pt x="777079" y="665477"/>
                  <a:pt x="767954" y="661911"/>
                  <a:pt x="758801" y="661837"/>
                </a:cubicBezTo>
                <a:close/>
                <a:moveTo>
                  <a:pt x="364661" y="558282"/>
                </a:moveTo>
                <a:cubicBezTo>
                  <a:pt x="355509" y="558355"/>
                  <a:pt x="346384" y="561922"/>
                  <a:pt x="339457" y="568962"/>
                </a:cubicBezTo>
                <a:lnTo>
                  <a:pt x="259145" y="650587"/>
                </a:lnTo>
                <a:lnTo>
                  <a:pt x="254172" y="658209"/>
                </a:lnTo>
                <a:lnTo>
                  <a:pt x="251473" y="662213"/>
                </a:lnTo>
                <a:lnTo>
                  <a:pt x="251394" y="662469"/>
                </a:lnTo>
                <a:lnTo>
                  <a:pt x="251384" y="662482"/>
                </a:lnTo>
                <a:lnTo>
                  <a:pt x="251377" y="662522"/>
                </a:lnTo>
                <a:lnTo>
                  <a:pt x="249388" y="668927"/>
                </a:lnTo>
                <a:cubicBezTo>
                  <a:pt x="248912" y="671255"/>
                  <a:pt x="248662" y="673667"/>
                  <a:pt x="248662" y="676135"/>
                </a:cubicBezTo>
                <a:cubicBezTo>
                  <a:pt x="248662" y="678605"/>
                  <a:pt x="248913" y="681015"/>
                  <a:pt x="249389" y="683344"/>
                </a:cubicBezTo>
                <a:lnTo>
                  <a:pt x="251377" y="689748"/>
                </a:lnTo>
                <a:lnTo>
                  <a:pt x="251383" y="689789"/>
                </a:lnTo>
                <a:lnTo>
                  <a:pt x="251393" y="689803"/>
                </a:lnTo>
                <a:lnTo>
                  <a:pt x="251473" y="690057"/>
                </a:lnTo>
                <a:lnTo>
                  <a:pt x="254161" y="694045"/>
                </a:lnTo>
                <a:lnTo>
                  <a:pt x="259145" y="701683"/>
                </a:lnTo>
                <a:lnTo>
                  <a:pt x="339457" y="783309"/>
                </a:lnTo>
                <a:cubicBezTo>
                  <a:pt x="353311" y="797389"/>
                  <a:pt x="375956" y="797573"/>
                  <a:pt x="390037" y="783719"/>
                </a:cubicBezTo>
                <a:cubicBezTo>
                  <a:pt x="404118" y="769864"/>
                  <a:pt x="404302" y="747219"/>
                  <a:pt x="390448" y="733138"/>
                </a:cubicBezTo>
                <a:lnTo>
                  <a:pt x="369553" y="711902"/>
                </a:lnTo>
                <a:lnTo>
                  <a:pt x="580730" y="711901"/>
                </a:lnTo>
                <a:cubicBezTo>
                  <a:pt x="590607" y="711902"/>
                  <a:pt x="599548" y="707899"/>
                  <a:pt x="606020" y="701426"/>
                </a:cubicBezTo>
                <a:lnTo>
                  <a:pt x="616497" y="676135"/>
                </a:lnTo>
                <a:lnTo>
                  <a:pt x="606021" y="650843"/>
                </a:lnTo>
                <a:cubicBezTo>
                  <a:pt x="599549" y="644371"/>
                  <a:pt x="590606" y="640368"/>
                  <a:pt x="580730" y="640368"/>
                </a:cubicBezTo>
                <a:lnTo>
                  <a:pt x="369554" y="640368"/>
                </a:lnTo>
                <a:lnTo>
                  <a:pt x="390448" y="619133"/>
                </a:lnTo>
                <a:cubicBezTo>
                  <a:pt x="404302" y="605052"/>
                  <a:pt x="404118" y="582406"/>
                  <a:pt x="390038" y="568551"/>
                </a:cubicBezTo>
                <a:lnTo>
                  <a:pt x="390038" y="568553"/>
                </a:lnTo>
                <a:cubicBezTo>
                  <a:pt x="382997" y="561625"/>
                  <a:pt x="373815" y="558207"/>
                  <a:pt x="364661" y="558282"/>
                </a:cubicBezTo>
                <a:close/>
                <a:moveTo>
                  <a:pt x="758801" y="329475"/>
                </a:moveTo>
                <a:cubicBezTo>
                  <a:pt x="749649" y="329401"/>
                  <a:pt x="740466" y="332819"/>
                  <a:pt x="733427" y="339746"/>
                </a:cubicBezTo>
                <a:lnTo>
                  <a:pt x="733426" y="339746"/>
                </a:lnTo>
                <a:cubicBezTo>
                  <a:pt x="719345" y="353600"/>
                  <a:pt x="719161" y="376245"/>
                  <a:pt x="733017" y="390327"/>
                </a:cubicBezTo>
                <a:lnTo>
                  <a:pt x="753909" y="411562"/>
                </a:lnTo>
                <a:lnTo>
                  <a:pt x="542733" y="411561"/>
                </a:lnTo>
                <a:cubicBezTo>
                  <a:pt x="532856" y="411562"/>
                  <a:pt x="523915" y="415565"/>
                  <a:pt x="517443" y="422037"/>
                </a:cubicBezTo>
                <a:lnTo>
                  <a:pt x="506967" y="447329"/>
                </a:lnTo>
                <a:lnTo>
                  <a:pt x="517443" y="472620"/>
                </a:lnTo>
                <a:cubicBezTo>
                  <a:pt x="523916" y="479093"/>
                  <a:pt x="532857" y="483097"/>
                  <a:pt x="542734" y="483095"/>
                </a:cubicBezTo>
                <a:lnTo>
                  <a:pt x="753910" y="483096"/>
                </a:lnTo>
                <a:lnTo>
                  <a:pt x="733016" y="504333"/>
                </a:lnTo>
                <a:cubicBezTo>
                  <a:pt x="719162" y="518413"/>
                  <a:pt x="719345" y="541059"/>
                  <a:pt x="733426" y="554913"/>
                </a:cubicBezTo>
                <a:cubicBezTo>
                  <a:pt x="747507" y="568767"/>
                  <a:pt x="770152" y="568583"/>
                  <a:pt x="784007" y="554503"/>
                </a:cubicBezTo>
                <a:lnTo>
                  <a:pt x="864318" y="472878"/>
                </a:lnTo>
                <a:lnTo>
                  <a:pt x="869302" y="465238"/>
                </a:lnTo>
                <a:lnTo>
                  <a:pt x="871991" y="461251"/>
                </a:lnTo>
                <a:lnTo>
                  <a:pt x="872070" y="460997"/>
                </a:lnTo>
                <a:lnTo>
                  <a:pt x="872079" y="460982"/>
                </a:lnTo>
                <a:lnTo>
                  <a:pt x="872087" y="460942"/>
                </a:lnTo>
                <a:lnTo>
                  <a:pt x="874075" y="454537"/>
                </a:lnTo>
                <a:cubicBezTo>
                  <a:pt x="874551" y="452209"/>
                  <a:pt x="874801" y="449799"/>
                  <a:pt x="874801" y="447329"/>
                </a:cubicBezTo>
                <a:cubicBezTo>
                  <a:pt x="874802" y="444860"/>
                  <a:pt x="874552" y="442449"/>
                  <a:pt x="874076" y="440121"/>
                </a:cubicBezTo>
                <a:lnTo>
                  <a:pt x="872087" y="433715"/>
                </a:lnTo>
                <a:lnTo>
                  <a:pt x="872079" y="433677"/>
                </a:lnTo>
                <a:lnTo>
                  <a:pt x="872071" y="433662"/>
                </a:lnTo>
                <a:lnTo>
                  <a:pt x="871991" y="433407"/>
                </a:lnTo>
                <a:lnTo>
                  <a:pt x="869292" y="429403"/>
                </a:lnTo>
                <a:lnTo>
                  <a:pt x="864319" y="421781"/>
                </a:lnTo>
                <a:lnTo>
                  <a:pt x="784007" y="340156"/>
                </a:lnTo>
                <a:cubicBezTo>
                  <a:pt x="777079" y="333117"/>
                  <a:pt x="767954" y="329550"/>
                  <a:pt x="758801" y="329475"/>
                </a:cubicBezTo>
                <a:close/>
                <a:moveTo>
                  <a:pt x="364662" y="225921"/>
                </a:moveTo>
                <a:cubicBezTo>
                  <a:pt x="355509" y="225995"/>
                  <a:pt x="346383" y="229561"/>
                  <a:pt x="339456" y="236601"/>
                </a:cubicBezTo>
                <a:lnTo>
                  <a:pt x="259145" y="318226"/>
                </a:lnTo>
                <a:lnTo>
                  <a:pt x="254173" y="325848"/>
                </a:lnTo>
                <a:lnTo>
                  <a:pt x="251473" y="329852"/>
                </a:lnTo>
                <a:lnTo>
                  <a:pt x="251394" y="330107"/>
                </a:lnTo>
                <a:lnTo>
                  <a:pt x="251384" y="330122"/>
                </a:lnTo>
                <a:lnTo>
                  <a:pt x="251376" y="330161"/>
                </a:lnTo>
                <a:lnTo>
                  <a:pt x="249389" y="336566"/>
                </a:lnTo>
                <a:cubicBezTo>
                  <a:pt x="248912" y="338894"/>
                  <a:pt x="248662" y="341305"/>
                  <a:pt x="248662" y="343774"/>
                </a:cubicBezTo>
                <a:cubicBezTo>
                  <a:pt x="248662" y="346244"/>
                  <a:pt x="248912" y="348654"/>
                  <a:pt x="249389" y="350982"/>
                </a:cubicBezTo>
                <a:lnTo>
                  <a:pt x="251377" y="357387"/>
                </a:lnTo>
                <a:lnTo>
                  <a:pt x="251384" y="357428"/>
                </a:lnTo>
                <a:lnTo>
                  <a:pt x="251393" y="357443"/>
                </a:lnTo>
                <a:lnTo>
                  <a:pt x="251473" y="357696"/>
                </a:lnTo>
                <a:lnTo>
                  <a:pt x="254161" y="361684"/>
                </a:lnTo>
                <a:lnTo>
                  <a:pt x="259145" y="369323"/>
                </a:lnTo>
                <a:lnTo>
                  <a:pt x="339456" y="450948"/>
                </a:lnTo>
                <a:cubicBezTo>
                  <a:pt x="353310" y="465028"/>
                  <a:pt x="375957" y="465212"/>
                  <a:pt x="390037" y="451358"/>
                </a:cubicBezTo>
                <a:cubicBezTo>
                  <a:pt x="404118" y="437503"/>
                  <a:pt x="404302" y="414858"/>
                  <a:pt x="390448" y="400777"/>
                </a:cubicBezTo>
                <a:lnTo>
                  <a:pt x="369553" y="379542"/>
                </a:lnTo>
                <a:lnTo>
                  <a:pt x="580730" y="379541"/>
                </a:lnTo>
                <a:cubicBezTo>
                  <a:pt x="590606" y="379541"/>
                  <a:pt x="599549" y="375538"/>
                  <a:pt x="606021" y="369065"/>
                </a:cubicBezTo>
                <a:lnTo>
                  <a:pt x="616497" y="343774"/>
                </a:lnTo>
                <a:lnTo>
                  <a:pt x="606021" y="318483"/>
                </a:lnTo>
                <a:cubicBezTo>
                  <a:pt x="599549" y="312010"/>
                  <a:pt x="590606" y="308006"/>
                  <a:pt x="580730" y="308006"/>
                </a:cubicBezTo>
                <a:lnTo>
                  <a:pt x="369553" y="308007"/>
                </a:lnTo>
                <a:lnTo>
                  <a:pt x="390447" y="286772"/>
                </a:lnTo>
                <a:cubicBezTo>
                  <a:pt x="404302" y="272691"/>
                  <a:pt x="404118" y="250045"/>
                  <a:pt x="390038" y="236191"/>
                </a:cubicBezTo>
                <a:cubicBezTo>
                  <a:pt x="382997" y="229264"/>
                  <a:pt x="373816" y="225846"/>
                  <a:pt x="364662" y="225921"/>
                </a:cubicBezTo>
                <a:close/>
                <a:moveTo>
                  <a:pt x="99325" y="0"/>
                </a:moveTo>
                <a:lnTo>
                  <a:pt x="1024137" y="0"/>
                </a:lnTo>
                <a:cubicBezTo>
                  <a:pt x="1078993" y="0"/>
                  <a:pt x="1123462" y="44469"/>
                  <a:pt x="1123462" y="99325"/>
                </a:cubicBezTo>
                <a:lnTo>
                  <a:pt x="1123462" y="1024137"/>
                </a:lnTo>
                <a:cubicBezTo>
                  <a:pt x="1123462" y="1078993"/>
                  <a:pt x="1078993" y="1123462"/>
                  <a:pt x="1024137" y="1123462"/>
                </a:cubicBezTo>
                <a:lnTo>
                  <a:pt x="99325" y="1123462"/>
                </a:lnTo>
                <a:cubicBezTo>
                  <a:pt x="44469" y="1123462"/>
                  <a:pt x="0" y="1078993"/>
                  <a:pt x="0" y="1024137"/>
                </a:cubicBezTo>
                <a:lnTo>
                  <a:pt x="0" y="99325"/>
                </a:lnTo>
                <a:cubicBezTo>
                  <a:pt x="0" y="44469"/>
                  <a:pt x="44469" y="0"/>
                  <a:pt x="99325" y="0"/>
                </a:cubicBezTo>
                <a:close/>
              </a:path>
            </a:pathLst>
          </a:custGeom>
          <a:solidFill>
            <a:srgbClr val="113074"/>
          </a:solidFill>
          <a:ln w="9525" cap="flat" cmpd="sng" algn="ctr">
            <a:noFill/>
            <a:prstDash val="solid"/>
          </a:ln>
          <a:effectLst>
            <a:glow rad="50800">
              <a:srgbClr val="FFFF00"/>
            </a:glow>
          </a:effectLst>
        </p:spPr>
        <p:txBody>
          <a:bodyPr lIns="51432" tIns="25716" rIns="51432" bIns="25716" rtlCol="0" anchor="ctr"/>
          <a:lstStyle/>
          <a:p>
            <a:pPr algn="ctr" defTabSz="514350">
              <a:defRPr/>
            </a:pPr>
            <a:endParaRPr kumimoji="0" lang="en-US" sz="1400" kern="0">
              <a:solidFill>
                <a:srgbClr val="FFFFFF"/>
              </a:solidFill>
              <a:latin typeface="Noto Sans CJK SC Light"/>
            </a:endParaRPr>
          </a:p>
        </p:txBody>
      </p:sp>
      <p:sp>
        <p:nvSpPr>
          <p:cNvPr id="776" name="Rounded Rectangle 25">
            <a:extLst>
              <a:ext uri="{FF2B5EF4-FFF2-40B4-BE49-F238E27FC236}">
                <a16:creationId xmlns:a16="http://schemas.microsoft.com/office/drawing/2014/main" id="{6E529B7F-6131-C6B3-FBE8-37EBE7C4ABC3}"/>
              </a:ext>
            </a:extLst>
          </p:cNvPr>
          <p:cNvSpPr/>
          <p:nvPr/>
        </p:nvSpPr>
        <p:spPr>
          <a:xfrm>
            <a:off x="8860872" y="5497401"/>
            <a:ext cx="252580" cy="240555"/>
          </a:xfrm>
          <a:custGeom>
            <a:avLst/>
            <a:gdLst/>
            <a:ahLst/>
            <a:cxnLst/>
            <a:rect l="l" t="t" r="r" b="b"/>
            <a:pathLst>
              <a:path w="1123462" h="1123462">
                <a:moveTo>
                  <a:pt x="758801" y="661837"/>
                </a:moveTo>
                <a:cubicBezTo>
                  <a:pt x="749648" y="661762"/>
                  <a:pt x="740466" y="665180"/>
                  <a:pt x="733427" y="672107"/>
                </a:cubicBezTo>
                <a:cubicBezTo>
                  <a:pt x="719346" y="685961"/>
                  <a:pt x="719161" y="708607"/>
                  <a:pt x="733016" y="722687"/>
                </a:cubicBezTo>
                <a:lnTo>
                  <a:pt x="753910" y="743923"/>
                </a:lnTo>
                <a:lnTo>
                  <a:pt x="542733" y="743923"/>
                </a:lnTo>
                <a:cubicBezTo>
                  <a:pt x="532857" y="743923"/>
                  <a:pt x="523914" y="747926"/>
                  <a:pt x="517443" y="754399"/>
                </a:cubicBezTo>
                <a:lnTo>
                  <a:pt x="506967" y="779690"/>
                </a:lnTo>
                <a:lnTo>
                  <a:pt x="517443" y="804981"/>
                </a:lnTo>
                <a:cubicBezTo>
                  <a:pt x="523916" y="811453"/>
                  <a:pt x="532858" y="815458"/>
                  <a:pt x="542734" y="815457"/>
                </a:cubicBezTo>
                <a:lnTo>
                  <a:pt x="753910" y="815457"/>
                </a:lnTo>
                <a:lnTo>
                  <a:pt x="733016" y="836693"/>
                </a:lnTo>
                <a:cubicBezTo>
                  <a:pt x="719162" y="850774"/>
                  <a:pt x="719346" y="873420"/>
                  <a:pt x="733426" y="887274"/>
                </a:cubicBezTo>
                <a:cubicBezTo>
                  <a:pt x="747507" y="901128"/>
                  <a:pt x="770153" y="900944"/>
                  <a:pt x="784007" y="886863"/>
                </a:cubicBezTo>
                <a:lnTo>
                  <a:pt x="864319" y="805239"/>
                </a:lnTo>
                <a:lnTo>
                  <a:pt x="869302" y="797600"/>
                </a:lnTo>
                <a:lnTo>
                  <a:pt x="871992" y="793612"/>
                </a:lnTo>
                <a:lnTo>
                  <a:pt x="872069" y="793358"/>
                </a:lnTo>
                <a:lnTo>
                  <a:pt x="872080" y="793343"/>
                </a:lnTo>
                <a:lnTo>
                  <a:pt x="872088" y="793303"/>
                </a:lnTo>
                <a:lnTo>
                  <a:pt x="874076" y="786899"/>
                </a:lnTo>
                <a:cubicBezTo>
                  <a:pt x="874552" y="784570"/>
                  <a:pt x="874802" y="782160"/>
                  <a:pt x="874802" y="779690"/>
                </a:cubicBezTo>
                <a:cubicBezTo>
                  <a:pt x="874801" y="777222"/>
                  <a:pt x="874552" y="774810"/>
                  <a:pt x="874075" y="772482"/>
                </a:cubicBezTo>
                <a:lnTo>
                  <a:pt x="872087" y="766077"/>
                </a:lnTo>
                <a:lnTo>
                  <a:pt x="872080" y="766038"/>
                </a:lnTo>
                <a:lnTo>
                  <a:pt x="872070" y="766023"/>
                </a:lnTo>
                <a:lnTo>
                  <a:pt x="871992" y="765768"/>
                </a:lnTo>
                <a:lnTo>
                  <a:pt x="869291" y="761764"/>
                </a:lnTo>
                <a:lnTo>
                  <a:pt x="864318" y="754142"/>
                </a:lnTo>
                <a:lnTo>
                  <a:pt x="784006" y="672518"/>
                </a:lnTo>
                <a:cubicBezTo>
                  <a:pt x="777079" y="665477"/>
                  <a:pt x="767954" y="661911"/>
                  <a:pt x="758801" y="661837"/>
                </a:cubicBezTo>
                <a:close/>
                <a:moveTo>
                  <a:pt x="364661" y="558282"/>
                </a:moveTo>
                <a:cubicBezTo>
                  <a:pt x="355509" y="558355"/>
                  <a:pt x="346384" y="561922"/>
                  <a:pt x="339457" y="568962"/>
                </a:cubicBezTo>
                <a:lnTo>
                  <a:pt x="259145" y="650587"/>
                </a:lnTo>
                <a:lnTo>
                  <a:pt x="254172" y="658209"/>
                </a:lnTo>
                <a:lnTo>
                  <a:pt x="251473" y="662213"/>
                </a:lnTo>
                <a:lnTo>
                  <a:pt x="251394" y="662469"/>
                </a:lnTo>
                <a:lnTo>
                  <a:pt x="251384" y="662482"/>
                </a:lnTo>
                <a:lnTo>
                  <a:pt x="251377" y="662522"/>
                </a:lnTo>
                <a:lnTo>
                  <a:pt x="249388" y="668927"/>
                </a:lnTo>
                <a:cubicBezTo>
                  <a:pt x="248912" y="671255"/>
                  <a:pt x="248662" y="673667"/>
                  <a:pt x="248662" y="676135"/>
                </a:cubicBezTo>
                <a:cubicBezTo>
                  <a:pt x="248662" y="678605"/>
                  <a:pt x="248913" y="681015"/>
                  <a:pt x="249389" y="683344"/>
                </a:cubicBezTo>
                <a:lnTo>
                  <a:pt x="251377" y="689748"/>
                </a:lnTo>
                <a:lnTo>
                  <a:pt x="251383" y="689789"/>
                </a:lnTo>
                <a:lnTo>
                  <a:pt x="251393" y="689803"/>
                </a:lnTo>
                <a:lnTo>
                  <a:pt x="251473" y="690057"/>
                </a:lnTo>
                <a:lnTo>
                  <a:pt x="254161" y="694045"/>
                </a:lnTo>
                <a:lnTo>
                  <a:pt x="259145" y="701683"/>
                </a:lnTo>
                <a:lnTo>
                  <a:pt x="339457" y="783309"/>
                </a:lnTo>
                <a:cubicBezTo>
                  <a:pt x="353311" y="797389"/>
                  <a:pt x="375956" y="797573"/>
                  <a:pt x="390037" y="783719"/>
                </a:cubicBezTo>
                <a:cubicBezTo>
                  <a:pt x="404118" y="769864"/>
                  <a:pt x="404302" y="747219"/>
                  <a:pt x="390448" y="733138"/>
                </a:cubicBezTo>
                <a:lnTo>
                  <a:pt x="369553" y="711902"/>
                </a:lnTo>
                <a:lnTo>
                  <a:pt x="580730" y="711901"/>
                </a:lnTo>
                <a:cubicBezTo>
                  <a:pt x="590607" y="711902"/>
                  <a:pt x="599548" y="707899"/>
                  <a:pt x="606020" y="701426"/>
                </a:cubicBezTo>
                <a:lnTo>
                  <a:pt x="616497" y="676135"/>
                </a:lnTo>
                <a:lnTo>
                  <a:pt x="606021" y="650843"/>
                </a:lnTo>
                <a:cubicBezTo>
                  <a:pt x="599549" y="644371"/>
                  <a:pt x="590606" y="640368"/>
                  <a:pt x="580730" y="640368"/>
                </a:cubicBezTo>
                <a:lnTo>
                  <a:pt x="369554" y="640368"/>
                </a:lnTo>
                <a:lnTo>
                  <a:pt x="390448" y="619133"/>
                </a:lnTo>
                <a:cubicBezTo>
                  <a:pt x="404302" y="605052"/>
                  <a:pt x="404118" y="582406"/>
                  <a:pt x="390038" y="568551"/>
                </a:cubicBezTo>
                <a:lnTo>
                  <a:pt x="390038" y="568553"/>
                </a:lnTo>
                <a:cubicBezTo>
                  <a:pt x="382997" y="561625"/>
                  <a:pt x="373815" y="558207"/>
                  <a:pt x="364661" y="558282"/>
                </a:cubicBezTo>
                <a:close/>
                <a:moveTo>
                  <a:pt x="758801" y="329475"/>
                </a:moveTo>
                <a:cubicBezTo>
                  <a:pt x="749649" y="329401"/>
                  <a:pt x="740466" y="332819"/>
                  <a:pt x="733427" y="339746"/>
                </a:cubicBezTo>
                <a:lnTo>
                  <a:pt x="733426" y="339746"/>
                </a:lnTo>
                <a:cubicBezTo>
                  <a:pt x="719345" y="353600"/>
                  <a:pt x="719161" y="376245"/>
                  <a:pt x="733017" y="390327"/>
                </a:cubicBezTo>
                <a:lnTo>
                  <a:pt x="753909" y="411562"/>
                </a:lnTo>
                <a:lnTo>
                  <a:pt x="542733" y="411561"/>
                </a:lnTo>
                <a:cubicBezTo>
                  <a:pt x="532856" y="411562"/>
                  <a:pt x="523915" y="415565"/>
                  <a:pt x="517443" y="422037"/>
                </a:cubicBezTo>
                <a:lnTo>
                  <a:pt x="506967" y="447329"/>
                </a:lnTo>
                <a:lnTo>
                  <a:pt x="517443" y="472620"/>
                </a:lnTo>
                <a:cubicBezTo>
                  <a:pt x="523916" y="479093"/>
                  <a:pt x="532857" y="483097"/>
                  <a:pt x="542734" y="483095"/>
                </a:cubicBezTo>
                <a:lnTo>
                  <a:pt x="753910" y="483096"/>
                </a:lnTo>
                <a:lnTo>
                  <a:pt x="733016" y="504333"/>
                </a:lnTo>
                <a:cubicBezTo>
                  <a:pt x="719162" y="518413"/>
                  <a:pt x="719345" y="541059"/>
                  <a:pt x="733426" y="554913"/>
                </a:cubicBezTo>
                <a:cubicBezTo>
                  <a:pt x="747507" y="568767"/>
                  <a:pt x="770152" y="568583"/>
                  <a:pt x="784007" y="554503"/>
                </a:cubicBezTo>
                <a:lnTo>
                  <a:pt x="864318" y="472878"/>
                </a:lnTo>
                <a:lnTo>
                  <a:pt x="869302" y="465238"/>
                </a:lnTo>
                <a:lnTo>
                  <a:pt x="871991" y="461251"/>
                </a:lnTo>
                <a:lnTo>
                  <a:pt x="872070" y="460997"/>
                </a:lnTo>
                <a:lnTo>
                  <a:pt x="872079" y="460982"/>
                </a:lnTo>
                <a:lnTo>
                  <a:pt x="872087" y="460942"/>
                </a:lnTo>
                <a:lnTo>
                  <a:pt x="874075" y="454537"/>
                </a:lnTo>
                <a:cubicBezTo>
                  <a:pt x="874551" y="452209"/>
                  <a:pt x="874801" y="449799"/>
                  <a:pt x="874801" y="447329"/>
                </a:cubicBezTo>
                <a:cubicBezTo>
                  <a:pt x="874802" y="444860"/>
                  <a:pt x="874552" y="442449"/>
                  <a:pt x="874076" y="440121"/>
                </a:cubicBezTo>
                <a:lnTo>
                  <a:pt x="872087" y="433715"/>
                </a:lnTo>
                <a:lnTo>
                  <a:pt x="872079" y="433677"/>
                </a:lnTo>
                <a:lnTo>
                  <a:pt x="872071" y="433662"/>
                </a:lnTo>
                <a:lnTo>
                  <a:pt x="871991" y="433407"/>
                </a:lnTo>
                <a:lnTo>
                  <a:pt x="869292" y="429403"/>
                </a:lnTo>
                <a:lnTo>
                  <a:pt x="864319" y="421781"/>
                </a:lnTo>
                <a:lnTo>
                  <a:pt x="784007" y="340156"/>
                </a:lnTo>
                <a:cubicBezTo>
                  <a:pt x="777079" y="333117"/>
                  <a:pt x="767954" y="329550"/>
                  <a:pt x="758801" y="329475"/>
                </a:cubicBezTo>
                <a:close/>
                <a:moveTo>
                  <a:pt x="364662" y="225921"/>
                </a:moveTo>
                <a:cubicBezTo>
                  <a:pt x="355509" y="225995"/>
                  <a:pt x="346383" y="229561"/>
                  <a:pt x="339456" y="236601"/>
                </a:cubicBezTo>
                <a:lnTo>
                  <a:pt x="259145" y="318226"/>
                </a:lnTo>
                <a:lnTo>
                  <a:pt x="254173" y="325848"/>
                </a:lnTo>
                <a:lnTo>
                  <a:pt x="251473" y="329852"/>
                </a:lnTo>
                <a:lnTo>
                  <a:pt x="251394" y="330107"/>
                </a:lnTo>
                <a:lnTo>
                  <a:pt x="251384" y="330122"/>
                </a:lnTo>
                <a:lnTo>
                  <a:pt x="251376" y="330161"/>
                </a:lnTo>
                <a:lnTo>
                  <a:pt x="249389" y="336566"/>
                </a:lnTo>
                <a:cubicBezTo>
                  <a:pt x="248912" y="338894"/>
                  <a:pt x="248662" y="341305"/>
                  <a:pt x="248662" y="343774"/>
                </a:cubicBezTo>
                <a:cubicBezTo>
                  <a:pt x="248662" y="346244"/>
                  <a:pt x="248912" y="348654"/>
                  <a:pt x="249389" y="350982"/>
                </a:cubicBezTo>
                <a:lnTo>
                  <a:pt x="251377" y="357387"/>
                </a:lnTo>
                <a:lnTo>
                  <a:pt x="251384" y="357428"/>
                </a:lnTo>
                <a:lnTo>
                  <a:pt x="251393" y="357443"/>
                </a:lnTo>
                <a:lnTo>
                  <a:pt x="251473" y="357696"/>
                </a:lnTo>
                <a:lnTo>
                  <a:pt x="254161" y="361684"/>
                </a:lnTo>
                <a:lnTo>
                  <a:pt x="259145" y="369323"/>
                </a:lnTo>
                <a:lnTo>
                  <a:pt x="339456" y="450948"/>
                </a:lnTo>
                <a:cubicBezTo>
                  <a:pt x="353310" y="465028"/>
                  <a:pt x="375957" y="465212"/>
                  <a:pt x="390037" y="451358"/>
                </a:cubicBezTo>
                <a:cubicBezTo>
                  <a:pt x="404118" y="437503"/>
                  <a:pt x="404302" y="414858"/>
                  <a:pt x="390448" y="400777"/>
                </a:cubicBezTo>
                <a:lnTo>
                  <a:pt x="369553" y="379542"/>
                </a:lnTo>
                <a:lnTo>
                  <a:pt x="580730" y="379541"/>
                </a:lnTo>
                <a:cubicBezTo>
                  <a:pt x="590606" y="379541"/>
                  <a:pt x="599549" y="375538"/>
                  <a:pt x="606021" y="369065"/>
                </a:cubicBezTo>
                <a:lnTo>
                  <a:pt x="616497" y="343774"/>
                </a:lnTo>
                <a:lnTo>
                  <a:pt x="606021" y="318483"/>
                </a:lnTo>
                <a:cubicBezTo>
                  <a:pt x="599549" y="312010"/>
                  <a:pt x="590606" y="308006"/>
                  <a:pt x="580730" y="308006"/>
                </a:cubicBezTo>
                <a:lnTo>
                  <a:pt x="369553" y="308007"/>
                </a:lnTo>
                <a:lnTo>
                  <a:pt x="390447" y="286772"/>
                </a:lnTo>
                <a:cubicBezTo>
                  <a:pt x="404302" y="272691"/>
                  <a:pt x="404118" y="250045"/>
                  <a:pt x="390038" y="236191"/>
                </a:cubicBezTo>
                <a:cubicBezTo>
                  <a:pt x="382997" y="229264"/>
                  <a:pt x="373816" y="225846"/>
                  <a:pt x="364662" y="225921"/>
                </a:cubicBezTo>
                <a:close/>
                <a:moveTo>
                  <a:pt x="99325" y="0"/>
                </a:moveTo>
                <a:lnTo>
                  <a:pt x="1024137" y="0"/>
                </a:lnTo>
                <a:cubicBezTo>
                  <a:pt x="1078993" y="0"/>
                  <a:pt x="1123462" y="44469"/>
                  <a:pt x="1123462" y="99325"/>
                </a:cubicBezTo>
                <a:lnTo>
                  <a:pt x="1123462" y="1024137"/>
                </a:lnTo>
                <a:cubicBezTo>
                  <a:pt x="1123462" y="1078993"/>
                  <a:pt x="1078993" y="1123462"/>
                  <a:pt x="1024137" y="1123462"/>
                </a:cubicBezTo>
                <a:lnTo>
                  <a:pt x="99325" y="1123462"/>
                </a:lnTo>
                <a:cubicBezTo>
                  <a:pt x="44469" y="1123462"/>
                  <a:pt x="0" y="1078993"/>
                  <a:pt x="0" y="1024137"/>
                </a:cubicBezTo>
                <a:lnTo>
                  <a:pt x="0" y="99325"/>
                </a:lnTo>
                <a:cubicBezTo>
                  <a:pt x="0" y="44469"/>
                  <a:pt x="44469" y="0"/>
                  <a:pt x="99325" y="0"/>
                </a:cubicBezTo>
                <a:close/>
              </a:path>
            </a:pathLst>
          </a:custGeom>
          <a:solidFill>
            <a:srgbClr val="113074"/>
          </a:solidFill>
          <a:ln w="9525" cap="flat" cmpd="sng" algn="ctr">
            <a:noFill/>
            <a:prstDash val="solid"/>
          </a:ln>
          <a:effectLst>
            <a:glow rad="50800">
              <a:srgbClr val="FFFF00"/>
            </a:glow>
          </a:effectLst>
        </p:spPr>
        <p:txBody>
          <a:bodyPr lIns="51432" tIns="25716" rIns="51432" bIns="25716" rtlCol="0" anchor="ctr"/>
          <a:lstStyle/>
          <a:p>
            <a:pPr algn="ctr" defTabSz="514350">
              <a:defRPr/>
            </a:pPr>
            <a:endParaRPr kumimoji="0" lang="en-US" sz="1400" kern="0">
              <a:solidFill>
                <a:srgbClr val="FFFFFF"/>
              </a:solidFill>
              <a:latin typeface="Noto Sans CJK SC Light"/>
            </a:endParaRPr>
          </a:p>
        </p:txBody>
      </p:sp>
      <p:sp>
        <p:nvSpPr>
          <p:cNvPr id="777" name="Rounded Rectangle 25">
            <a:extLst>
              <a:ext uri="{FF2B5EF4-FFF2-40B4-BE49-F238E27FC236}">
                <a16:creationId xmlns:a16="http://schemas.microsoft.com/office/drawing/2014/main" id="{0FBE036F-21AB-5CE3-60A9-1CCD209B06DA}"/>
              </a:ext>
            </a:extLst>
          </p:cNvPr>
          <p:cNvSpPr/>
          <p:nvPr/>
        </p:nvSpPr>
        <p:spPr>
          <a:xfrm>
            <a:off x="8983877" y="5564501"/>
            <a:ext cx="252580" cy="240555"/>
          </a:xfrm>
          <a:custGeom>
            <a:avLst/>
            <a:gdLst/>
            <a:ahLst/>
            <a:cxnLst/>
            <a:rect l="l" t="t" r="r" b="b"/>
            <a:pathLst>
              <a:path w="1123462" h="1123462">
                <a:moveTo>
                  <a:pt x="758801" y="661837"/>
                </a:moveTo>
                <a:cubicBezTo>
                  <a:pt x="749648" y="661762"/>
                  <a:pt x="740466" y="665180"/>
                  <a:pt x="733427" y="672107"/>
                </a:cubicBezTo>
                <a:cubicBezTo>
                  <a:pt x="719346" y="685961"/>
                  <a:pt x="719161" y="708607"/>
                  <a:pt x="733016" y="722687"/>
                </a:cubicBezTo>
                <a:lnTo>
                  <a:pt x="753910" y="743923"/>
                </a:lnTo>
                <a:lnTo>
                  <a:pt x="542733" y="743923"/>
                </a:lnTo>
                <a:cubicBezTo>
                  <a:pt x="532857" y="743923"/>
                  <a:pt x="523914" y="747926"/>
                  <a:pt x="517443" y="754399"/>
                </a:cubicBezTo>
                <a:lnTo>
                  <a:pt x="506967" y="779690"/>
                </a:lnTo>
                <a:lnTo>
                  <a:pt x="517443" y="804981"/>
                </a:lnTo>
                <a:cubicBezTo>
                  <a:pt x="523916" y="811453"/>
                  <a:pt x="532858" y="815458"/>
                  <a:pt x="542734" y="815457"/>
                </a:cubicBezTo>
                <a:lnTo>
                  <a:pt x="753910" y="815457"/>
                </a:lnTo>
                <a:lnTo>
                  <a:pt x="733016" y="836693"/>
                </a:lnTo>
                <a:cubicBezTo>
                  <a:pt x="719162" y="850774"/>
                  <a:pt x="719346" y="873420"/>
                  <a:pt x="733426" y="887274"/>
                </a:cubicBezTo>
                <a:cubicBezTo>
                  <a:pt x="747507" y="901128"/>
                  <a:pt x="770153" y="900944"/>
                  <a:pt x="784007" y="886863"/>
                </a:cubicBezTo>
                <a:lnTo>
                  <a:pt x="864319" y="805239"/>
                </a:lnTo>
                <a:lnTo>
                  <a:pt x="869302" y="797600"/>
                </a:lnTo>
                <a:lnTo>
                  <a:pt x="871992" y="793612"/>
                </a:lnTo>
                <a:lnTo>
                  <a:pt x="872069" y="793358"/>
                </a:lnTo>
                <a:lnTo>
                  <a:pt x="872080" y="793343"/>
                </a:lnTo>
                <a:lnTo>
                  <a:pt x="872088" y="793303"/>
                </a:lnTo>
                <a:lnTo>
                  <a:pt x="874076" y="786899"/>
                </a:lnTo>
                <a:cubicBezTo>
                  <a:pt x="874552" y="784570"/>
                  <a:pt x="874802" y="782160"/>
                  <a:pt x="874802" y="779690"/>
                </a:cubicBezTo>
                <a:cubicBezTo>
                  <a:pt x="874801" y="777222"/>
                  <a:pt x="874552" y="774810"/>
                  <a:pt x="874075" y="772482"/>
                </a:cubicBezTo>
                <a:lnTo>
                  <a:pt x="872087" y="766077"/>
                </a:lnTo>
                <a:lnTo>
                  <a:pt x="872080" y="766038"/>
                </a:lnTo>
                <a:lnTo>
                  <a:pt x="872070" y="766023"/>
                </a:lnTo>
                <a:lnTo>
                  <a:pt x="871992" y="765768"/>
                </a:lnTo>
                <a:lnTo>
                  <a:pt x="869291" y="761764"/>
                </a:lnTo>
                <a:lnTo>
                  <a:pt x="864318" y="754142"/>
                </a:lnTo>
                <a:lnTo>
                  <a:pt x="784006" y="672518"/>
                </a:lnTo>
                <a:cubicBezTo>
                  <a:pt x="777079" y="665477"/>
                  <a:pt x="767954" y="661911"/>
                  <a:pt x="758801" y="661837"/>
                </a:cubicBezTo>
                <a:close/>
                <a:moveTo>
                  <a:pt x="364661" y="558282"/>
                </a:moveTo>
                <a:cubicBezTo>
                  <a:pt x="355509" y="558355"/>
                  <a:pt x="346384" y="561922"/>
                  <a:pt x="339457" y="568962"/>
                </a:cubicBezTo>
                <a:lnTo>
                  <a:pt x="259145" y="650587"/>
                </a:lnTo>
                <a:lnTo>
                  <a:pt x="254172" y="658209"/>
                </a:lnTo>
                <a:lnTo>
                  <a:pt x="251473" y="662213"/>
                </a:lnTo>
                <a:lnTo>
                  <a:pt x="251394" y="662469"/>
                </a:lnTo>
                <a:lnTo>
                  <a:pt x="251384" y="662482"/>
                </a:lnTo>
                <a:lnTo>
                  <a:pt x="251377" y="662522"/>
                </a:lnTo>
                <a:lnTo>
                  <a:pt x="249388" y="668927"/>
                </a:lnTo>
                <a:cubicBezTo>
                  <a:pt x="248912" y="671255"/>
                  <a:pt x="248662" y="673667"/>
                  <a:pt x="248662" y="676135"/>
                </a:cubicBezTo>
                <a:cubicBezTo>
                  <a:pt x="248662" y="678605"/>
                  <a:pt x="248913" y="681015"/>
                  <a:pt x="249389" y="683344"/>
                </a:cubicBezTo>
                <a:lnTo>
                  <a:pt x="251377" y="689748"/>
                </a:lnTo>
                <a:lnTo>
                  <a:pt x="251383" y="689789"/>
                </a:lnTo>
                <a:lnTo>
                  <a:pt x="251393" y="689803"/>
                </a:lnTo>
                <a:lnTo>
                  <a:pt x="251473" y="690057"/>
                </a:lnTo>
                <a:lnTo>
                  <a:pt x="254161" y="694045"/>
                </a:lnTo>
                <a:lnTo>
                  <a:pt x="259145" y="701683"/>
                </a:lnTo>
                <a:lnTo>
                  <a:pt x="339457" y="783309"/>
                </a:lnTo>
                <a:cubicBezTo>
                  <a:pt x="353311" y="797389"/>
                  <a:pt x="375956" y="797573"/>
                  <a:pt x="390037" y="783719"/>
                </a:cubicBezTo>
                <a:cubicBezTo>
                  <a:pt x="404118" y="769864"/>
                  <a:pt x="404302" y="747219"/>
                  <a:pt x="390448" y="733138"/>
                </a:cubicBezTo>
                <a:lnTo>
                  <a:pt x="369553" y="711902"/>
                </a:lnTo>
                <a:lnTo>
                  <a:pt x="580730" y="711901"/>
                </a:lnTo>
                <a:cubicBezTo>
                  <a:pt x="590607" y="711902"/>
                  <a:pt x="599548" y="707899"/>
                  <a:pt x="606020" y="701426"/>
                </a:cubicBezTo>
                <a:lnTo>
                  <a:pt x="616497" y="676135"/>
                </a:lnTo>
                <a:lnTo>
                  <a:pt x="606021" y="650843"/>
                </a:lnTo>
                <a:cubicBezTo>
                  <a:pt x="599549" y="644371"/>
                  <a:pt x="590606" y="640368"/>
                  <a:pt x="580730" y="640368"/>
                </a:cubicBezTo>
                <a:lnTo>
                  <a:pt x="369554" y="640368"/>
                </a:lnTo>
                <a:lnTo>
                  <a:pt x="390448" y="619133"/>
                </a:lnTo>
                <a:cubicBezTo>
                  <a:pt x="404302" y="605052"/>
                  <a:pt x="404118" y="582406"/>
                  <a:pt x="390038" y="568551"/>
                </a:cubicBezTo>
                <a:lnTo>
                  <a:pt x="390038" y="568553"/>
                </a:lnTo>
                <a:cubicBezTo>
                  <a:pt x="382997" y="561625"/>
                  <a:pt x="373815" y="558207"/>
                  <a:pt x="364661" y="558282"/>
                </a:cubicBezTo>
                <a:close/>
                <a:moveTo>
                  <a:pt x="758801" y="329475"/>
                </a:moveTo>
                <a:cubicBezTo>
                  <a:pt x="749649" y="329401"/>
                  <a:pt x="740466" y="332819"/>
                  <a:pt x="733427" y="339746"/>
                </a:cubicBezTo>
                <a:lnTo>
                  <a:pt x="733426" y="339746"/>
                </a:lnTo>
                <a:cubicBezTo>
                  <a:pt x="719345" y="353600"/>
                  <a:pt x="719161" y="376245"/>
                  <a:pt x="733017" y="390327"/>
                </a:cubicBezTo>
                <a:lnTo>
                  <a:pt x="753909" y="411562"/>
                </a:lnTo>
                <a:lnTo>
                  <a:pt x="542733" y="411561"/>
                </a:lnTo>
                <a:cubicBezTo>
                  <a:pt x="532856" y="411562"/>
                  <a:pt x="523915" y="415565"/>
                  <a:pt x="517443" y="422037"/>
                </a:cubicBezTo>
                <a:lnTo>
                  <a:pt x="506967" y="447329"/>
                </a:lnTo>
                <a:lnTo>
                  <a:pt x="517443" y="472620"/>
                </a:lnTo>
                <a:cubicBezTo>
                  <a:pt x="523916" y="479093"/>
                  <a:pt x="532857" y="483097"/>
                  <a:pt x="542734" y="483095"/>
                </a:cubicBezTo>
                <a:lnTo>
                  <a:pt x="753910" y="483096"/>
                </a:lnTo>
                <a:lnTo>
                  <a:pt x="733016" y="504333"/>
                </a:lnTo>
                <a:cubicBezTo>
                  <a:pt x="719162" y="518413"/>
                  <a:pt x="719345" y="541059"/>
                  <a:pt x="733426" y="554913"/>
                </a:cubicBezTo>
                <a:cubicBezTo>
                  <a:pt x="747507" y="568767"/>
                  <a:pt x="770152" y="568583"/>
                  <a:pt x="784007" y="554503"/>
                </a:cubicBezTo>
                <a:lnTo>
                  <a:pt x="864318" y="472878"/>
                </a:lnTo>
                <a:lnTo>
                  <a:pt x="869302" y="465238"/>
                </a:lnTo>
                <a:lnTo>
                  <a:pt x="871991" y="461251"/>
                </a:lnTo>
                <a:lnTo>
                  <a:pt x="872070" y="460997"/>
                </a:lnTo>
                <a:lnTo>
                  <a:pt x="872079" y="460982"/>
                </a:lnTo>
                <a:lnTo>
                  <a:pt x="872087" y="460942"/>
                </a:lnTo>
                <a:lnTo>
                  <a:pt x="874075" y="454537"/>
                </a:lnTo>
                <a:cubicBezTo>
                  <a:pt x="874551" y="452209"/>
                  <a:pt x="874801" y="449799"/>
                  <a:pt x="874801" y="447329"/>
                </a:cubicBezTo>
                <a:cubicBezTo>
                  <a:pt x="874802" y="444860"/>
                  <a:pt x="874552" y="442449"/>
                  <a:pt x="874076" y="440121"/>
                </a:cubicBezTo>
                <a:lnTo>
                  <a:pt x="872087" y="433715"/>
                </a:lnTo>
                <a:lnTo>
                  <a:pt x="872079" y="433677"/>
                </a:lnTo>
                <a:lnTo>
                  <a:pt x="872071" y="433662"/>
                </a:lnTo>
                <a:lnTo>
                  <a:pt x="871991" y="433407"/>
                </a:lnTo>
                <a:lnTo>
                  <a:pt x="869292" y="429403"/>
                </a:lnTo>
                <a:lnTo>
                  <a:pt x="864319" y="421781"/>
                </a:lnTo>
                <a:lnTo>
                  <a:pt x="784007" y="340156"/>
                </a:lnTo>
                <a:cubicBezTo>
                  <a:pt x="777079" y="333117"/>
                  <a:pt x="767954" y="329550"/>
                  <a:pt x="758801" y="329475"/>
                </a:cubicBezTo>
                <a:close/>
                <a:moveTo>
                  <a:pt x="364662" y="225921"/>
                </a:moveTo>
                <a:cubicBezTo>
                  <a:pt x="355509" y="225995"/>
                  <a:pt x="346383" y="229561"/>
                  <a:pt x="339456" y="236601"/>
                </a:cubicBezTo>
                <a:lnTo>
                  <a:pt x="259145" y="318226"/>
                </a:lnTo>
                <a:lnTo>
                  <a:pt x="254173" y="325848"/>
                </a:lnTo>
                <a:lnTo>
                  <a:pt x="251473" y="329852"/>
                </a:lnTo>
                <a:lnTo>
                  <a:pt x="251394" y="330107"/>
                </a:lnTo>
                <a:lnTo>
                  <a:pt x="251384" y="330122"/>
                </a:lnTo>
                <a:lnTo>
                  <a:pt x="251376" y="330161"/>
                </a:lnTo>
                <a:lnTo>
                  <a:pt x="249389" y="336566"/>
                </a:lnTo>
                <a:cubicBezTo>
                  <a:pt x="248912" y="338894"/>
                  <a:pt x="248662" y="341305"/>
                  <a:pt x="248662" y="343774"/>
                </a:cubicBezTo>
                <a:cubicBezTo>
                  <a:pt x="248662" y="346244"/>
                  <a:pt x="248912" y="348654"/>
                  <a:pt x="249389" y="350982"/>
                </a:cubicBezTo>
                <a:lnTo>
                  <a:pt x="251377" y="357387"/>
                </a:lnTo>
                <a:lnTo>
                  <a:pt x="251384" y="357428"/>
                </a:lnTo>
                <a:lnTo>
                  <a:pt x="251393" y="357443"/>
                </a:lnTo>
                <a:lnTo>
                  <a:pt x="251473" y="357696"/>
                </a:lnTo>
                <a:lnTo>
                  <a:pt x="254161" y="361684"/>
                </a:lnTo>
                <a:lnTo>
                  <a:pt x="259145" y="369323"/>
                </a:lnTo>
                <a:lnTo>
                  <a:pt x="339456" y="450948"/>
                </a:lnTo>
                <a:cubicBezTo>
                  <a:pt x="353310" y="465028"/>
                  <a:pt x="375957" y="465212"/>
                  <a:pt x="390037" y="451358"/>
                </a:cubicBezTo>
                <a:cubicBezTo>
                  <a:pt x="404118" y="437503"/>
                  <a:pt x="404302" y="414858"/>
                  <a:pt x="390448" y="400777"/>
                </a:cubicBezTo>
                <a:lnTo>
                  <a:pt x="369553" y="379542"/>
                </a:lnTo>
                <a:lnTo>
                  <a:pt x="580730" y="379541"/>
                </a:lnTo>
                <a:cubicBezTo>
                  <a:pt x="590606" y="379541"/>
                  <a:pt x="599549" y="375538"/>
                  <a:pt x="606021" y="369065"/>
                </a:cubicBezTo>
                <a:lnTo>
                  <a:pt x="616497" y="343774"/>
                </a:lnTo>
                <a:lnTo>
                  <a:pt x="606021" y="318483"/>
                </a:lnTo>
                <a:cubicBezTo>
                  <a:pt x="599549" y="312010"/>
                  <a:pt x="590606" y="308006"/>
                  <a:pt x="580730" y="308006"/>
                </a:cubicBezTo>
                <a:lnTo>
                  <a:pt x="369553" y="308007"/>
                </a:lnTo>
                <a:lnTo>
                  <a:pt x="390447" y="286772"/>
                </a:lnTo>
                <a:cubicBezTo>
                  <a:pt x="404302" y="272691"/>
                  <a:pt x="404118" y="250045"/>
                  <a:pt x="390038" y="236191"/>
                </a:cubicBezTo>
                <a:cubicBezTo>
                  <a:pt x="382997" y="229264"/>
                  <a:pt x="373816" y="225846"/>
                  <a:pt x="364662" y="225921"/>
                </a:cubicBezTo>
                <a:close/>
                <a:moveTo>
                  <a:pt x="99325" y="0"/>
                </a:moveTo>
                <a:lnTo>
                  <a:pt x="1024137" y="0"/>
                </a:lnTo>
                <a:cubicBezTo>
                  <a:pt x="1078993" y="0"/>
                  <a:pt x="1123462" y="44469"/>
                  <a:pt x="1123462" y="99325"/>
                </a:cubicBezTo>
                <a:lnTo>
                  <a:pt x="1123462" y="1024137"/>
                </a:lnTo>
                <a:cubicBezTo>
                  <a:pt x="1123462" y="1078993"/>
                  <a:pt x="1078993" y="1123462"/>
                  <a:pt x="1024137" y="1123462"/>
                </a:cubicBezTo>
                <a:lnTo>
                  <a:pt x="99325" y="1123462"/>
                </a:lnTo>
                <a:cubicBezTo>
                  <a:pt x="44469" y="1123462"/>
                  <a:pt x="0" y="1078993"/>
                  <a:pt x="0" y="1024137"/>
                </a:cubicBezTo>
                <a:lnTo>
                  <a:pt x="0" y="99325"/>
                </a:lnTo>
                <a:cubicBezTo>
                  <a:pt x="0" y="44469"/>
                  <a:pt x="44469" y="0"/>
                  <a:pt x="99325" y="0"/>
                </a:cubicBezTo>
                <a:close/>
              </a:path>
            </a:pathLst>
          </a:custGeom>
          <a:solidFill>
            <a:srgbClr val="113074"/>
          </a:solidFill>
          <a:ln w="9525" cap="flat" cmpd="sng" algn="ctr">
            <a:noFill/>
            <a:prstDash val="solid"/>
          </a:ln>
          <a:effectLst>
            <a:glow rad="50800">
              <a:srgbClr val="FFFF00"/>
            </a:glow>
          </a:effectLst>
        </p:spPr>
        <p:txBody>
          <a:bodyPr lIns="51432" tIns="25716" rIns="51432" bIns="25716" rtlCol="0" anchor="ctr"/>
          <a:lstStyle/>
          <a:p>
            <a:pPr algn="ctr" defTabSz="514350">
              <a:defRPr/>
            </a:pPr>
            <a:endParaRPr kumimoji="0" lang="en-US" sz="1400" kern="0">
              <a:solidFill>
                <a:srgbClr val="FFFFFF"/>
              </a:solidFill>
              <a:latin typeface="Noto Sans CJK SC Light"/>
            </a:endParaRPr>
          </a:p>
        </p:txBody>
      </p:sp>
      <p:sp>
        <p:nvSpPr>
          <p:cNvPr id="778" name="Rounded Rectangle 25">
            <a:extLst>
              <a:ext uri="{FF2B5EF4-FFF2-40B4-BE49-F238E27FC236}">
                <a16:creationId xmlns:a16="http://schemas.microsoft.com/office/drawing/2014/main" id="{DD31267E-F505-64D8-A9D9-030052C8A275}"/>
              </a:ext>
            </a:extLst>
          </p:cNvPr>
          <p:cNvSpPr/>
          <p:nvPr/>
        </p:nvSpPr>
        <p:spPr>
          <a:xfrm>
            <a:off x="10932895" y="499867"/>
            <a:ext cx="181204" cy="172577"/>
          </a:xfrm>
          <a:custGeom>
            <a:avLst/>
            <a:gdLst/>
            <a:ahLst/>
            <a:cxnLst/>
            <a:rect l="l" t="t" r="r" b="b"/>
            <a:pathLst>
              <a:path w="1123462" h="1123462">
                <a:moveTo>
                  <a:pt x="758801" y="661837"/>
                </a:moveTo>
                <a:cubicBezTo>
                  <a:pt x="749648" y="661762"/>
                  <a:pt x="740466" y="665180"/>
                  <a:pt x="733427" y="672107"/>
                </a:cubicBezTo>
                <a:cubicBezTo>
                  <a:pt x="719346" y="685961"/>
                  <a:pt x="719161" y="708607"/>
                  <a:pt x="733016" y="722687"/>
                </a:cubicBezTo>
                <a:lnTo>
                  <a:pt x="753910" y="743923"/>
                </a:lnTo>
                <a:lnTo>
                  <a:pt x="542733" y="743923"/>
                </a:lnTo>
                <a:cubicBezTo>
                  <a:pt x="532857" y="743923"/>
                  <a:pt x="523914" y="747926"/>
                  <a:pt x="517443" y="754399"/>
                </a:cubicBezTo>
                <a:lnTo>
                  <a:pt x="506967" y="779690"/>
                </a:lnTo>
                <a:lnTo>
                  <a:pt x="517443" y="804981"/>
                </a:lnTo>
                <a:cubicBezTo>
                  <a:pt x="523916" y="811453"/>
                  <a:pt x="532858" y="815458"/>
                  <a:pt x="542734" y="815457"/>
                </a:cubicBezTo>
                <a:lnTo>
                  <a:pt x="753910" y="815457"/>
                </a:lnTo>
                <a:lnTo>
                  <a:pt x="733016" y="836693"/>
                </a:lnTo>
                <a:cubicBezTo>
                  <a:pt x="719162" y="850774"/>
                  <a:pt x="719346" y="873420"/>
                  <a:pt x="733426" y="887274"/>
                </a:cubicBezTo>
                <a:cubicBezTo>
                  <a:pt x="747507" y="901128"/>
                  <a:pt x="770153" y="900944"/>
                  <a:pt x="784007" y="886863"/>
                </a:cubicBezTo>
                <a:lnTo>
                  <a:pt x="864319" y="805239"/>
                </a:lnTo>
                <a:lnTo>
                  <a:pt x="869302" y="797600"/>
                </a:lnTo>
                <a:lnTo>
                  <a:pt x="871992" y="793612"/>
                </a:lnTo>
                <a:lnTo>
                  <a:pt x="872069" y="793358"/>
                </a:lnTo>
                <a:lnTo>
                  <a:pt x="872080" y="793343"/>
                </a:lnTo>
                <a:lnTo>
                  <a:pt x="872088" y="793303"/>
                </a:lnTo>
                <a:lnTo>
                  <a:pt x="874076" y="786899"/>
                </a:lnTo>
                <a:cubicBezTo>
                  <a:pt x="874552" y="784570"/>
                  <a:pt x="874802" y="782160"/>
                  <a:pt x="874802" y="779690"/>
                </a:cubicBezTo>
                <a:cubicBezTo>
                  <a:pt x="874801" y="777222"/>
                  <a:pt x="874552" y="774810"/>
                  <a:pt x="874075" y="772482"/>
                </a:cubicBezTo>
                <a:lnTo>
                  <a:pt x="872087" y="766077"/>
                </a:lnTo>
                <a:lnTo>
                  <a:pt x="872080" y="766038"/>
                </a:lnTo>
                <a:lnTo>
                  <a:pt x="872070" y="766023"/>
                </a:lnTo>
                <a:lnTo>
                  <a:pt x="871992" y="765768"/>
                </a:lnTo>
                <a:lnTo>
                  <a:pt x="869291" y="761764"/>
                </a:lnTo>
                <a:lnTo>
                  <a:pt x="864318" y="754142"/>
                </a:lnTo>
                <a:lnTo>
                  <a:pt x="784006" y="672518"/>
                </a:lnTo>
                <a:cubicBezTo>
                  <a:pt x="777079" y="665477"/>
                  <a:pt x="767954" y="661911"/>
                  <a:pt x="758801" y="661837"/>
                </a:cubicBezTo>
                <a:close/>
                <a:moveTo>
                  <a:pt x="364661" y="558282"/>
                </a:moveTo>
                <a:cubicBezTo>
                  <a:pt x="355509" y="558355"/>
                  <a:pt x="346384" y="561922"/>
                  <a:pt x="339457" y="568962"/>
                </a:cubicBezTo>
                <a:lnTo>
                  <a:pt x="259145" y="650587"/>
                </a:lnTo>
                <a:lnTo>
                  <a:pt x="254172" y="658209"/>
                </a:lnTo>
                <a:lnTo>
                  <a:pt x="251473" y="662213"/>
                </a:lnTo>
                <a:lnTo>
                  <a:pt x="251394" y="662469"/>
                </a:lnTo>
                <a:lnTo>
                  <a:pt x="251384" y="662482"/>
                </a:lnTo>
                <a:lnTo>
                  <a:pt x="251377" y="662522"/>
                </a:lnTo>
                <a:lnTo>
                  <a:pt x="249388" y="668927"/>
                </a:lnTo>
                <a:cubicBezTo>
                  <a:pt x="248912" y="671255"/>
                  <a:pt x="248662" y="673667"/>
                  <a:pt x="248662" y="676135"/>
                </a:cubicBezTo>
                <a:cubicBezTo>
                  <a:pt x="248662" y="678605"/>
                  <a:pt x="248913" y="681015"/>
                  <a:pt x="249389" y="683344"/>
                </a:cubicBezTo>
                <a:lnTo>
                  <a:pt x="251377" y="689748"/>
                </a:lnTo>
                <a:lnTo>
                  <a:pt x="251383" y="689789"/>
                </a:lnTo>
                <a:lnTo>
                  <a:pt x="251393" y="689803"/>
                </a:lnTo>
                <a:lnTo>
                  <a:pt x="251473" y="690057"/>
                </a:lnTo>
                <a:lnTo>
                  <a:pt x="254161" y="694045"/>
                </a:lnTo>
                <a:lnTo>
                  <a:pt x="259145" y="701683"/>
                </a:lnTo>
                <a:lnTo>
                  <a:pt x="339457" y="783309"/>
                </a:lnTo>
                <a:cubicBezTo>
                  <a:pt x="353311" y="797389"/>
                  <a:pt x="375956" y="797573"/>
                  <a:pt x="390037" y="783719"/>
                </a:cubicBezTo>
                <a:cubicBezTo>
                  <a:pt x="404118" y="769864"/>
                  <a:pt x="404302" y="747219"/>
                  <a:pt x="390448" y="733138"/>
                </a:cubicBezTo>
                <a:lnTo>
                  <a:pt x="369553" y="711902"/>
                </a:lnTo>
                <a:lnTo>
                  <a:pt x="580730" y="711901"/>
                </a:lnTo>
                <a:cubicBezTo>
                  <a:pt x="590607" y="711902"/>
                  <a:pt x="599548" y="707899"/>
                  <a:pt x="606020" y="701426"/>
                </a:cubicBezTo>
                <a:lnTo>
                  <a:pt x="616497" y="676135"/>
                </a:lnTo>
                <a:lnTo>
                  <a:pt x="606021" y="650843"/>
                </a:lnTo>
                <a:cubicBezTo>
                  <a:pt x="599549" y="644371"/>
                  <a:pt x="590606" y="640368"/>
                  <a:pt x="580730" y="640368"/>
                </a:cubicBezTo>
                <a:lnTo>
                  <a:pt x="369554" y="640368"/>
                </a:lnTo>
                <a:lnTo>
                  <a:pt x="390448" y="619133"/>
                </a:lnTo>
                <a:cubicBezTo>
                  <a:pt x="404302" y="605052"/>
                  <a:pt x="404118" y="582406"/>
                  <a:pt x="390038" y="568551"/>
                </a:cubicBezTo>
                <a:lnTo>
                  <a:pt x="390038" y="568553"/>
                </a:lnTo>
                <a:cubicBezTo>
                  <a:pt x="382997" y="561625"/>
                  <a:pt x="373815" y="558207"/>
                  <a:pt x="364661" y="558282"/>
                </a:cubicBezTo>
                <a:close/>
                <a:moveTo>
                  <a:pt x="758801" y="329475"/>
                </a:moveTo>
                <a:cubicBezTo>
                  <a:pt x="749649" y="329401"/>
                  <a:pt x="740466" y="332819"/>
                  <a:pt x="733427" y="339746"/>
                </a:cubicBezTo>
                <a:lnTo>
                  <a:pt x="733426" y="339746"/>
                </a:lnTo>
                <a:cubicBezTo>
                  <a:pt x="719345" y="353600"/>
                  <a:pt x="719161" y="376245"/>
                  <a:pt x="733017" y="390327"/>
                </a:cubicBezTo>
                <a:lnTo>
                  <a:pt x="753909" y="411562"/>
                </a:lnTo>
                <a:lnTo>
                  <a:pt x="542733" y="411561"/>
                </a:lnTo>
                <a:cubicBezTo>
                  <a:pt x="532856" y="411562"/>
                  <a:pt x="523915" y="415565"/>
                  <a:pt x="517443" y="422037"/>
                </a:cubicBezTo>
                <a:lnTo>
                  <a:pt x="506967" y="447329"/>
                </a:lnTo>
                <a:lnTo>
                  <a:pt x="517443" y="472620"/>
                </a:lnTo>
                <a:cubicBezTo>
                  <a:pt x="523916" y="479093"/>
                  <a:pt x="532857" y="483097"/>
                  <a:pt x="542734" y="483095"/>
                </a:cubicBezTo>
                <a:lnTo>
                  <a:pt x="753910" y="483096"/>
                </a:lnTo>
                <a:lnTo>
                  <a:pt x="733016" y="504333"/>
                </a:lnTo>
                <a:cubicBezTo>
                  <a:pt x="719162" y="518413"/>
                  <a:pt x="719345" y="541059"/>
                  <a:pt x="733426" y="554913"/>
                </a:cubicBezTo>
                <a:cubicBezTo>
                  <a:pt x="747507" y="568767"/>
                  <a:pt x="770152" y="568583"/>
                  <a:pt x="784007" y="554503"/>
                </a:cubicBezTo>
                <a:lnTo>
                  <a:pt x="864318" y="472878"/>
                </a:lnTo>
                <a:lnTo>
                  <a:pt x="869302" y="465238"/>
                </a:lnTo>
                <a:lnTo>
                  <a:pt x="871991" y="461251"/>
                </a:lnTo>
                <a:lnTo>
                  <a:pt x="872070" y="460997"/>
                </a:lnTo>
                <a:lnTo>
                  <a:pt x="872079" y="460982"/>
                </a:lnTo>
                <a:lnTo>
                  <a:pt x="872087" y="460942"/>
                </a:lnTo>
                <a:lnTo>
                  <a:pt x="874075" y="454537"/>
                </a:lnTo>
                <a:cubicBezTo>
                  <a:pt x="874551" y="452209"/>
                  <a:pt x="874801" y="449799"/>
                  <a:pt x="874801" y="447329"/>
                </a:cubicBezTo>
                <a:cubicBezTo>
                  <a:pt x="874802" y="444860"/>
                  <a:pt x="874552" y="442449"/>
                  <a:pt x="874076" y="440121"/>
                </a:cubicBezTo>
                <a:lnTo>
                  <a:pt x="872087" y="433715"/>
                </a:lnTo>
                <a:lnTo>
                  <a:pt x="872079" y="433677"/>
                </a:lnTo>
                <a:lnTo>
                  <a:pt x="872071" y="433662"/>
                </a:lnTo>
                <a:lnTo>
                  <a:pt x="871991" y="433407"/>
                </a:lnTo>
                <a:lnTo>
                  <a:pt x="869292" y="429403"/>
                </a:lnTo>
                <a:lnTo>
                  <a:pt x="864319" y="421781"/>
                </a:lnTo>
                <a:lnTo>
                  <a:pt x="784007" y="340156"/>
                </a:lnTo>
                <a:cubicBezTo>
                  <a:pt x="777079" y="333117"/>
                  <a:pt x="767954" y="329550"/>
                  <a:pt x="758801" y="329475"/>
                </a:cubicBezTo>
                <a:close/>
                <a:moveTo>
                  <a:pt x="364662" y="225921"/>
                </a:moveTo>
                <a:cubicBezTo>
                  <a:pt x="355509" y="225995"/>
                  <a:pt x="346383" y="229561"/>
                  <a:pt x="339456" y="236601"/>
                </a:cubicBezTo>
                <a:lnTo>
                  <a:pt x="259145" y="318226"/>
                </a:lnTo>
                <a:lnTo>
                  <a:pt x="254173" y="325848"/>
                </a:lnTo>
                <a:lnTo>
                  <a:pt x="251473" y="329852"/>
                </a:lnTo>
                <a:lnTo>
                  <a:pt x="251394" y="330107"/>
                </a:lnTo>
                <a:lnTo>
                  <a:pt x="251384" y="330122"/>
                </a:lnTo>
                <a:lnTo>
                  <a:pt x="251376" y="330161"/>
                </a:lnTo>
                <a:lnTo>
                  <a:pt x="249389" y="336566"/>
                </a:lnTo>
                <a:cubicBezTo>
                  <a:pt x="248912" y="338894"/>
                  <a:pt x="248662" y="341305"/>
                  <a:pt x="248662" y="343774"/>
                </a:cubicBezTo>
                <a:cubicBezTo>
                  <a:pt x="248662" y="346244"/>
                  <a:pt x="248912" y="348654"/>
                  <a:pt x="249389" y="350982"/>
                </a:cubicBezTo>
                <a:lnTo>
                  <a:pt x="251377" y="357387"/>
                </a:lnTo>
                <a:lnTo>
                  <a:pt x="251384" y="357428"/>
                </a:lnTo>
                <a:lnTo>
                  <a:pt x="251393" y="357443"/>
                </a:lnTo>
                <a:lnTo>
                  <a:pt x="251473" y="357696"/>
                </a:lnTo>
                <a:lnTo>
                  <a:pt x="254161" y="361684"/>
                </a:lnTo>
                <a:lnTo>
                  <a:pt x="259145" y="369323"/>
                </a:lnTo>
                <a:lnTo>
                  <a:pt x="339456" y="450948"/>
                </a:lnTo>
                <a:cubicBezTo>
                  <a:pt x="353310" y="465028"/>
                  <a:pt x="375957" y="465212"/>
                  <a:pt x="390037" y="451358"/>
                </a:cubicBezTo>
                <a:cubicBezTo>
                  <a:pt x="404118" y="437503"/>
                  <a:pt x="404302" y="414858"/>
                  <a:pt x="390448" y="400777"/>
                </a:cubicBezTo>
                <a:lnTo>
                  <a:pt x="369553" y="379542"/>
                </a:lnTo>
                <a:lnTo>
                  <a:pt x="580730" y="379541"/>
                </a:lnTo>
                <a:cubicBezTo>
                  <a:pt x="590606" y="379541"/>
                  <a:pt x="599549" y="375538"/>
                  <a:pt x="606021" y="369065"/>
                </a:cubicBezTo>
                <a:lnTo>
                  <a:pt x="616497" y="343774"/>
                </a:lnTo>
                <a:lnTo>
                  <a:pt x="606021" y="318483"/>
                </a:lnTo>
                <a:cubicBezTo>
                  <a:pt x="599549" y="312010"/>
                  <a:pt x="590606" y="308006"/>
                  <a:pt x="580730" y="308006"/>
                </a:cubicBezTo>
                <a:lnTo>
                  <a:pt x="369553" y="308007"/>
                </a:lnTo>
                <a:lnTo>
                  <a:pt x="390447" y="286772"/>
                </a:lnTo>
                <a:cubicBezTo>
                  <a:pt x="404302" y="272691"/>
                  <a:pt x="404118" y="250045"/>
                  <a:pt x="390038" y="236191"/>
                </a:cubicBezTo>
                <a:cubicBezTo>
                  <a:pt x="382997" y="229264"/>
                  <a:pt x="373816" y="225846"/>
                  <a:pt x="364662" y="225921"/>
                </a:cubicBezTo>
                <a:close/>
                <a:moveTo>
                  <a:pt x="99325" y="0"/>
                </a:moveTo>
                <a:lnTo>
                  <a:pt x="1024137" y="0"/>
                </a:lnTo>
                <a:cubicBezTo>
                  <a:pt x="1078993" y="0"/>
                  <a:pt x="1123462" y="44469"/>
                  <a:pt x="1123462" y="99325"/>
                </a:cubicBezTo>
                <a:lnTo>
                  <a:pt x="1123462" y="1024137"/>
                </a:lnTo>
                <a:cubicBezTo>
                  <a:pt x="1123462" y="1078993"/>
                  <a:pt x="1078993" y="1123462"/>
                  <a:pt x="1024137" y="1123462"/>
                </a:cubicBezTo>
                <a:lnTo>
                  <a:pt x="99325" y="1123462"/>
                </a:lnTo>
                <a:cubicBezTo>
                  <a:pt x="44469" y="1123462"/>
                  <a:pt x="0" y="1078993"/>
                  <a:pt x="0" y="1024137"/>
                </a:cubicBezTo>
                <a:lnTo>
                  <a:pt x="0" y="99325"/>
                </a:lnTo>
                <a:cubicBezTo>
                  <a:pt x="0" y="44469"/>
                  <a:pt x="44469" y="0"/>
                  <a:pt x="99325" y="0"/>
                </a:cubicBezTo>
                <a:close/>
              </a:path>
            </a:pathLst>
          </a:custGeom>
          <a:solidFill>
            <a:srgbClr val="113074"/>
          </a:solidFill>
          <a:ln w="9525" cap="flat" cmpd="sng" algn="ctr">
            <a:noFill/>
            <a:prstDash val="solid"/>
          </a:ln>
          <a:effectLst>
            <a:glow rad="50800">
              <a:srgbClr val="FFFF00"/>
            </a:glow>
          </a:effectLst>
        </p:spPr>
        <p:txBody>
          <a:bodyPr lIns="51432" tIns="25716" rIns="51432" bIns="25716" rtlCol="0" anchor="ctr"/>
          <a:lstStyle/>
          <a:p>
            <a:pPr algn="ctr" defTabSz="514350"/>
            <a:endParaRPr kumimoji="0" lang="en-US" sz="1400" kern="0">
              <a:solidFill>
                <a:srgbClr val="FFFFFF"/>
              </a:solidFill>
              <a:latin typeface="Noto Sans CJK SC Light"/>
            </a:endParaRPr>
          </a:p>
        </p:txBody>
      </p:sp>
      <p:sp>
        <p:nvSpPr>
          <p:cNvPr id="779" name="文本框 522">
            <a:extLst>
              <a:ext uri="{FF2B5EF4-FFF2-40B4-BE49-F238E27FC236}">
                <a16:creationId xmlns:a16="http://schemas.microsoft.com/office/drawing/2014/main" id="{68173767-57F7-C2DB-E940-38B40EDFCBA5}"/>
              </a:ext>
            </a:extLst>
          </p:cNvPr>
          <p:cNvSpPr txBox="1"/>
          <p:nvPr/>
        </p:nvSpPr>
        <p:spPr>
          <a:xfrm>
            <a:off x="11077191" y="478434"/>
            <a:ext cx="1027845" cy="215444"/>
          </a:xfrm>
          <a:prstGeom prst="rect">
            <a:avLst/>
          </a:prstGeom>
          <a:noFill/>
        </p:spPr>
        <p:txBody>
          <a:bodyPr wrap="none" rtlCol="0">
            <a:spAutoFit/>
          </a:bodyPr>
          <a:lstStyle/>
          <a:p>
            <a:pPr defTabSz="685800"/>
            <a:r>
              <a:rPr lang="en-US" altLang="zh-CN" sz="800" dirty="0">
                <a:latin typeface="Noto Sans CJK SC Light"/>
              </a:rPr>
              <a:t>OT Industrial</a:t>
            </a:r>
            <a:r>
              <a:rPr lang="zh-CN" altLang="en-US" sz="800" dirty="0">
                <a:latin typeface="Noto Sans CJK SC Light"/>
              </a:rPr>
              <a:t> </a:t>
            </a:r>
            <a:r>
              <a:rPr lang="en-US" altLang="zh-CN" sz="800" dirty="0">
                <a:latin typeface="Noto Sans CJK SC Light"/>
              </a:rPr>
              <a:t>Router</a:t>
            </a:r>
            <a:endParaRPr lang="zh-CN" altLang="en-US" sz="800" dirty="0">
              <a:latin typeface="Noto Sans CJK SC Light"/>
            </a:endParaRPr>
          </a:p>
        </p:txBody>
      </p:sp>
      <p:sp>
        <p:nvSpPr>
          <p:cNvPr id="14" name="矩形 17">
            <a:extLst>
              <a:ext uri="{FF2B5EF4-FFF2-40B4-BE49-F238E27FC236}">
                <a16:creationId xmlns:a16="http://schemas.microsoft.com/office/drawing/2014/main" id="{70CF17F6-07DC-BE5F-6757-ED261518D8D1}"/>
              </a:ext>
            </a:extLst>
          </p:cNvPr>
          <p:cNvSpPr>
            <a:spLocks noChangeArrowheads="1"/>
          </p:cNvSpPr>
          <p:nvPr/>
        </p:nvSpPr>
        <p:spPr bwMode="auto">
          <a:xfrm>
            <a:off x="1823591" y="694200"/>
            <a:ext cx="820311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a:defRPr/>
            </a:pPr>
            <a:r>
              <a:rPr lang="ja-JP" altLang="en-US" b="1" dirty="0">
                <a:solidFill>
                  <a:srgbClr val="002060"/>
                </a:solidFill>
                <a:latin typeface="Microsoft YaHei" panose="020B0503020204020204" pitchFamily="34" charset="-122"/>
                <a:ea typeface="Microsoft YaHei" panose="020B0503020204020204" pitchFamily="34" charset="-122"/>
                <a:sym typeface="Arial Unicode MS" panose="020B0604020202020204" pitchFamily="34" charset="-122"/>
              </a:rPr>
              <a:t>安全安定の良いネットワーク</a:t>
            </a:r>
            <a:endParaRPr lang="en-US" altLang="ja-JP" b="1" dirty="0">
              <a:solidFill>
                <a:srgbClr val="002060"/>
              </a:solidFill>
              <a:latin typeface="Microsoft YaHei" panose="020B0503020204020204" pitchFamily="34" charset="-122"/>
              <a:ea typeface="Microsoft YaHei" panose="020B0503020204020204" pitchFamily="34" charset="-122"/>
              <a:sym typeface="Arial Unicode MS" panose="020B0604020202020204" pitchFamily="34" charset="-122"/>
            </a:endParaRPr>
          </a:p>
        </p:txBody>
      </p:sp>
    </p:spTree>
    <p:extLst>
      <p:ext uri="{BB962C8B-B14F-4D97-AF65-F5344CB8AC3E}">
        <p14:creationId xmlns:p14="http://schemas.microsoft.com/office/powerpoint/2010/main" val="1542205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1A897DC-3D2E-A9DC-DCA1-174D0D98EF60}"/>
              </a:ext>
            </a:extLst>
          </p:cNvPr>
          <p:cNvSpPr>
            <a:spLocks noGrp="1"/>
          </p:cNvSpPr>
          <p:nvPr>
            <p:ph type="title"/>
          </p:nvPr>
        </p:nvSpPr>
        <p:spPr/>
        <p:txBody>
          <a:bodyPr/>
          <a:lstStyle/>
          <a:p>
            <a:r>
              <a:rPr kumimoji="1" lang="ja-JP" altLang="en-US" dirty="0"/>
              <a:t>中部電力発電所整理</a:t>
            </a:r>
            <a:br>
              <a:rPr kumimoji="1" lang="en-US" altLang="ja-JP" dirty="0"/>
            </a:br>
            <a:r>
              <a:rPr kumimoji="1" lang="en-US" altLang="ja-JP" dirty="0"/>
              <a:t>The list of  </a:t>
            </a:r>
            <a:r>
              <a:rPr lang="en-US" altLang="ja-JP" dirty="0"/>
              <a:t>power station</a:t>
            </a:r>
            <a:endParaRPr kumimoji="1" lang="ja-JP" altLang="en-US" dirty="0"/>
          </a:p>
        </p:txBody>
      </p:sp>
      <p:sp>
        <p:nvSpPr>
          <p:cNvPr id="4" name="テキスト ボックス 3">
            <a:extLst>
              <a:ext uri="{FF2B5EF4-FFF2-40B4-BE49-F238E27FC236}">
                <a16:creationId xmlns:a16="http://schemas.microsoft.com/office/drawing/2014/main" id="{83CB5DBD-C789-E67D-E254-438D9DCD6BAD}"/>
              </a:ext>
            </a:extLst>
          </p:cNvPr>
          <p:cNvSpPr txBox="1"/>
          <p:nvPr/>
        </p:nvSpPr>
        <p:spPr>
          <a:xfrm>
            <a:off x="352902" y="765925"/>
            <a:ext cx="10895201" cy="338554"/>
          </a:xfrm>
          <a:prstGeom prst="rect">
            <a:avLst/>
          </a:prstGeom>
          <a:noFill/>
        </p:spPr>
        <p:txBody>
          <a:bodyPr wrap="square">
            <a:spAutoFit/>
          </a:bodyPr>
          <a:lstStyle/>
          <a:p>
            <a:r>
              <a:rPr lang="en-US" altLang="ja-JP" sz="1600" b="0" i="0" dirty="0">
                <a:solidFill>
                  <a:srgbClr val="333333"/>
                </a:solidFill>
                <a:effectLst/>
                <a:latin typeface="ヒラギノ角ゴシック"/>
              </a:rPr>
              <a:t>2025</a:t>
            </a:r>
            <a:r>
              <a:rPr lang="ja-JP" altLang="en-US" sz="1600" b="0" i="0" dirty="0">
                <a:solidFill>
                  <a:srgbClr val="333333"/>
                </a:solidFill>
                <a:effectLst/>
                <a:latin typeface="ヒラギノ角ゴシック"/>
              </a:rPr>
              <a:t>年</a:t>
            </a:r>
            <a:r>
              <a:rPr lang="en-US" altLang="ja-JP" sz="1600" b="0" i="0" dirty="0">
                <a:solidFill>
                  <a:srgbClr val="333333"/>
                </a:solidFill>
                <a:effectLst/>
                <a:latin typeface="ヒラギノ角ゴシック"/>
              </a:rPr>
              <a:t>4</a:t>
            </a:r>
            <a:r>
              <a:rPr lang="ja-JP" altLang="en-US" sz="1600" b="0" i="0" dirty="0">
                <a:solidFill>
                  <a:srgbClr val="333333"/>
                </a:solidFill>
                <a:effectLst/>
                <a:latin typeface="ヒラギノ角ゴシック"/>
              </a:rPr>
              <a:t>月末現在、</a:t>
            </a:r>
            <a:r>
              <a:rPr lang="en-US" altLang="ja-JP" sz="1600" b="0" i="0" dirty="0">
                <a:solidFill>
                  <a:srgbClr val="333333"/>
                </a:solidFill>
                <a:effectLst/>
                <a:latin typeface="ヒラギノ角ゴシック"/>
              </a:rPr>
              <a:t>201</a:t>
            </a:r>
            <a:r>
              <a:rPr lang="ja-JP" altLang="en-US" sz="1600" b="0" i="0" dirty="0">
                <a:solidFill>
                  <a:srgbClr val="333333"/>
                </a:solidFill>
                <a:effectLst/>
                <a:latin typeface="ヒラギノ角ゴシック"/>
              </a:rPr>
              <a:t>ヵ所の水力発電所で出力</a:t>
            </a:r>
            <a:r>
              <a:rPr lang="en-US" altLang="ja-JP" sz="1600" b="0" i="0" dirty="0">
                <a:solidFill>
                  <a:srgbClr val="333333"/>
                </a:solidFill>
                <a:effectLst/>
                <a:latin typeface="ヒラギノ角ゴシック"/>
              </a:rPr>
              <a:t>5,484,760kW</a:t>
            </a:r>
            <a:r>
              <a:rPr lang="en-US" altLang="ja-JP" sz="1600" dirty="0">
                <a:solidFill>
                  <a:srgbClr val="333333"/>
                </a:solidFill>
                <a:latin typeface="ヒラギノ角ゴシック"/>
              </a:rPr>
              <a:t>(5356.21mW)</a:t>
            </a:r>
            <a:r>
              <a:rPr lang="ja-JP" altLang="en-US" sz="1600" b="0" i="0" dirty="0">
                <a:solidFill>
                  <a:srgbClr val="333333"/>
                </a:solidFill>
                <a:effectLst/>
                <a:latin typeface="ヒラギノ角ゴシック"/>
              </a:rPr>
              <a:t>の発電をおこなっています</a:t>
            </a:r>
            <a:endParaRPr lang="ja-JP" altLang="en-US" sz="1600" dirty="0"/>
          </a:p>
        </p:txBody>
      </p:sp>
    </p:spTree>
    <p:extLst>
      <p:ext uri="{BB962C8B-B14F-4D97-AF65-F5344CB8AC3E}">
        <p14:creationId xmlns:p14="http://schemas.microsoft.com/office/powerpoint/2010/main" val="38928879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タイトル 2">
            <a:extLst>
              <a:ext uri="{FF2B5EF4-FFF2-40B4-BE49-F238E27FC236}">
                <a16:creationId xmlns:a16="http://schemas.microsoft.com/office/drawing/2014/main" id="{2D4ABB32-F537-CFB3-6C70-20966F8F1E5A}"/>
              </a:ext>
            </a:extLst>
          </p:cNvPr>
          <p:cNvSpPr>
            <a:spLocks noGrp="1"/>
          </p:cNvSpPr>
          <p:nvPr>
            <p:ph type="title"/>
          </p:nvPr>
        </p:nvSpPr>
        <p:spPr>
          <a:xfrm>
            <a:off x="432888" y="38338"/>
            <a:ext cx="11493500" cy="626683"/>
          </a:xfrm>
        </p:spPr>
        <p:txBody>
          <a:bodyPr/>
          <a:lstStyle/>
          <a:p>
            <a:r>
              <a:rPr lang="ja-JP" altLang="en-US"/>
              <a:t>中部電力案件の現状確認</a:t>
            </a:r>
            <a:br>
              <a:rPr lang="ja-JP" altLang="en-US"/>
            </a:br>
            <a:r>
              <a:rPr lang="en-US" altLang="ja-JP"/>
              <a:t>Confirm the </a:t>
            </a:r>
            <a:r>
              <a:rPr lang="en-US" altLang="zh-CN"/>
              <a:t>situation and status about </a:t>
            </a:r>
            <a:r>
              <a:rPr lang="en-US" altLang="zh-CN" err="1"/>
              <a:t>chudengr</a:t>
            </a:r>
            <a:endParaRPr lang="ja-JP" altLang="en-US"/>
          </a:p>
        </p:txBody>
      </p:sp>
      <p:sp>
        <p:nvSpPr>
          <p:cNvPr id="2" name="文本框 42029">
            <a:extLst>
              <a:ext uri="{FF2B5EF4-FFF2-40B4-BE49-F238E27FC236}">
                <a16:creationId xmlns:a16="http://schemas.microsoft.com/office/drawing/2014/main" id="{AD11C552-C622-B0FD-A07C-DE9EFB73C543}"/>
              </a:ext>
            </a:extLst>
          </p:cNvPr>
          <p:cNvSpPr txBox="1"/>
          <p:nvPr/>
        </p:nvSpPr>
        <p:spPr>
          <a:xfrm>
            <a:off x="297846" y="1035960"/>
            <a:ext cx="9814983" cy="2246769"/>
          </a:xfrm>
          <a:prstGeom prst="rect">
            <a:avLst/>
          </a:prstGeom>
          <a:noFill/>
        </p:spPr>
        <p:txBody>
          <a:bodyPr wrap="square" rtlCol="0">
            <a:spAutoFit/>
          </a:bodyPr>
          <a:lstStyle/>
          <a:p>
            <a:pPr defTabSz="457200"/>
            <a:r>
              <a:rPr kumimoji="0" lang="ja-JP" altLang="en-US" sz="2000" b="1" dirty="0">
                <a:latin typeface="Microsoft YaHei" panose="020B0503020204020204" pitchFamily="34" charset="-122"/>
                <a:ea typeface="Microsoft YaHei" panose="020B0503020204020204" pitchFamily="34" charset="-122"/>
              </a:rPr>
              <a:t>他の情報</a:t>
            </a:r>
            <a:endParaRPr kumimoji="0" lang="en-US" altLang="ja-JP" sz="2000" b="1" dirty="0">
              <a:latin typeface="Microsoft YaHei" panose="020B0503020204020204" pitchFamily="34" charset="-122"/>
              <a:ea typeface="Microsoft YaHei" panose="020B0503020204020204" pitchFamily="34" charset="-122"/>
            </a:endParaRPr>
          </a:p>
          <a:p>
            <a:pPr defTabSz="457200"/>
            <a:endParaRPr kumimoji="0" lang="en-US" altLang="zh-CN" sz="2000" dirty="0">
              <a:latin typeface="Microsoft YaHei" panose="020B0503020204020204" pitchFamily="34" charset="-122"/>
              <a:ea typeface="Microsoft YaHei" panose="020B0503020204020204" pitchFamily="34" charset="-122"/>
            </a:endParaRPr>
          </a:p>
          <a:p>
            <a:pPr marL="342900" indent="-342900" defTabSz="457200">
              <a:buFont typeface="Wingdings" panose="05000000000000000000" pitchFamily="2" charset="2"/>
              <a:buChar char="Ø"/>
            </a:pPr>
            <a:r>
              <a:rPr kumimoji="0" lang="ja-JP" altLang="en-US" sz="2000" dirty="0">
                <a:latin typeface="Microsoft YaHei" panose="020B0503020204020204" pitchFamily="34" charset="-122"/>
                <a:ea typeface="Microsoft YaHei" panose="020B0503020204020204" pitchFamily="34" charset="-122"/>
              </a:rPr>
              <a:t>全体のスケジュール</a:t>
            </a:r>
            <a:endParaRPr kumimoji="0" lang="en-US" altLang="ja-JP" sz="2000" dirty="0">
              <a:latin typeface="Microsoft YaHei" panose="020B0503020204020204" pitchFamily="34" charset="-122"/>
              <a:ea typeface="Microsoft YaHei" panose="020B0503020204020204" pitchFamily="34" charset="-122"/>
            </a:endParaRPr>
          </a:p>
          <a:p>
            <a:pPr marL="342900" indent="-342900" defTabSz="457200">
              <a:buFont typeface="Wingdings" panose="05000000000000000000" pitchFamily="2" charset="2"/>
              <a:buChar char="Ø"/>
            </a:pPr>
            <a:endParaRPr kumimoji="0" lang="en-US" altLang="zh-CN" sz="2000" dirty="0">
              <a:latin typeface="Microsoft YaHei" panose="020B0503020204020204" pitchFamily="34" charset="-122"/>
              <a:ea typeface="Microsoft YaHei" panose="020B0503020204020204" pitchFamily="34" charset="-122"/>
            </a:endParaRPr>
          </a:p>
          <a:p>
            <a:pPr marL="342900" indent="-342900" defTabSz="457200">
              <a:buFont typeface="Wingdings" panose="05000000000000000000" pitchFamily="2" charset="2"/>
              <a:buChar char="Ø"/>
            </a:pPr>
            <a:r>
              <a:rPr kumimoji="0" lang="ja-JP" altLang="en-US" sz="2000" dirty="0">
                <a:latin typeface="Microsoft YaHei" panose="020B0503020204020204" pitchFamily="34" charset="-122"/>
                <a:ea typeface="Microsoft YaHei" panose="020B0503020204020204" pitchFamily="34" charset="-122"/>
              </a:rPr>
              <a:t>今回の</a:t>
            </a:r>
            <a:r>
              <a:rPr kumimoji="0" lang="en-US" altLang="ja-JP" sz="2000" dirty="0">
                <a:latin typeface="Microsoft YaHei" panose="020B0503020204020204" pitchFamily="34" charset="-122"/>
                <a:ea typeface="Microsoft YaHei" panose="020B0503020204020204" pitchFamily="34" charset="-122"/>
              </a:rPr>
              <a:t>Small</a:t>
            </a:r>
            <a:r>
              <a:rPr kumimoji="0" lang="ja-JP" altLang="en-US" sz="2000" dirty="0">
                <a:latin typeface="Microsoft YaHei" panose="020B0503020204020204" pitchFamily="34" charset="-122"/>
                <a:ea typeface="Microsoft YaHei" panose="020B0503020204020204" pitchFamily="34" charset="-122"/>
              </a:rPr>
              <a:t>プロジェクトの範囲とスケジュール（松川発電所から？）</a:t>
            </a:r>
            <a:endParaRPr kumimoji="0" lang="en-US" altLang="ja-JP" sz="2000" dirty="0">
              <a:latin typeface="Microsoft YaHei" panose="020B0503020204020204" pitchFamily="34" charset="-122"/>
              <a:ea typeface="Microsoft YaHei" panose="020B0503020204020204" pitchFamily="34" charset="-122"/>
            </a:endParaRPr>
          </a:p>
          <a:p>
            <a:pPr marL="342900" indent="-342900" defTabSz="457200">
              <a:buFont typeface="Wingdings" panose="05000000000000000000" pitchFamily="2" charset="2"/>
              <a:buChar char="Ø"/>
            </a:pPr>
            <a:endParaRPr kumimoji="0" lang="en-US" altLang="zh-CN" sz="2000" dirty="0">
              <a:latin typeface="Microsoft YaHei" panose="020B0503020204020204" pitchFamily="34" charset="-122"/>
              <a:ea typeface="Microsoft YaHei" panose="020B0503020204020204" pitchFamily="34" charset="-122"/>
            </a:endParaRPr>
          </a:p>
          <a:p>
            <a:pPr marL="342900" indent="-342900" defTabSz="457200">
              <a:buFont typeface="Wingdings" panose="05000000000000000000" pitchFamily="2" charset="2"/>
              <a:buChar char="Ø"/>
            </a:pPr>
            <a:r>
              <a:rPr kumimoji="0" lang="ja-JP" altLang="en-US" sz="2000" dirty="0">
                <a:latin typeface="Microsoft YaHei" panose="020B0503020204020204" pitchFamily="34" charset="-122"/>
                <a:ea typeface="Microsoft YaHei" panose="020B0503020204020204" pitchFamily="34" charset="-122"/>
              </a:rPr>
              <a:t>今の主な課題</a:t>
            </a:r>
            <a:endParaRPr kumimoji="0" lang="zh-CN" altLang="en-US" sz="2000" dirty="0">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3691498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6E1DE0-AC21-95B0-7C2F-C763E7D962F4}"/>
            </a:ext>
          </a:extLst>
        </p:cNvPr>
        <p:cNvGrpSpPr/>
        <p:nvPr/>
      </p:nvGrpSpPr>
      <p:grpSpPr>
        <a:xfrm>
          <a:off x="0" y="0"/>
          <a:ext cx="0" cy="0"/>
          <a:chOff x="0" y="0"/>
          <a:chExt cx="0" cy="0"/>
        </a:xfrm>
      </p:grpSpPr>
      <p:sp>
        <p:nvSpPr>
          <p:cNvPr id="6" name="文本框 57">
            <a:extLst>
              <a:ext uri="{FF2B5EF4-FFF2-40B4-BE49-F238E27FC236}">
                <a16:creationId xmlns:a16="http://schemas.microsoft.com/office/drawing/2014/main" id="{771FE24D-C843-0DF9-35DF-0B4A2AF11F18}"/>
              </a:ext>
            </a:extLst>
          </p:cNvPr>
          <p:cNvSpPr txBox="1">
            <a:spLocks noChangeArrowheads="1"/>
          </p:cNvSpPr>
          <p:nvPr/>
        </p:nvSpPr>
        <p:spPr bwMode="auto">
          <a:xfrm>
            <a:off x="2089529" y="2991712"/>
            <a:ext cx="2099650" cy="6528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3642" b="1" kern="0">
                <a:solidFill>
                  <a:schemeClr val="tx2"/>
                </a:solidFill>
                <a:latin typeface="+mn-ea"/>
                <a:ea typeface="+mn-ea"/>
              </a:rPr>
              <a:t>目次</a:t>
            </a:r>
            <a:endParaRPr kumimoji="0" lang="zh-CN" altLang="en-US" sz="3642" b="1" i="0" u="none" strike="noStrike" kern="0" cap="none" spc="0" normalizeH="0" baseline="0" noProof="0">
              <a:ln>
                <a:noFill/>
              </a:ln>
              <a:solidFill>
                <a:schemeClr val="tx2"/>
              </a:solidFill>
              <a:effectLst/>
              <a:uLnTx/>
              <a:uFillTx/>
              <a:latin typeface="+mn-ea"/>
              <a:ea typeface="+mn-ea"/>
            </a:endParaRPr>
          </a:p>
        </p:txBody>
      </p:sp>
      <p:sp>
        <p:nvSpPr>
          <p:cNvPr id="5" name="文本框 56">
            <a:extLst>
              <a:ext uri="{FF2B5EF4-FFF2-40B4-BE49-F238E27FC236}">
                <a16:creationId xmlns:a16="http://schemas.microsoft.com/office/drawing/2014/main" id="{1FD8DC94-CCC2-E6B0-6992-C85AFBC8BB83}"/>
              </a:ext>
            </a:extLst>
          </p:cNvPr>
          <p:cNvSpPr txBox="1">
            <a:spLocks noChangeArrowheads="1"/>
          </p:cNvSpPr>
          <p:nvPr/>
        </p:nvSpPr>
        <p:spPr bwMode="auto">
          <a:xfrm>
            <a:off x="2162101" y="3553204"/>
            <a:ext cx="1423202" cy="3415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619" b="1" i="0" u="none" strike="noStrike" kern="0" cap="none" spc="0" normalizeH="0" baseline="0" noProof="0">
                <a:ln>
                  <a:noFill/>
                </a:ln>
                <a:solidFill>
                  <a:schemeClr val="tx2"/>
                </a:solidFill>
                <a:effectLst/>
                <a:uLnTx/>
                <a:uFillTx/>
                <a:latin typeface="+mn-ea"/>
                <a:ea typeface="+mn-ea"/>
              </a:rPr>
              <a:t>Contents</a:t>
            </a:r>
            <a:endParaRPr kumimoji="0" lang="zh-CN" altLang="en-US" sz="1619" b="1" i="0" u="none" strike="noStrike" kern="0" cap="none" spc="0" normalizeH="0" baseline="0" noProof="0">
              <a:ln>
                <a:noFill/>
              </a:ln>
              <a:solidFill>
                <a:schemeClr val="tx2"/>
              </a:solidFill>
              <a:effectLst/>
              <a:uLnTx/>
              <a:uFillTx/>
              <a:latin typeface="+mn-ea"/>
              <a:ea typeface="+mn-ea"/>
            </a:endParaRPr>
          </a:p>
        </p:txBody>
      </p:sp>
      <p:sp>
        <p:nvSpPr>
          <p:cNvPr id="9" name="Rectangle 6">
            <a:extLst>
              <a:ext uri="{FF2B5EF4-FFF2-40B4-BE49-F238E27FC236}">
                <a16:creationId xmlns:a16="http://schemas.microsoft.com/office/drawing/2014/main" id="{21B86FF3-4E72-36EC-2888-AECE1FC868C4}"/>
              </a:ext>
            </a:extLst>
          </p:cNvPr>
          <p:cNvSpPr>
            <a:spLocks noChangeArrowheads="1"/>
          </p:cNvSpPr>
          <p:nvPr/>
        </p:nvSpPr>
        <p:spPr bwMode="auto">
          <a:xfrm>
            <a:off x="4015008" y="3134599"/>
            <a:ext cx="47196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buFont typeface="Wingdings" panose="05000000000000000000" pitchFamily="2" charset="2"/>
              <a:buChar char="l"/>
            </a:pPr>
            <a:r>
              <a:rPr kumimoji="0" lang="ja-JP" altLang="en-US" sz="2400" b="1">
                <a:solidFill>
                  <a:schemeClr val="bg1">
                    <a:lumMod val="65000"/>
                  </a:schemeClr>
                </a:solidFill>
                <a:latin typeface="+mn-ea"/>
              </a:rPr>
              <a:t>アーキテクチャ初案</a:t>
            </a:r>
            <a:endParaRPr kumimoji="0" lang="zh-CN" altLang="en-US" sz="2400" b="1">
              <a:solidFill>
                <a:schemeClr val="bg1">
                  <a:lumMod val="65000"/>
                </a:schemeClr>
              </a:solidFill>
              <a:latin typeface="+mn-ea"/>
            </a:endParaRPr>
          </a:p>
        </p:txBody>
      </p:sp>
      <p:sp>
        <p:nvSpPr>
          <p:cNvPr id="12" name="Rectangle 6">
            <a:extLst>
              <a:ext uri="{FF2B5EF4-FFF2-40B4-BE49-F238E27FC236}">
                <a16:creationId xmlns:a16="http://schemas.microsoft.com/office/drawing/2014/main" id="{CB76366F-6C9D-D356-9974-189ADC76B349}"/>
              </a:ext>
            </a:extLst>
          </p:cNvPr>
          <p:cNvSpPr>
            <a:spLocks noChangeArrowheads="1"/>
          </p:cNvSpPr>
          <p:nvPr/>
        </p:nvSpPr>
        <p:spPr bwMode="auto">
          <a:xfrm>
            <a:off x="4015008" y="3969130"/>
            <a:ext cx="47196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buFont typeface="Wingdings" panose="05000000000000000000" pitchFamily="2" charset="2"/>
              <a:buChar char="l"/>
            </a:pPr>
            <a:r>
              <a:rPr kumimoji="0" lang="en-US" altLang="ja-JP" sz="2400" b="1">
                <a:solidFill>
                  <a:schemeClr val="bg1">
                    <a:lumMod val="65000"/>
                  </a:schemeClr>
                </a:solidFill>
                <a:latin typeface="+mn-ea"/>
              </a:rPr>
              <a:t>Q</a:t>
            </a:r>
            <a:r>
              <a:rPr kumimoji="0" lang="ja-JP" altLang="en-US" sz="2400" b="1">
                <a:solidFill>
                  <a:schemeClr val="bg1">
                    <a:lumMod val="65000"/>
                  </a:schemeClr>
                </a:solidFill>
                <a:latin typeface="+mn-ea"/>
              </a:rPr>
              <a:t>＆</a:t>
            </a:r>
            <a:r>
              <a:rPr kumimoji="0" lang="en-US" altLang="ja-JP" sz="2400" b="1">
                <a:solidFill>
                  <a:schemeClr val="bg1">
                    <a:lumMod val="65000"/>
                  </a:schemeClr>
                </a:solidFill>
                <a:latin typeface="+mn-ea"/>
              </a:rPr>
              <a:t>A</a:t>
            </a:r>
            <a:endParaRPr kumimoji="0" lang="zh-CN" altLang="en-US" sz="2400" b="1">
              <a:solidFill>
                <a:schemeClr val="bg1">
                  <a:lumMod val="65000"/>
                </a:schemeClr>
              </a:solidFill>
              <a:latin typeface="+mn-ea"/>
            </a:endParaRPr>
          </a:p>
        </p:txBody>
      </p:sp>
      <p:sp>
        <p:nvSpPr>
          <p:cNvPr id="15" name="Rectangle 6">
            <a:extLst>
              <a:ext uri="{FF2B5EF4-FFF2-40B4-BE49-F238E27FC236}">
                <a16:creationId xmlns:a16="http://schemas.microsoft.com/office/drawing/2014/main" id="{CDEB2203-8845-8201-F21C-F2AA360530C8}"/>
              </a:ext>
            </a:extLst>
          </p:cNvPr>
          <p:cNvSpPr>
            <a:spLocks noChangeArrowheads="1"/>
          </p:cNvSpPr>
          <p:nvPr/>
        </p:nvSpPr>
        <p:spPr bwMode="auto">
          <a:xfrm>
            <a:off x="4015008" y="2300068"/>
            <a:ext cx="47196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buFont typeface="Wingdings" panose="05000000000000000000" pitchFamily="2" charset="2"/>
              <a:buChar char="l"/>
            </a:pPr>
            <a:r>
              <a:rPr kumimoji="0" lang="en-US" altLang="ja-JP" sz="2400" b="1">
                <a:solidFill>
                  <a:srgbClr val="014097"/>
                </a:solidFill>
                <a:latin typeface="+mn-ea"/>
              </a:rPr>
              <a:t>DEMO</a:t>
            </a:r>
            <a:endParaRPr kumimoji="0" lang="zh-CN" altLang="en-US" sz="2400" b="1">
              <a:solidFill>
                <a:srgbClr val="014097"/>
              </a:solidFill>
              <a:latin typeface="+mn-ea"/>
            </a:endParaRPr>
          </a:p>
        </p:txBody>
      </p:sp>
      <p:sp>
        <p:nvSpPr>
          <p:cNvPr id="18" name="Rectangle 6">
            <a:extLst>
              <a:ext uri="{FF2B5EF4-FFF2-40B4-BE49-F238E27FC236}">
                <a16:creationId xmlns:a16="http://schemas.microsoft.com/office/drawing/2014/main" id="{F37BD498-262C-8845-88BF-CA6EE531E7FD}"/>
              </a:ext>
            </a:extLst>
          </p:cNvPr>
          <p:cNvSpPr>
            <a:spLocks noChangeArrowheads="1"/>
          </p:cNvSpPr>
          <p:nvPr/>
        </p:nvSpPr>
        <p:spPr bwMode="auto">
          <a:xfrm>
            <a:off x="4015008" y="1465537"/>
            <a:ext cx="4718973"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342900" indent="-342900">
              <a:buFont typeface="Wingdings" panose="05000000000000000000" pitchFamily="2" charset="2"/>
              <a:buChar char="l"/>
            </a:pPr>
            <a:r>
              <a:rPr kumimoji="0" lang="ja-JP" altLang="en-US" sz="2400" b="1">
                <a:solidFill>
                  <a:schemeClr val="bg1">
                    <a:lumMod val="65000"/>
                  </a:schemeClr>
                </a:solidFill>
                <a:latin typeface="+mn-ea"/>
                <a:ea typeface="+mn-ea"/>
              </a:rPr>
              <a:t>中部電力案件の現状確認</a:t>
            </a:r>
            <a:endParaRPr kumimoji="0" lang="zh-CN" altLang="en-US" sz="2400" b="1">
              <a:solidFill>
                <a:schemeClr val="bg1">
                  <a:lumMod val="65000"/>
                </a:schemeClr>
              </a:solidFill>
              <a:latin typeface="+mn-ea"/>
              <a:ea typeface="+mn-ea"/>
            </a:endParaRPr>
          </a:p>
        </p:txBody>
      </p:sp>
      <p:sp>
        <p:nvSpPr>
          <p:cNvPr id="21" name="Rectangle 6">
            <a:extLst>
              <a:ext uri="{FF2B5EF4-FFF2-40B4-BE49-F238E27FC236}">
                <a16:creationId xmlns:a16="http://schemas.microsoft.com/office/drawing/2014/main" id="{F430C179-2250-17DD-56B7-5C196C027AC9}"/>
              </a:ext>
            </a:extLst>
          </p:cNvPr>
          <p:cNvSpPr>
            <a:spLocks noChangeArrowheads="1"/>
          </p:cNvSpPr>
          <p:nvPr/>
        </p:nvSpPr>
        <p:spPr bwMode="auto">
          <a:xfrm>
            <a:off x="4015008" y="4803661"/>
            <a:ext cx="47196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buFont typeface="Wingdings" panose="05000000000000000000" pitchFamily="2" charset="2"/>
              <a:buChar char="l"/>
            </a:pPr>
            <a:r>
              <a:rPr kumimoji="0" lang="ja-JP" altLang="en-US" sz="2400" b="1">
                <a:solidFill>
                  <a:schemeClr val="bg1">
                    <a:lumMod val="65000"/>
                  </a:schemeClr>
                </a:solidFill>
                <a:latin typeface="+mn-ea"/>
              </a:rPr>
              <a:t>次のステップ</a:t>
            </a:r>
            <a:endParaRPr kumimoji="0" lang="zh-CN" altLang="en-US" sz="2400" b="1">
              <a:solidFill>
                <a:schemeClr val="bg1">
                  <a:lumMod val="65000"/>
                </a:schemeClr>
              </a:solidFill>
              <a:latin typeface="+mn-ea"/>
            </a:endParaRPr>
          </a:p>
        </p:txBody>
      </p:sp>
    </p:spTree>
    <p:extLst>
      <p:ext uri="{BB962C8B-B14F-4D97-AF65-F5344CB8AC3E}">
        <p14:creationId xmlns:p14="http://schemas.microsoft.com/office/powerpoint/2010/main" val="36541562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BFBDCD1-E12A-5F3E-90B4-4DE82DA1E3DD}"/>
              </a:ext>
            </a:extLst>
          </p:cNvPr>
          <p:cNvSpPr>
            <a:spLocks noGrp="1"/>
          </p:cNvSpPr>
          <p:nvPr>
            <p:ph type="title"/>
          </p:nvPr>
        </p:nvSpPr>
        <p:spPr>
          <a:xfrm>
            <a:off x="432888" y="38338"/>
            <a:ext cx="11493500" cy="626683"/>
          </a:xfrm>
        </p:spPr>
        <p:txBody>
          <a:bodyPr/>
          <a:lstStyle/>
          <a:p>
            <a:r>
              <a:rPr lang="ja-JP" altLang="en-US"/>
              <a:t>前のプロジェクトを参照にした</a:t>
            </a:r>
            <a:r>
              <a:rPr lang="en-US" altLang="ja-JP"/>
              <a:t>DEMO—</a:t>
            </a:r>
            <a:r>
              <a:rPr lang="ja-JP" altLang="en-US"/>
              <a:t>アーキテクチャ</a:t>
            </a:r>
            <a:br>
              <a:rPr lang="ja-JP" altLang="en-US"/>
            </a:br>
            <a:r>
              <a:rPr lang="en-US" altLang="ja-JP"/>
              <a:t>A DEMO based on </a:t>
            </a:r>
            <a:r>
              <a:rPr lang="en-US" altLang="zh-CN"/>
              <a:t>previous projects</a:t>
            </a:r>
            <a:endParaRPr lang="ja-JP" altLang="en-US"/>
          </a:p>
        </p:txBody>
      </p:sp>
      <p:sp>
        <p:nvSpPr>
          <p:cNvPr id="8" name="矩形 8">
            <a:extLst>
              <a:ext uri="{FF2B5EF4-FFF2-40B4-BE49-F238E27FC236}">
                <a16:creationId xmlns:a16="http://schemas.microsoft.com/office/drawing/2014/main" id="{C6FD517E-4FC0-B0D3-6D09-FB25CF2F1ECA}"/>
              </a:ext>
            </a:extLst>
          </p:cNvPr>
          <p:cNvSpPr>
            <a:spLocks noChangeArrowheads="1"/>
          </p:cNvSpPr>
          <p:nvPr/>
        </p:nvSpPr>
        <p:spPr bwMode="auto">
          <a:xfrm>
            <a:off x="5454346" y="1192026"/>
            <a:ext cx="852494"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defRPr/>
            </a:pPr>
            <a:r>
              <a:rPr lang="ja-JP" altLang="en-US" sz="1000" dirty="0">
                <a:latin typeface="Microsoft YaHei" panose="020B0503020204020204" pitchFamily="34" charset="-122"/>
                <a:ea typeface="Microsoft YaHei" panose="020B0503020204020204" pitchFamily="34" charset="-122"/>
                <a:sym typeface="Arial Unicode MS" panose="020B0604020202020204" pitchFamily="34" charset="-122"/>
              </a:rPr>
              <a:t>テスト</a:t>
            </a:r>
            <a:r>
              <a:rPr lang="en-US" altLang="ja-JP" sz="1000" dirty="0">
                <a:latin typeface="Microsoft YaHei" panose="020B0503020204020204" pitchFamily="34" charset="-122"/>
                <a:ea typeface="Microsoft YaHei" panose="020B0503020204020204" pitchFamily="34" charset="-122"/>
                <a:sym typeface="Arial Unicode MS" panose="020B0604020202020204" pitchFamily="34" charset="-122"/>
              </a:rPr>
              <a:t>PC</a:t>
            </a:r>
            <a:endParaRPr lang="zh-CN" altLang="en-US" sz="1000" dirty="0">
              <a:latin typeface="Microsoft YaHei" panose="020B0503020204020204" pitchFamily="34" charset="-122"/>
              <a:ea typeface="Microsoft YaHei" panose="020B0503020204020204" pitchFamily="34" charset="-122"/>
              <a:sym typeface="Arial Unicode MS" panose="020B0604020202020204" pitchFamily="34" charset="-122"/>
            </a:endParaRPr>
          </a:p>
        </p:txBody>
      </p:sp>
      <p:pic>
        <p:nvPicPr>
          <p:cNvPr id="9" name="图片 16">
            <a:extLst>
              <a:ext uri="{FF2B5EF4-FFF2-40B4-BE49-F238E27FC236}">
                <a16:creationId xmlns:a16="http://schemas.microsoft.com/office/drawing/2014/main" id="{C51A36E6-D30C-C0AB-936B-21EA049EA719}"/>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471101" y="1020110"/>
            <a:ext cx="983901" cy="522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1" name="直接连接符 11">
            <a:extLst>
              <a:ext uri="{FF2B5EF4-FFF2-40B4-BE49-F238E27FC236}">
                <a16:creationId xmlns:a16="http://schemas.microsoft.com/office/drawing/2014/main" id="{119937D3-719C-48C0-2C13-96AE351F3C2C}"/>
              </a:ext>
            </a:extLst>
          </p:cNvPr>
          <p:cNvCxnSpPr>
            <a:cxnSpLocks/>
          </p:cNvCxnSpPr>
          <p:nvPr/>
        </p:nvCxnSpPr>
        <p:spPr>
          <a:xfrm flipH="1" flipV="1">
            <a:off x="3910525" y="1633011"/>
            <a:ext cx="4186" cy="213499"/>
          </a:xfrm>
          <a:prstGeom prst="line">
            <a:avLst/>
          </a:prstGeom>
          <a:noFill/>
          <a:ln w="19050" cap="flat" cmpd="sng" algn="ctr">
            <a:solidFill>
              <a:srgbClr val="4472C4"/>
            </a:solidFill>
            <a:prstDash val="solid"/>
            <a:miter lim="800000"/>
          </a:ln>
          <a:effectLst/>
        </p:spPr>
      </p:cxnSp>
      <p:cxnSp>
        <p:nvCxnSpPr>
          <p:cNvPr id="12" name="直接连接符 12">
            <a:extLst>
              <a:ext uri="{FF2B5EF4-FFF2-40B4-BE49-F238E27FC236}">
                <a16:creationId xmlns:a16="http://schemas.microsoft.com/office/drawing/2014/main" id="{5F63CF40-E601-6292-C26D-1895756B8273}"/>
              </a:ext>
            </a:extLst>
          </p:cNvPr>
          <p:cNvCxnSpPr>
            <a:cxnSpLocks/>
          </p:cNvCxnSpPr>
          <p:nvPr/>
        </p:nvCxnSpPr>
        <p:spPr>
          <a:xfrm flipH="1" flipV="1">
            <a:off x="4911642" y="1551183"/>
            <a:ext cx="4186" cy="283081"/>
          </a:xfrm>
          <a:prstGeom prst="line">
            <a:avLst/>
          </a:prstGeom>
          <a:noFill/>
          <a:ln w="19050" cap="flat" cmpd="sng" algn="ctr">
            <a:solidFill>
              <a:srgbClr val="4472C4"/>
            </a:solidFill>
            <a:prstDash val="solid"/>
            <a:miter lim="800000"/>
          </a:ln>
          <a:effectLst/>
        </p:spPr>
      </p:cxnSp>
      <p:cxnSp>
        <p:nvCxnSpPr>
          <p:cNvPr id="13" name="直接连接符 13">
            <a:extLst>
              <a:ext uri="{FF2B5EF4-FFF2-40B4-BE49-F238E27FC236}">
                <a16:creationId xmlns:a16="http://schemas.microsoft.com/office/drawing/2014/main" id="{7FC7A239-DF5E-9285-0D4D-DC9482496719}"/>
              </a:ext>
            </a:extLst>
          </p:cNvPr>
          <p:cNvCxnSpPr>
            <a:cxnSpLocks/>
          </p:cNvCxnSpPr>
          <p:nvPr/>
        </p:nvCxnSpPr>
        <p:spPr>
          <a:xfrm>
            <a:off x="356499" y="1860022"/>
            <a:ext cx="7812000" cy="0"/>
          </a:xfrm>
          <a:prstGeom prst="line">
            <a:avLst/>
          </a:prstGeom>
          <a:noFill/>
          <a:ln w="28575" cap="flat" cmpd="sng" algn="ctr">
            <a:solidFill>
              <a:srgbClr val="4472C4"/>
            </a:solidFill>
            <a:prstDash val="solid"/>
            <a:miter lim="800000"/>
          </a:ln>
          <a:effectLst/>
        </p:spPr>
      </p:cxnSp>
      <p:cxnSp>
        <p:nvCxnSpPr>
          <p:cNvPr id="14" name="直接连接符 14">
            <a:extLst>
              <a:ext uri="{FF2B5EF4-FFF2-40B4-BE49-F238E27FC236}">
                <a16:creationId xmlns:a16="http://schemas.microsoft.com/office/drawing/2014/main" id="{79FDF8D0-A6DE-77E3-2DB1-5E7DE0793DDF}"/>
              </a:ext>
            </a:extLst>
          </p:cNvPr>
          <p:cNvCxnSpPr>
            <a:cxnSpLocks/>
          </p:cNvCxnSpPr>
          <p:nvPr/>
        </p:nvCxnSpPr>
        <p:spPr>
          <a:xfrm flipH="1" flipV="1">
            <a:off x="4414016" y="1852517"/>
            <a:ext cx="4186" cy="117950"/>
          </a:xfrm>
          <a:prstGeom prst="line">
            <a:avLst/>
          </a:prstGeom>
          <a:noFill/>
          <a:ln w="19050" cap="flat" cmpd="sng" algn="ctr">
            <a:solidFill>
              <a:srgbClr val="4472C4"/>
            </a:solidFill>
            <a:prstDash val="solid"/>
            <a:miter lim="800000"/>
          </a:ln>
          <a:effectLst/>
        </p:spPr>
      </p:cxnSp>
      <p:cxnSp>
        <p:nvCxnSpPr>
          <p:cNvPr id="15" name="直接连接符 15">
            <a:extLst>
              <a:ext uri="{FF2B5EF4-FFF2-40B4-BE49-F238E27FC236}">
                <a16:creationId xmlns:a16="http://schemas.microsoft.com/office/drawing/2014/main" id="{887E1592-7D55-DD13-23E1-0BEB0656A429}"/>
              </a:ext>
            </a:extLst>
          </p:cNvPr>
          <p:cNvCxnSpPr>
            <a:cxnSpLocks/>
          </p:cNvCxnSpPr>
          <p:nvPr/>
        </p:nvCxnSpPr>
        <p:spPr>
          <a:xfrm>
            <a:off x="1475149" y="1119701"/>
            <a:ext cx="437221" cy="0"/>
          </a:xfrm>
          <a:prstGeom prst="line">
            <a:avLst/>
          </a:prstGeom>
          <a:noFill/>
          <a:ln w="28575" cap="flat" cmpd="sng" algn="ctr">
            <a:solidFill>
              <a:schemeClr val="bg1">
                <a:lumMod val="65000"/>
              </a:schemeClr>
            </a:solidFill>
            <a:prstDash val="solid"/>
            <a:miter lim="800000"/>
          </a:ln>
          <a:effectLst/>
        </p:spPr>
      </p:cxnSp>
      <p:sp>
        <p:nvSpPr>
          <p:cNvPr id="16" name="矩形 17">
            <a:extLst>
              <a:ext uri="{FF2B5EF4-FFF2-40B4-BE49-F238E27FC236}">
                <a16:creationId xmlns:a16="http://schemas.microsoft.com/office/drawing/2014/main" id="{F97CDE91-2A30-22B2-29A1-F5A4D62732D7}"/>
              </a:ext>
            </a:extLst>
          </p:cNvPr>
          <p:cNvSpPr>
            <a:spLocks noChangeArrowheads="1"/>
          </p:cNvSpPr>
          <p:nvPr/>
        </p:nvSpPr>
        <p:spPr bwMode="auto">
          <a:xfrm>
            <a:off x="1925202" y="1022634"/>
            <a:ext cx="1229909"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defRPr/>
            </a:pPr>
            <a:r>
              <a:rPr lang="en-US" altLang="zh-CN" sz="1000">
                <a:latin typeface="Microsoft YaHei" panose="020B0503020204020204" pitchFamily="34" charset="-122"/>
                <a:ea typeface="Microsoft YaHei" panose="020B0503020204020204" pitchFamily="34" charset="-122"/>
                <a:sym typeface="Arial Unicode MS" panose="020B0604020202020204" pitchFamily="34" charset="-122"/>
              </a:rPr>
              <a:t>OT</a:t>
            </a:r>
            <a:r>
              <a:rPr lang="ja-JP" altLang="en-US" sz="1000">
                <a:latin typeface="Microsoft YaHei" panose="020B0503020204020204" pitchFamily="34" charset="-122"/>
                <a:ea typeface="Microsoft YaHei" panose="020B0503020204020204" pitchFamily="34" charset="-122"/>
                <a:sym typeface="Arial Unicode MS" panose="020B0604020202020204" pitchFamily="34" charset="-122"/>
              </a:rPr>
              <a:t>ネットワーク</a:t>
            </a:r>
            <a:endParaRPr lang="zh-CN" altLang="en-US" sz="1600">
              <a:latin typeface="Microsoft YaHei" panose="020B0503020204020204" pitchFamily="34" charset="-122"/>
              <a:ea typeface="Microsoft YaHei" panose="020B0503020204020204" pitchFamily="34" charset="-122"/>
            </a:endParaRPr>
          </a:p>
        </p:txBody>
      </p:sp>
      <p:cxnSp>
        <p:nvCxnSpPr>
          <p:cNvPr id="17" name="直接连接符 17">
            <a:extLst>
              <a:ext uri="{FF2B5EF4-FFF2-40B4-BE49-F238E27FC236}">
                <a16:creationId xmlns:a16="http://schemas.microsoft.com/office/drawing/2014/main" id="{060C0FAD-9630-C136-5EE0-447102E61CC5}"/>
              </a:ext>
            </a:extLst>
          </p:cNvPr>
          <p:cNvCxnSpPr>
            <a:cxnSpLocks/>
          </p:cNvCxnSpPr>
          <p:nvPr/>
        </p:nvCxnSpPr>
        <p:spPr>
          <a:xfrm>
            <a:off x="1487981" y="1304131"/>
            <a:ext cx="437221" cy="0"/>
          </a:xfrm>
          <a:prstGeom prst="line">
            <a:avLst/>
          </a:prstGeom>
          <a:noFill/>
          <a:ln w="28575" cap="flat" cmpd="sng" algn="ctr">
            <a:solidFill>
              <a:srgbClr val="4472C4"/>
            </a:solidFill>
            <a:prstDash val="solid"/>
            <a:miter lim="800000"/>
          </a:ln>
          <a:effectLst/>
        </p:spPr>
      </p:cxnSp>
      <p:sp>
        <p:nvSpPr>
          <p:cNvPr id="18" name="矩形 17">
            <a:extLst>
              <a:ext uri="{FF2B5EF4-FFF2-40B4-BE49-F238E27FC236}">
                <a16:creationId xmlns:a16="http://schemas.microsoft.com/office/drawing/2014/main" id="{8E050125-0427-A0E2-9965-5F51427573F4}"/>
              </a:ext>
            </a:extLst>
          </p:cNvPr>
          <p:cNvSpPr>
            <a:spLocks noChangeArrowheads="1"/>
          </p:cNvSpPr>
          <p:nvPr/>
        </p:nvSpPr>
        <p:spPr bwMode="auto">
          <a:xfrm>
            <a:off x="1946745" y="1215207"/>
            <a:ext cx="1330853"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defRPr/>
            </a:pPr>
            <a:r>
              <a:rPr lang="en-US" altLang="ja-JP" sz="1000">
                <a:latin typeface="Microsoft YaHei" panose="020B0503020204020204" pitchFamily="34" charset="-122"/>
                <a:ea typeface="Microsoft YaHei" panose="020B0503020204020204" pitchFamily="34" charset="-122"/>
                <a:sym typeface="Arial Unicode MS" panose="020B0604020202020204" pitchFamily="34" charset="-122"/>
              </a:rPr>
              <a:t>IT</a:t>
            </a:r>
            <a:r>
              <a:rPr lang="ja-JP" altLang="en-US" sz="1000">
                <a:latin typeface="Microsoft YaHei" panose="020B0503020204020204" pitchFamily="34" charset="-122"/>
                <a:ea typeface="Microsoft YaHei" panose="020B0503020204020204" pitchFamily="34" charset="-122"/>
                <a:sym typeface="Arial Unicode MS" panose="020B0604020202020204" pitchFamily="34" charset="-122"/>
              </a:rPr>
              <a:t>内部ネットワーク</a:t>
            </a:r>
            <a:endParaRPr lang="zh-CN" altLang="en-US" sz="1600">
              <a:latin typeface="Microsoft YaHei" panose="020B0503020204020204" pitchFamily="34" charset="-122"/>
              <a:ea typeface="Microsoft YaHei" panose="020B0503020204020204" pitchFamily="34" charset="-122"/>
            </a:endParaRPr>
          </a:p>
        </p:txBody>
      </p:sp>
      <p:cxnSp>
        <p:nvCxnSpPr>
          <p:cNvPr id="19" name="直接连接符 19">
            <a:extLst>
              <a:ext uri="{FF2B5EF4-FFF2-40B4-BE49-F238E27FC236}">
                <a16:creationId xmlns:a16="http://schemas.microsoft.com/office/drawing/2014/main" id="{DF39939D-EA69-4654-2782-623B06A1FE54}"/>
              </a:ext>
            </a:extLst>
          </p:cNvPr>
          <p:cNvCxnSpPr>
            <a:cxnSpLocks/>
          </p:cNvCxnSpPr>
          <p:nvPr/>
        </p:nvCxnSpPr>
        <p:spPr>
          <a:xfrm flipH="1" flipV="1">
            <a:off x="2744870" y="2463490"/>
            <a:ext cx="4186" cy="359392"/>
          </a:xfrm>
          <a:prstGeom prst="line">
            <a:avLst/>
          </a:prstGeom>
          <a:noFill/>
          <a:ln w="19050" cap="flat" cmpd="sng" algn="ctr">
            <a:solidFill>
              <a:srgbClr val="4472C4"/>
            </a:solidFill>
            <a:prstDash val="solid"/>
            <a:miter lim="800000"/>
          </a:ln>
          <a:effectLst/>
        </p:spPr>
      </p:cxnSp>
      <p:cxnSp>
        <p:nvCxnSpPr>
          <p:cNvPr id="20" name="直接连接符 20">
            <a:extLst>
              <a:ext uri="{FF2B5EF4-FFF2-40B4-BE49-F238E27FC236}">
                <a16:creationId xmlns:a16="http://schemas.microsoft.com/office/drawing/2014/main" id="{F07F1B66-715A-3C13-F2AA-07B53B7DE397}"/>
              </a:ext>
            </a:extLst>
          </p:cNvPr>
          <p:cNvCxnSpPr>
            <a:cxnSpLocks/>
          </p:cNvCxnSpPr>
          <p:nvPr/>
        </p:nvCxnSpPr>
        <p:spPr>
          <a:xfrm flipH="1" flipV="1">
            <a:off x="5737954" y="2463644"/>
            <a:ext cx="4186" cy="359392"/>
          </a:xfrm>
          <a:prstGeom prst="line">
            <a:avLst/>
          </a:prstGeom>
          <a:noFill/>
          <a:ln w="19050" cap="flat" cmpd="sng" algn="ctr">
            <a:solidFill>
              <a:srgbClr val="4472C4"/>
            </a:solidFill>
            <a:prstDash val="solid"/>
            <a:miter lim="800000"/>
          </a:ln>
          <a:effectLst/>
        </p:spPr>
      </p:cxnSp>
      <p:sp>
        <p:nvSpPr>
          <p:cNvPr id="21" name="矩形 17">
            <a:extLst>
              <a:ext uri="{FF2B5EF4-FFF2-40B4-BE49-F238E27FC236}">
                <a16:creationId xmlns:a16="http://schemas.microsoft.com/office/drawing/2014/main" id="{D3E62509-DF05-577C-3024-01A91D7993ED}"/>
              </a:ext>
            </a:extLst>
          </p:cNvPr>
          <p:cNvSpPr>
            <a:spLocks noChangeArrowheads="1"/>
          </p:cNvSpPr>
          <p:nvPr/>
        </p:nvSpPr>
        <p:spPr bwMode="auto">
          <a:xfrm>
            <a:off x="4520159" y="2135196"/>
            <a:ext cx="87206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a:defRPr/>
            </a:pPr>
            <a:r>
              <a:rPr lang="en-US" altLang="zh-CN" sz="1000">
                <a:latin typeface="Microsoft YaHei" panose="020B0503020204020204" pitchFamily="34" charset="-122"/>
                <a:ea typeface="Microsoft YaHei" panose="020B0503020204020204" pitchFamily="34" charset="-122"/>
                <a:sym typeface="Arial Unicode MS" panose="020B0604020202020204" pitchFamily="34" charset="-122"/>
              </a:rPr>
              <a:t>3D Simulator</a:t>
            </a:r>
          </a:p>
        </p:txBody>
      </p:sp>
      <p:sp>
        <p:nvSpPr>
          <p:cNvPr id="22" name="矩形 17">
            <a:extLst>
              <a:ext uri="{FF2B5EF4-FFF2-40B4-BE49-F238E27FC236}">
                <a16:creationId xmlns:a16="http://schemas.microsoft.com/office/drawing/2014/main" id="{518804B6-4BFE-2602-5A56-2D758581B128}"/>
              </a:ext>
            </a:extLst>
          </p:cNvPr>
          <p:cNvSpPr>
            <a:spLocks noChangeArrowheads="1"/>
          </p:cNvSpPr>
          <p:nvPr/>
        </p:nvSpPr>
        <p:spPr bwMode="auto">
          <a:xfrm>
            <a:off x="3597471" y="4857341"/>
            <a:ext cx="592512"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a:defRPr/>
            </a:pPr>
            <a:r>
              <a:rPr lang="en-US" altLang="zh-CN" sz="1000">
                <a:latin typeface="Microsoft YaHei" panose="020B0503020204020204" pitchFamily="34" charset="-122"/>
                <a:ea typeface="Microsoft YaHei" panose="020B0503020204020204" pitchFamily="34" charset="-122"/>
                <a:sym typeface="Arial Unicode MS" panose="020B0604020202020204" pitchFamily="34" charset="-122"/>
              </a:rPr>
              <a:t>Switch</a:t>
            </a:r>
            <a:endParaRPr lang="zh-CN" altLang="en-US" sz="1600">
              <a:latin typeface="Microsoft YaHei" panose="020B0503020204020204" pitchFamily="34" charset="-122"/>
              <a:ea typeface="Microsoft YaHei" panose="020B0503020204020204" pitchFamily="34" charset="-122"/>
            </a:endParaRPr>
          </a:p>
        </p:txBody>
      </p:sp>
      <p:pic>
        <p:nvPicPr>
          <p:cNvPr id="23" name="图片 24">
            <a:extLst>
              <a:ext uri="{FF2B5EF4-FFF2-40B4-BE49-F238E27FC236}">
                <a16:creationId xmlns:a16="http://schemas.microsoft.com/office/drawing/2014/main" id="{5D667ABA-79BA-63EB-01B8-94E225FD9D76}"/>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2591476" y="1916433"/>
            <a:ext cx="345727" cy="596597"/>
          </a:xfrm>
          <a:prstGeom prst="rect">
            <a:avLst/>
          </a:prstGeom>
          <a:effectLst>
            <a:softEdge rad="12700"/>
          </a:effectLst>
        </p:spPr>
      </p:pic>
      <p:sp>
        <p:nvSpPr>
          <p:cNvPr id="24" name="矩形 17">
            <a:extLst>
              <a:ext uri="{FF2B5EF4-FFF2-40B4-BE49-F238E27FC236}">
                <a16:creationId xmlns:a16="http://schemas.microsoft.com/office/drawing/2014/main" id="{BB92CB2B-0192-990D-AB19-4F32DF97003C}"/>
              </a:ext>
            </a:extLst>
          </p:cNvPr>
          <p:cNvSpPr>
            <a:spLocks noChangeArrowheads="1"/>
          </p:cNvSpPr>
          <p:nvPr/>
        </p:nvSpPr>
        <p:spPr bwMode="auto">
          <a:xfrm>
            <a:off x="3578876" y="2243373"/>
            <a:ext cx="1082111"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defRPr/>
            </a:pPr>
            <a:r>
              <a:rPr lang="en-US" altLang="zh-CN" sz="1000">
                <a:latin typeface="Microsoft YaHei" panose="020B0503020204020204" pitchFamily="34" charset="-122"/>
                <a:ea typeface="Microsoft YaHei" panose="020B0503020204020204" pitchFamily="34" charset="-122"/>
                <a:sym typeface="Arial Unicode MS" panose="020B0604020202020204" pitchFamily="34" charset="-122"/>
              </a:rPr>
              <a:t>PI AF</a:t>
            </a:r>
          </a:p>
        </p:txBody>
      </p:sp>
      <p:sp>
        <p:nvSpPr>
          <p:cNvPr id="25" name="矩形 17">
            <a:extLst>
              <a:ext uri="{FF2B5EF4-FFF2-40B4-BE49-F238E27FC236}">
                <a16:creationId xmlns:a16="http://schemas.microsoft.com/office/drawing/2014/main" id="{A8D8A458-D221-DA64-B3E2-556FAE11DC72}"/>
              </a:ext>
            </a:extLst>
          </p:cNvPr>
          <p:cNvSpPr>
            <a:spLocks noChangeArrowheads="1"/>
          </p:cNvSpPr>
          <p:nvPr/>
        </p:nvSpPr>
        <p:spPr bwMode="auto">
          <a:xfrm>
            <a:off x="2812255" y="2218353"/>
            <a:ext cx="561963"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a:defRPr/>
            </a:pPr>
            <a:r>
              <a:rPr lang="en-US" altLang="zh-CN" sz="1000">
                <a:latin typeface="Microsoft YaHei" panose="020B0503020204020204" pitchFamily="34" charset="-122"/>
                <a:ea typeface="Microsoft YaHei" panose="020B0503020204020204" pitchFamily="34" charset="-122"/>
                <a:sym typeface="Arial Unicode MS" panose="020B0604020202020204" pitchFamily="34" charset="-122"/>
              </a:rPr>
              <a:t>PI DA</a:t>
            </a:r>
            <a:endParaRPr lang="zh-CN" altLang="en-US" sz="1600">
              <a:latin typeface="Microsoft YaHei" panose="020B0503020204020204" pitchFamily="34" charset="-122"/>
              <a:ea typeface="Microsoft YaHei" panose="020B0503020204020204" pitchFamily="34" charset="-122"/>
            </a:endParaRPr>
          </a:p>
        </p:txBody>
      </p:sp>
      <p:cxnSp>
        <p:nvCxnSpPr>
          <p:cNvPr id="26" name="直接连接符 30">
            <a:extLst>
              <a:ext uri="{FF2B5EF4-FFF2-40B4-BE49-F238E27FC236}">
                <a16:creationId xmlns:a16="http://schemas.microsoft.com/office/drawing/2014/main" id="{A4FB1EB0-BC79-F003-69A8-0702E7191950}"/>
              </a:ext>
            </a:extLst>
          </p:cNvPr>
          <p:cNvCxnSpPr>
            <a:cxnSpLocks/>
          </p:cNvCxnSpPr>
          <p:nvPr/>
        </p:nvCxnSpPr>
        <p:spPr>
          <a:xfrm>
            <a:off x="356499" y="5393647"/>
            <a:ext cx="7812000" cy="0"/>
          </a:xfrm>
          <a:prstGeom prst="line">
            <a:avLst/>
          </a:prstGeom>
          <a:noFill/>
          <a:ln w="28575" cap="flat" cmpd="sng" algn="ctr">
            <a:solidFill>
              <a:schemeClr val="bg1">
                <a:lumMod val="65000"/>
              </a:schemeClr>
            </a:solidFill>
            <a:prstDash val="solid"/>
            <a:miter lim="800000"/>
          </a:ln>
          <a:effectLst/>
        </p:spPr>
      </p:cxnSp>
      <p:cxnSp>
        <p:nvCxnSpPr>
          <p:cNvPr id="27" name="直接连接符 31">
            <a:extLst>
              <a:ext uri="{FF2B5EF4-FFF2-40B4-BE49-F238E27FC236}">
                <a16:creationId xmlns:a16="http://schemas.microsoft.com/office/drawing/2014/main" id="{2EB1F2F7-6FF3-0D7B-CFC1-82B9E938EBC1}"/>
              </a:ext>
            </a:extLst>
          </p:cNvPr>
          <p:cNvCxnSpPr>
            <a:cxnSpLocks/>
          </p:cNvCxnSpPr>
          <p:nvPr/>
        </p:nvCxnSpPr>
        <p:spPr>
          <a:xfrm flipH="1" flipV="1">
            <a:off x="2257333" y="5392590"/>
            <a:ext cx="4186" cy="239595"/>
          </a:xfrm>
          <a:prstGeom prst="line">
            <a:avLst/>
          </a:prstGeom>
          <a:noFill/>
          <a:ln w="19050" cap="flat" cmpd="sng" algn="ctr">
            <a:solidFill>
              <a:schemeClr val="bg1">
                <a:lumMod val="65000"/>
              </a:schemeClr>
            </a:solidFill>
            <a:prstDash val="solid"/>
            <a:miter lim="800000"/>
          </a:ln>
          <a:effectLst/>
        </p:spPr>
      </p:cxnSp>
      <p:cxnSp>
        <p:nvCxnSpPr>
          <p:cNvPr id="29" name="直接连接符 34">
            <a:extLst>
              <a:ext uri="{FF2B5EF4-FFF2-40B4-BE49-F238E27FC236}">
                <a16:creationId xmlns:a16="http://schemas.microsoft.com/office/drawing/2014/main" id="{65643B7F-0F26-F0D8-FFC0-4203A7E15613}"/>
              </a:ext>
            </a:extLst>
          </p:cNvPr>
          <p:cNvCxnSpPr>
            <a:cxnSpLocks/>
          </p:cNvCxnSpPr>
          <p:nvPr/>
        </p:nvCxnSpPr>
        <p:spPr>
          <a:xfrm flipH="1" flipV="1">
            <a:off x="5107989" y="5383014"/>
            <a:ext cx="4186" cy="239595"/>
          </a:xfrm>
          <a:prstGeom prst="line">
            <a:avLst/>
          </a:prstGeom>
          <a:noFill/>
          <a:ln w="19050" cap="flat" cmpd="sng" algn="ctr">
            <a:solidFill>
              <a:schemeClr val="bg1">
                <a:lumMod val="65000"/>
              </a:schemeClr>
            </a:solidFill>
            <a:prstDash val="solid"/>
            <a:miter lim="800000"/>
          </a:ln>
          <a:effectLst/>
        </p:spPr>
      </p:cxnSp>
      <p:cxnSp>
        <p:nvCxnSpPr>
          <p:cNvPr id="31" name="直接连接符 36">
            <a:extLst>
              <a:ext uri="{FF2B5EF4-FFF2-40B4-BE49-F238E27FC236}">
                <a16:creationId xmlns:a16="http://schemas.microsoft.com/office/drawing/2014/main" id="{0921B55B-E438-ED8D-9141-0E588B2B5205}"/>
              </a:ext>
            </a:extLst>
          </p:cNvPr>
          <p:cNvCxnSpPr>
            <a:cxnSpLocks/>
          </p:cNvCxnSpPr>
          <p:nvPr/>
        </p:nvCxnSpPr>
        <p:spPr>
          <a:xfrm flipH="1" flipV="1">
            <a:off x="3421276" y="5027296"/>
            <a:ext cx="1" cy="361081"/>
          </a:xfrm>
          <a:prstGeom prst="line">
            <a:avLst/>
          </a:prstGeom>
          <a:noFill/>
          <a:ln w="19050" cap="flat" cmpd="sng" algn="ctr">
            <a:solidFill>
              <a:schemeClr val="bg1">
                <a:lumMod val="65000"/>
              </a:schemeClr>
            </a:solidFill>
            <a:prstDash val="solid"/>
            <a:miter lim="800000"/>
          </a:ln>
          <a:effectLst/>
        </p:spPr>
      </p:cxnSp>
      <p:cxnSp>
        <p:nvCxnSpPr>
          <p:cNvPr id="32" name="直接连接符 37">
            <a:extLst>
              <a:ext uri="{FF2B5EF4-FFF2-40B4-BE49-F238E27FC236}">
                <a16:creationId xmlns:a16="http://schemas.microsoft.com/office/drawing/2014/main" id="{246F0707-B67B-C5DD-7E71-D72BA7691807}"/>
              </a:ext>
            </a:extLst>
          </p:cNvPr>
          <p:cNvCxnSpPr>
            <a:cxnSpLocks/>
          </p:cNvCxnSpPr>
          <p:nvPr/>
        </p:nvCxnSpPr>
        <p:spPr>
          <a:xfrm rot="10800000" flipH="1" flipV="1">
            <a:off x="3411987" y="4154202"/>
            <a:ext cx="4186" cy="792000"/>
          </a:xfrm>
          <a:prstGeom prst="line">
            <a:avLst/>
          </a:prstGeom>
          <a:noFill/>
          <a:ln w="19050" cap="flat" cmpd="sng" algn="ctr">
            <a:solidFill>
              <a:schemeClr val="bg1">
                <a:lumMod val="65000"/>
              </a:schemeClr>
            </a:solidFill>
            <a:prstDash val="solid"/>
            <a:miter lim="800000"/>
          </a:ln>
          <a:effectLst/>
        </p:spPr>
      </p:cxnSp>
      <p:cxnSp>
        <p:nvCxnSpPr>
          <p:cNvPr id="33" name="直接连接符 39">
            <a:extLst>
              <a:ext uri="{FF2B5EF4-FFF2-40B4-BE49-F238E27FC236}">
                <a16:creationId xmlns:a16="http://schemas.microsoft.com/office/drawing/2014/main" id="{8087A9DA-219D-8FC6-6D3B-7E7C9ABF2D2B}"/>
              </a:ext>
            </a:extLst>
          </p:cNvPr>
          <p:cNvCxnSpPr>
            <a:cxnSpLocks/>
          </p:cNvCxnSpPr>
          <p:nvPr/>
        </p:nvCxnSpPr>
        <p:spPr>
          <a:xfrm>
            <a:off x="356499" y="4102749"/>
            <a:ext cx="7812000" cy="0"/>
          </a:xfrm>
          <a:prstGeom prst="line">
            <a:avLst/>
          </a:prstGeom>
          <a:noFill/>
          <a:ln w="28575" cap="flat" cmpd="sng" algn="ctr">
            <a:solidFill>
              <a:srgbClr val="4472C4"/>
            </a:solidFill>
            <a:prstDash val="solid"/>
            <a:miter lim="800000"/>
          </a:ln>
          <a:effectLst/>
        </p:spPr>
      </p:cxnSp>
      <p:cxnSp>
        <p:nvCxnSpPr>
          <p:cNvPr id="34" name="直接连接符 40">
            <a:extLst>
              <a:ext uri="{FF2B5EF4-FFF2-40B4-BE49-F238E27FC236}">
                <a16:creationId xmlns:a16="http://schemas.microsoft.com/office/drawing/2014/main" id="{5B2BB3FE-96B1-AC9F-F971-10CDDD8FEEC5}"/>
              </a:ext>
            </a:extLst>
          </p:cNvPr>
          <p:cNvCxnSpPr>
            <a:cxnSpLocks/>
          </p:cNvCxnSpPr>
          <p:nvPr/>
        </p:nvCxnSpPr>
        <p:spPr>
          <a:xfrm flipH="1" flipV="1">
            <a:off x="3407800" y="4107685"/>
            <a:ext cx="4186" cy="239595"/>
          </a:xfrm>
          <a:prstGeom prst="line">
            <a:avLst/>
          </a:prstGeom>
          <a:noFill/>
          <a:ln w="19050" cap="flat" cmpd="sng" algn="ctr">
            <a:solidFill>
              <a:srgbClr val="4472C4"/>
            </a:solidFill>
            <a:prstDash val="solid"/>
            <a:miter lim="800000"/>
          </a:ln>
          <a:effectLst/>
        </p:spPr>
      </p:cxnSp>
      <p:cxnSp>
        <p:nvCxnSpPr>
          <p:cNvPr id="35" name="直接连接符 48">
            <a:extLst>
              <a:ext uri="{FF2B5EF4-FFF2-40B4-BE49-F238E27FC236}">
                <a16:creationId xmlns:a16="http://schemas.microsoft.com/office/drawing/2014/main" id="{14431C39-32C6-A8D9-337A-088197CA001A}"/>
              </a:ext>
            </a:extLst>
          </p:cNvPr>
          <p:cNvCxnSpPr>
            <a:cxnSpLocks/>
          </p:cNvCxnSpPr>
          <p:nvPr/>
        </p:nvCxnSpPr>
        <p:spPr>
          <a:xfrm flipV="1">
            <a:off x="4254518" y="2891857"/>
            <a:ext cx="0" cy="1138077"/>
          </a:xfrm>
          <a:prstGeom prst="line">
            <a:avLst/>
          </a:prstGeom>
          <a:noFill/>
          <a:ln w="19050" cap="flat" cmpd="sng" algn="ctr">
            <a:solidFill>
              <a:srgbClr val="4472C4"/>
            </a:solidFill>
            <a:prstDash val="solid"/>
            <a:miter lim="800000"/>
          </a:ln>
          <a:effectLst/>
        </p:spPr>
      </p:cxnSp>
      <p:cxnSp>
        <p:nvCxnSpPr>
          <p:cNvPr id="36" name="直接连接符 51">
            <a:extLst>
              <a:ext uri="{FF2B5EF4-FFF2-40B4-BE49-F238E27FC236}">
                <a16:creationId xmlns:a16="http://schemas.microsoft.com/office/drawing/2014/main" id="{9D527C39-A9ED-5C9F-2D5E-7115FAB1F388}"/>
              </a:ext>
            </a:extLst>
          </p:cNvPr>
          <p:cNvCxnSpPr>
            <a:cxnSpLocks/>
          </p:cNvCxnSpPr>
          <p:nvPr/>
        </p:nvCxnSpPr>
        <p:spPr>
          <a:xfrm>
            <a:off x="356499" y="2836847"/>
            <a:ext cx="7812000" cy="0"/>
          </a:xfrm>
          <a:prstGeom prst="line">
            <a:avLst/>
          </a:prstGeom>
          <a:noFill/>
          <a:ln w="28575" cap="flat" cmpd="sng" algn="ctr">
            <a:solidFill>
              <a:srgbClr val="4472C4"/>
            </a:solidFill>
            <a:prstDash val="solid"/>
            <a:miter lim="800000"/>
          </a:ln>
          <a:effectLst/>
        </p:spPr>
      </p:cxnSp>
      <p:cxnSp>
        <p:nvCxnSpPr>
          <p:cNvPr id="37" name="直接连接符 52">
            <a:extLst>
              <a:ext uri="{FF2B5EF4-FFF2-40B4-BE49-F238E27FC236}">
                <a16:creationId xmlns:a16="http://schemas.microsoft.com/office/drawing/2014/main" id="{118E892D-3A69-3308-C687-81919DC8DCCB}"/>
              </a:ext>
            </a:extLst>
          </p:cNvPr>
          <p:cNvCxnSpPr>
            <a:cxnSpLocks/>
          </p:cNvCxnSpPr>
          <p:nvPr/>
        </p:nvCxnSpPr>
        <p:spPr>
          <a:xfrm flipH="1" flipV="1">
            <a:off x="4414341" y="2484964"/>
            <a:ext cx="4186" cy="359392"/>
          </a:xfrm>
          <a:prstGeom prst="line">
            <a:avLst/>
          </a:prstGeom>
          <a:noFill/>
          <a:ln w="19050" cap="flat" cmpd="sng" algn="ctr">
            <a:solidFill>
              <a:srgbClr val="4472C4"/>
            </a:solidFill>
            <a:prstDash val="solid"/>
            <a:miter lim="800000"/>
          </a:ln>
          <a:effectLst/>
        </p:spPr>
      </p:cxnSp>
      <p:pic>
        <p:nvPicPr>
          <p:cNvPr id="38" name="图片 53">
            <a:extLst>
              <a:ext uri="{FF2B5EF4-FFF2-40B4-BE49-F238E27FC236}">
                <a16:creationId xmlns:a16="http://schemas.microsoft.com/office/drawing/2014/main" id="{10C863C4-0D27-703C-0463-D0605F90BF18}"/>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4293594" y="1930824"/>
            <a:ext cx="345727" cy="596597"/>
          </a:xfrm>
          <a:prstGeom prst="rect">
            <a:avLst/>
          </a:prstGeom>
          <a:effectLst>
            <a:softEdge rad="12700"/>
          </a:effectLst>
        </p:spPr>
      </p:pic>
      <p:pic>
        <p:nvPicPr>
          <p:cNvPr id="41" name="图片 56">
            <a:extLst>
              <a:ext uri="{FF2B5EF4-FFF2-40B4-BE49-F238E27FC236}">
                <a16:creationId xmlns:a16="http://schemas.microsoft.com/office/drawing/2014/main" id="{2704370D-2D37-69B3-1D5F-83875EDA04AF}"/>
              </a:ext>
            </a:extLst>
          </p:cNvPr>
          <p:cNvPicPr>
            <a:picLocks noChangeAspect="1"/>
          </p:cNvPicPr>
          <p:nvPr/>
        </p:nvPicPr>
        <p:blipFill>
          <a:blip r:embed="rId4">
            <a:clrChange>
              <a:clrFrom>
                <a:srgbClr val="FFFFFF"/>
              </a:clrFrom>
              <a:clrTo>
                <a:srgbClr val="FFFFFF">
                  <a:alpha val="0"/>
                </a:srgbClr>
              </a:clrTo>
            </a:clrChange>
          </a:blip>
          <a:stretch>
            <a:fillRect/>
          </a:stretch>
        </p:blipFill>
        <p:spPr>
          <a:xfrm>
            <a:off x="3771460" y="3206499"/>
            <a:ext cx="916401" cy="551131"/>
          </a:xfrm>
          <a:prstGeom prst="rect">
            <a:avLst/>
          </a:prstGeom>
        </p:spPr>
      </p:pic>
      <p:sp>
        <p:nvSpPr>
          <p:cNvPr id="42" name="矩形 17">
            <a:extLst>
              <a:ext uri="{FF2B5EF4-FFF2-40B4-BE49-F238E27FC236}">
                <a16:creationId xmlns:a16="http://schemas.microsoft.com/office/drawing/2014/main" id="{D53CDC5A-9BE5-79A4-53B5-496ADAFC0388}"/>
              </a:ext>
            </a:extLst>
          </p:cNvPr>
          <p:cNvSpPr>
            <a:spLocks noChangeArrowheads="1"/>
          </p:cNvSpPr>
          <p:nvPr/>
        </p:nvSpPr>
        <p:spPr bwMode="auto">
          <a:xfrm>
            <a:off x="4479321" y="3429000"/>
            <a:ext cx="942963"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r>
              <a:rPr lang="en-US" altLang="zh-CN" sz="1000">
                <a:latin typeface="Microsoft YaHei" panose="020B0503020204020204" pitchFamily="34" charset="-122"/>
                <a:ea typeface="Microsoft YaHei" panose="020B0503020204020204" pitchFamily="34" charset="-122"/>
                <a:sym typeface="Arial Unicode MS" panose="020B0604020202020204" pitchFamily="34" charset="-122"/>
              </a:rPr>
              <a:t>Router</a:t>
            </a:r>
            <a:endParaRPr lang="zh-CN" altLang="en-US" sz="1000">
              <a:latin typeface="Microsoft YaHei" panose="020B0503020204020204" pitchFamily="34" charset="-122"/>
              <a:ea typeface="Microsoft YaHei" panose="020B0503020204020204" pitchFamily="34" charset="-122"/>
            </a:endParaRPr>
          </a:p>
        </p:txBody>
      </p:sp>
      <p:pic>
        <p:nvPicPr>
          <p:cNvPr id="45" name="图片 64">
            <a:extLst>
              <a:ext uri="{FF2B5EF4-FFF2-40B4-BE49-F238E27FC236}">
                <a16:creationId xmlns:a16="http://schemas.microsoft.com/office/drawing/2014/main" id="{4EEC9C62-0488-9996-BDFD-48FC25885994}"/>
              </a:ext>
            </a:extLst>
          </p:cNvPr>
          <p:cNvPicPr>
            <a:picLocks noChangeAspect="1"/>
          </p:cNvPicPr>
          <p:nvPr/>
        </p:nvPicPr>
        <p:blipFill>
          <a:blip r:embed="rId5">
            <a:clrChange>
              <a:clrFrom>
                <a:srgbClr val="FFFFFF"/>
              </a:clrFrom>
              <a:clrTo>
                <a:srgbClr val="FFFFFF">
                  <a:alpha val="0"/>
                </a:srgbClr>
              </a:clrTo>
            </a:clrChange>
          </a:blip>
          <a:stretch>
            <a:fillRect/>
          </a:stretch>
        </p:blipFill>
        <p:spPr>
          <a:xfrm>
            <a:off x="3126968" y="4881454"/>
            <a:ext cx="574222" cy="348660"/>
          </a:xfrm>
          <a:prstGeom prst="rect">
            <a:avLst/>
          </a:prstGeom>
          <a:effectLst>
            <a:softEdge rad="12700"/>
          </a:effectLst>
        </p:spPr>
      </p:pic>
      <p:cxnSp>
        <p:nvCxnSpPr>
          <p:cNvPr id="46" name="直接连接符 66">
            <a:extLst>
              <a:ext uri="{FF2B5EF4-FFF2-40B4-BE49-F238E27FC236}">
                <a16:creationId xmlns:a16="http://schemas.microsoft.com/office/drawing/2014/main" id="{C683897C-E250-A9F4-D444-9DE75B674B90}"/>
              </a:ext>
            </a:extLst>
          </p:cNvPr>
          <p:cNvCxnSpPr>
            <a:cxnSpLocks/>
          </p:cNvCxnSpPr>
          <p:nvPr/>
        </p:nvCxnSpPr>
        <p:spPr>
          <a:xfrm>
            <a:off x="356499" y="4039733"/>
            <a:ext cx="7812000" cy="0"/>
          </a:xfrm>
          <a:prstGeom prst="line">
            <a:avLst/>
          </a:prstGeom>
          <a:noFill/>
          <a:ln w="28575" cap="flat" cmpd="sng" algn="ctr">
            <a:solidFill>
              <a:srgbClr val="4472C4"/>
            </a:solidFill>
            <a:prstDash val="solid"/>
            <a:miter lim="800000"/>
          </a:ln>
          <a:effectLst/>
        </p:spPr>
      </p:cxnSp>
      <p:cxnSp>
        <p:nvCxnSpPr>
          <p:cNvPr id="47" name="直接连接符 67">
            <a:extLst>
              <a:ext uri="{FF2B5EF4-FFF2-40B4-BE49-F238E27FC236}">
                <a16:creationId xmlns:a16="http://schemas.microsoft.com/office/drawing/2014/main" id="{4F1C16CF-54CE-962C-762E-03B81E5A7A9C}"/>
              </a:ext>
            </a:extLst>
          </p:cNvPr>
          <p:cNvCxnSpPr>
            <a:cxnSpLocks/>
          </p:cNvCxnSpPr>
          <p:nvPr/>
        </p:nvCxnSpPr>
        <p:spPr>
          <a:xfrm>
            <a:off x="356499" y="2902705"/>
            <a:ext cx="7812000" cy="0"/>
          </a:xfrm>
          <a:prstGeom prst="line">
            <a:avLst/>
          </a:prstGeom>
          <a:noFill/>
          <a:ln w="28575" cap="flat" cmpd="sng" algn="ctr">
            <a:solidFill>
              <a:srgbClr val="4472C4"/>
            </a:solidFill>
            <a:prstDash val="solid"/>
            <a:miter lim="800000"/>
          </a:ln>
          <a:effectLst/>
        </p:spPr>
      </p:cxnSp>
      <p:sp>
        <p:nvSpPr>
          <p:cNvPr id="48" name="Oval 29">
            <a:extLst>
              <a:ext uri="{FF2B5EF4-FFF2-40B4-BE49-F238E27FC236}">
                <a16:creationId xmlns:a16="http://schemas.microsoft.com/office/drawing/2014/main" id="{D7BA52E1-76E7-3A74-C97B-A273D48025EB}"/>
              </a:ext>
            </a:extLst>
          </p:cNvPr>
          <p:cNvSpPr>
            <a:spLocks noChangeArrowheads="1"/>
          </p:cNvSpPr>
          <p:nvPr/>
        </p:nvSpPr>
        <p:spPr bwMode="auto">
          <a:xfrm>
            <a:off x="2141720" y="3999992"/>
            <a:ext cx="65644" cy="179614"/>
          </a:xfrm>
          <a:prstGeom prst="ellipse">
            <a:avLst/>
          </a:prstGeom>
          <a:noFill/>
          <a:ln w="9525">
            <a:solidFill>
              <a:srgbClr val="014097"/>
            </a:solidFill>
            <a:round/>
            <a:headEnd/>
            <a:tailEnd/>
          </a:ln>
          <a:effectLst/>
        </p:spPr>
        <p:txBody>
          <a:bodyPr wrap="none" anchor="ctr"/>
          <a:lstStyle/>
          <a:p>
            <a:pPr algn="ctr">
              <a:spcBef>
                <a:spcPct val="50000"/>
              </a:spcBef>
              <a:buFont typeface="Arial" charset="0"/>
              <a:buNone/>
            </a:pPr>
            <a:endParaRPr lang="zh-CN" altLang="zh-CN" sz="1200" b="1">
              <a:latin typeface="Microsoft YaHei" panose="020B0503020204020204" pitchFamily="34" charset="-122"/>
              <a:ea typeface="Microsoft YaHei" panose="020B0503020204020204" pitchFamily="34" charset="-122"/>
              <a:sym typeface="幼圆" pitchFamily="49" charset="-122"/>
            </a:endParaRPr>
          </a:p>
        </p:txBody>
      </p:sp>
      <p:sp>
        <p:nvSpPr>
          <p:cNvPr id="49" name="Oval 29">
            <a:extLst>
              <a:ext uri="{FF2B5EF4-FFF2-40B4-BE49-F238E27FC236}">
                <a16:creationId xmlns:a16="http://schemas.microsoft.com/office/drawing/2014/main" id="{72E5F392-9146-440C-7C98-628D806C858D}"/>
              </a:ext>
            </a:extLst>
          </p:cNvPr>
          <p:cNvSpPr>
            <a:spLocks noChangeArrowheads="1"/>
          </p:cNvSpPr>
          <p:nvPr/>
        </p:nvSpPr>
        <p:spPr bwMode="auto">
          <a:xfrm>
            <a:off x="2146290" y="2785508"/>
            <a:ext cx="65644" cy="179614"/>
          </a:xfrm>
          <a:prstGeom prst="ellipse">
            <a:avLst/>
          </a:prstGeom>
          <a:noFill/>
          <a:ln w="9525">
            <a:solidFill>
              <a:srgbClr val="014097"/>
            </a:solidFill>
            <a:round/>
            <a:headEnd/>
            <a:tailEnd/>
          </a:ln>
          <a:effectLst/>
        </p:spPr>
        <p:txBody>
          <a:bodyPr wrap="none" anchor="ctr"/>
          <a:lstStyle/>
          <a:p>
            <a:pPr algn="ctr">
              <a:spcBef>
                <a:spcPct val="50000"/>
              </a:spcBef>
              <a:buFont typeface="Arial" charset="0"/>
              <a:buNone/>
            </a:pPr>
            <a:endParaRPr lang="zh-CN" altLang="zh-CN" sz="1200" b="1">
              <a:latin typeface="Microsoft YaHei" panose="020B0503020204020204" pitchFamily="34" charset="-122"/>
              <a:ea typeface="Microsoft YaHei" panose="020B0503020204020204" pitchFamily="34" charset="-122"/>
              <a:sym typeface="幼圆" pitchFamily="49" charset="-122"/>
            </a:endParaRPr>
          </a:p>
        </p:txBody>
      </p:sp>
      <p:sp>
        <p:nvSpPr>
          <p:cNvPr id="50" name="矩形 17">
            <a:extLst>
              <a:ext uri="{FF2B5EF4-FFF2-40B4-BE49-F238E27FC236}">
                <a16:creationId xmlns:a16="http://schemas.microsoft.com/office/drawing/2014/main" id="{D85E4881-7AA2-F67B-5A72-BEC1FE20E6DB}"/>
              </a:ext>
            </a:extLst>
          </p:cNvPr>
          <p:cNvSpPr>
            <a:spLocks noChangeArrowheads="1"/>
          </p:cNvSpPr>
          <p:nvPr/>
        </p:nvSpPr>
        <p:spPr bwMode="auto">
          <a:xfrm>
            <a:off x="1504668" y="2974664"/>
            <a:ext cx="1691813"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a:defRPr/>
            </a:pPr>
            <a:r>
              <a:rPr lang="en-US" altLang="ja-JP" sz="1000">
                <a:latin typeface="Microsoft YaHei" panose="020B0503020204020204" pitchFamily="34" charset="-122"/>
                <a:ea typeface="Microsoft YaHei" panose="020B0503020204020204" pitchFamily="34" charset="-122"/>
                <a:sym typeface="Arial Unicode MS" panose="020B0604020202020204" pitchFamily="34" charset="-122"/>
              </a:rPr>
              <a:t>VPN</a:t>
            </a:r>
            <a:r>
              <a:rPr lang="ja-JP" altLang="en-US" sz="1000">
                <a:latin typeface="Microsoft YaHei" panose="020B0503020204020204" pitchFamily="34" charset="-122"/>
                <a:ea typeface="Microsoft YaHei" panose="020B0503020204020204" pitchFamily="34" charset="-122"/>
                <a:sym typeface="Arial Unicode MS" panose="020B0604020202020204" pitchFamily="34" charset="-122"/>
              </a:rPr>
              <a:t>ネットワーク</a:t>
            </a:r>
            <a:endParaRPr lang="zh-CN" altLang="en-US" sz="1600">
              <a:latin typeface="Microsoft YaHei" panose="020B0503020204020204" pitchFamily="34" charset="-122"/>
              <a:ea typeface="Microsoft YaHei" panose="020B0503020204020204" pitchFamily="34" charset="-122"/>
            </a:endParaRPr>
          </a:p>
        </p:txBody>
      </p:sp>
      <p:sp>
        <p:nvSpPr>
          <p:cNvPr id="51" name="矩形 17">
            <a:extLst>
              <a:ext uri="{FF2B5EF4-FFF2-40B4-BE49-F238E27FC236}">
                <a16:creationId xmlns:a16="http://schemas.microsoft.com/office/drawing/2014/main" id="{28915025-81BD-1B13-A5B0-7D9239A3F677}"/>
              </a:ext>
            </a:extLst>
          </p:cNvPr>
          <p:cNvSpPr>
            <a:spLocks noChangeArrowheads="1"/>
          </p:cNvSpPr>
          <p:nvPr/>
        </p:nvSpPr>
        <p:spPr bwMode="auto">
          <a:xfrm>
            <a:off x="241685" y="4501448"/>
            <a:ext cx="1262983"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defRPr/>
            </a:pPr>
            <a:r>
              <a:rPr lang="ja-JP" altLang="en-US" sz="1000">
                <a:solidFill>
                  <a:srgbClr val="002060"/>
                </a:solidFill>
                <a:latin typeface="Microsoft YaHei" panose="020B0503020204020204" pitchFamily="34" charset="-122"/>
                <a:ea typeface="Microsoft YaHei" panose="020B0503020204020204" pitchFamily="34" charset="-122"/>
                <a:sym typeface="Arial Unicode MS" panose="020B0604020202020204" pitchFamily="34" charset="-122"/>
              </a:rPr>
              <a:t>設備制御</a:t>
            </a:r>
            <a:endParaRPr lang="zh-CN" altLang="en-US" sz="1600">
              <a:solidFill>
                <a:srgbClr val="002060"/>
              </a:solidFill>
              <a:latin typeface="Microsoft YaHei" panose="020B0503020204020204" pitchFamily="34" charset="-122"/>
              <a:ea typeface="Microsoft YaHei" panose="020B0503020204020204" pitchFamily="34" charset="-122"/>
            </a:endParaRPr>
          </a:p>
        </p:txBody>
      </p:sp>
      <p:sp>
        <p:nvSpPr>
          <p:cNvPr id="52" name="矩形 17">
            <a:extLst>
              <a:ext uri="{FF2B5EF4-FFF2-40B4-BE49-F238E27FC236}">
                <a16:creationId xmlns:a16="http://schemas.microsoft.com/office/drawing/2014/main" id="{A6892D9E-F6DB-0E94-9417-44232D94D2EC}"/>
              </a:ext>
            </a:extLst>
          </p:cNvPr>
          <p:cNvSpPr>
            <a:spLocks noChangeArrowheads="1"/>
          </p:cNvSpPr>
          <p:nvPr/>
        </p:nvSpPr>
        <p:spPr bwMode="auto">
          <a:xfrm>
            <a:off x="1858941" y="6077933"/>
            <a:ext cx="592512"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a:defRPr/>
            </a:pPr>
            <a:r>
              <a:rPr lang="en-US" altLang="ja-JP" sz="1000">
                <a:latin typeface="Microsoft YaHei" panose="020B0503020204020204" pitchFamily="34" charset="-122"/>
                <a:ea typeface="Microsoft YaHei" panose="020B0503020204020204" pitchFamily="34" charset="-122"/>
                <a:sym typeface="Arial Unicode MS" panose="020B0604020202020204" pitchFamily="34" charset="-122"/>
              </a:rPr>
              <a:t>Other</a:t>
            </a:r>
            <a:endParaRPr lang="en-US" altLang="zh-CN" sz="1000">
              <a:latin typeface="Microsoft YaHei" panose="020B0503020204020204" pitchFamily="34" charset="-122"/>
              <a:ea typeface="Microsoft YaHei" panose="020B0503020204020204" pitchFamily="34" charset="-122"/>
              <a:sym typeface="Arial Unicode MS" panose="020B0604020202020204" pitchFamily="34" charset="-122"/>
            </a:endParaRPr>
          </a:p>
        </p:txBody>
      </p:sp>
      <p:pic>
        <p:nvPicPr>
          <p:cNvPr id="55" name="图片 88">
            <a:extLst>
              <a:ext uri="{FF2B5EF4-FFF2-40B4-BE49-F238E27FC236}">
                <a16:creationId xmlns:a16="http://schemas.microsoft.com/office/drawing/2014/main" id="{CC60CECA-7C30-3F3B-314F-86602B87AAE6}"/>
              </a:ext>
            </a:extLst>
          </p:cNvPr>
          <p:cNvPicPr>
            <a:picLocks noChangeAspect="1"/>
          </p:cNvPicPr>
          <p:nvPr/>
        </p:nvPicPr>
        <p:blipFill>
          <a:blip r:embed="rId6">
            <a:clrChange>
              <a:clrFrom>
                <a:srgbClr val="FFFFFF"/>
              </a:clrFrom>
              <a:clrTo>
                <a:srgbClr val="FFFFFF">
                  <a:alpha val="0"/>
                </a:srgbClr>
              </a:clrTo>
            </a:clrChange>
          </a:blip>
          <a:stretch>
            <a:fillRect/>
          </a:stretch>
        </p:blipFill>
        <p:spPr>
          <a:xfrm>
            <a:off x="3168966" y="4320896"/>
            <a:ext cx="511552" cy="467363"/>
          </a:xfrm>
          <a:prstGeom prst="rect">
            <a:avLst/>
          </a:prstGeom>
          <a:effectLst>
            <a:softEdge rad="12700"/>
          </a:effectLst>
        </p:spPr>
      </p:pic>
      <p:sp>
        <p:nvSpPr>
          <p:cNvPr id="56" name="矩形 17">
            <a:extLst>
              <a:ext uri="{FF2B5EF4-FFF2-40B4-BE49-F238E27FC236}">
                <a16:creationId xmlns:a16="http://schemas.microsoft.com/office/drawing/2014/main" id="{290DAAD5-AF45-4935-DFA9-4C9276FD0E72}"/>
              </a:ext>
            </a:extLst>
          </p:cNvPr>
          <p:cNvSpPr>
            <a:spLocks noChangeArrowheads="1"/>
          </p:cNvSpPr>
          <p:nvPr/>
        </p:nvSpPr>
        <p:spPr bwMode="auto">
          <a:xfrm>
            <a:off x="3483105" y="4358304"/>
            <a:ext cx="105001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a:defRPr/>
            </a:pPr>
            <a:r>
              <a:rPr lang="en-US" altLang="ja-JP" sz="1000">
                <a:latin typeface="Microsoft YaHei" panose="020B0503020204020204" pitchFamily="34" charset="-122"/>
                <a:ea typeface="Microsoft YaHei" panose="020B0503020204020204" pitchFamily="34" charset="-122"/>
                <a:sym typeface="Arial Unicode MS" panose="020B0604020202020204" pitchFamily="34" charset="-122"/>
              </a:rPr>
              <a:t>MITUBISHI</a:t>
            </a:r>
            <a:r>
              <a:rPr lang="ja-JP" altLang="en-US" sz="1000">
                <a:latin typeface="Microsoft YaHei" panose="020B0503020204020204" pitchFamily="34" charset="-122"/>
                <a:ea typeface="Microsoft YaHei" panose="020B0503020204020204" pitchFamily="34" charset="-122"/>
                <a:sym typeface="Arial Unicode MS" panose="020B0604020202020204" pitchFamily="34" charset="-122"/>
              </a:rPr>
              <a:t> </a:t>
            </a:r>
            <a:r>
              <a:rPr lang="en-US" altLang="ja-JP" sz="1000">
                <a:latin typeface="Microsoft YaHei" panose="020B0503020204020204" pitchFamily="34" charset="-122"/>
                <a:ea typeface="Microsoft YaHei" panose="020B0503020204020204" pitchFamily="34" charset="-122"/>
                <a:sym typeface="Arial Unicode MS" panose="020B0604020202020204" pitchFamily="34" charset="-122"/>
              </a:rPr>
              <a:t>PLC</a:t>
            </a:r>
            <a:endParaRPr lang="en-US" altLang="zh-CN" sz="1000">
              <a:latin typeface="Microsoft YaHei" panose="020B0503020204020204" pitchFamily="34" charset="-122"/>
              <a:ea typeface="Microsoft YaHei" panose="020B0503020204020204" pitchFamily="34" charset="-122"/>
              <a:sym typeface="Arial Unicode MS" panose="020B0604020202020204" pitchFamily="34" charset="-122"/>
            </a:endParaRPr>
          </a:p>
        </p:txBody>
      </p:sp>
      <p:grpSp>
        <p:nvGrpSpPr>
          <p:cNvPr id="57" name="组合 97">
            <a:extLst>
              <a:ext uri="{FF2B5EF4-FFF2-40B4-BE49-F238E27FC236}">
                <a16:creationId xmlns:a16="http://schemas.microsoft.com/office/drawing/2014/main" id="{D67BC598-D130-E1B9-C425-FD166ECB88C7}"/>
              </a:ext>
            </a:extLst>
          </p:cNvPr>
          <p:cNvGrpSpPr/>
          <p:nvPr/>
        </p:nvGrpSpPr>
        <p:grpSpPr>
          <a:xfrm>
            <a:off x="4639321" y="5519202"/>
            <a:ext cx="767957" cy="826626"/>
            <a:chOff x="6258612" y="5520213"/>
            <a:chExt cx="1171949" cy="993629"/>
          </a:xfrm>
        </p:grpSpPr>
        <p:pic>
          <p:nvPicPr>
            <p:cNvPr id="58" name="图片 98">
              <a:extLst>
                <a:ext uri="{FF2B5EF4-FFF2-40B4-BE49-F238E27FC236}">
                  <a16:creationId xmlns:a16="http://schemas.microsoft.com/office/drawing/2014/main" id="{1A12BC57-602C-85D8-87EF-404A09E47B0F}"/>
                </a:ext>
              </a:extLst>
            </p:cNvPr>
            <p:cNvPicPr>
              <a:picLocks noChangeAspect="1"/>
            </p:cNvPicPr>
            <p:nvPr/>
          </p:nvPicPr>
          <p:blipFill>
            <a:blip r:embed="rId7">
              <a:clrChange>
                <a:clrFrom>
                  <a:srgbClr val="FFFFFF"/>
                </a:clrFrom>
                <a:clrTo>
                  <a:srgbClr val="FFFFFF">
                    <a:alpha val="0"/>
                  </a:srgbClr>
                </a:clrTo>
              </a:clrChange>
            </a:blip>
            <a:stretch>
              <a:fillRect/>
            </a:stretch>
          </p:blipFill>
          <p:spPr>
            <a:xfrm>
              <a:off x="6401097" y="5520213"/>
              <a:ext cx="923925" cy="676275"/>
            </a:xfrm>
            <a:prstGeom prst="rect">
              <a:avLst/>
            </a:prstGeom>
            <a:effectLst>
              <a:softEdge rad="12700"/>
            </a:effectLst>
          </p:spPr>
        </p:pic>
        <p:sp>
          <p:nvSpPr>
            <p:cNvPr id="59" name="矩形 17">
              <a:extLst>
                <a:ext uri="{FF2B5EF4-FFF2-40B4-BE49-F238E27FC236}">
                  <a16:creationId xmlns:a16="http://schemas.microsoft.com/office/drawing/2014/main" id="{89D15F58-6FB0-DBD4-16E5-8ED09E839D90}"/>
                </a:ext>
              </a:extLst>
            </p:cNvPr>
            <p:cNvSpPr>
              <a:spLocks noChangeArrowheads="1"/>
            </p:cNvSpPr>
            <p:nvPr/>
          </p:nvSpPr>
          <p:spPr bwMode="auto">
            <a:xfrm>
              <a:off x="6258612" y="6217877"/>
              <a:ext cx="1171949" cy="2959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a:defRPr/>
              </a:pPr>
              <a:r>
                <a:rPr lang="en-US" altLang="ja-JP" sz="1000">
                  <a:latin typeface="Microsoft YaHei" panose="020B0503020204020204" pitchFamily="34" charset="-122"/>
                  <a:ea typeface="Microsoft YaHei" panose="020B0503020204020204" pitchFamily="34" charset="-122"/>
                  <a:sym typeface="Arial Unicode MS" panose="020B0604020202020204" pitchFamily="34" charset="-122"/>
                </a:rPr>
                <a:t>Sensors</a:t>
              </a:r>
              <a:endParaRPr lang="zh-CN" altLang="en-US" sz="1600">
                <a:latin typeface="Microsoft YaHei" panose="020B0503020204020204" pitchFamily="34" charset="-122"/>
                <a:ea typeface="Microsoft YaHei" panose="020B0503020204020204" pitchFamily="34" charset="-122"/>
              </a:endParaRPr>
            </a:p>
          </p:txBody>
        </p:sp>
      </p:grpSp>
      <p:sp>
        <p:nvSpPr>
          <p:cNvPr id="62" name="矩形 17">
            <a:extLst>
              <a:ext uri="{FF2B5EF4-FFF2-40B4-BE49-F238E27FC236}">
                <a16:creationId xmlns:a16="http://schemas.microsoft.com/office/drawing/2014/main" id="{E6066D72-29D2-5607-8BF1-C62A89DBECE4}"/>
              </a:ext>
            </a:extLst>
          </p:cNvPr>
          <p:cNvSpPr>
            <a:spLocks noChangeArrowheads="1"/>
          </p:cNvSpPr>
          <p:nvPr/>
        </p:nvSpPr>
        <p:spPr bwMode="auto">
          <a:xfrm>
            <a:off x="5712298" y="2170919"/>
            <a:ext cx="107405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a:defRPr/>
            </a:pPr>
            <a:r>
              <a:rPr lang="en-US" altLang="zh-CN" sz="1000">
                <a:latin typeface="Microsoft YaHei" panose="020B0503020204020204" pitchFamily="34" charset="-122"/>
                <a:ea typeface="Microsoft YaHei" panose="020B0503020204020204" pitchFamily="34" charset="-122"/>
                <a:sym typeface="Arial Unicode MS" panose="020B0604020202020204" pitchFamily="34" charset="-122"/>
              </a:rPr>
              <a:t>Integration Server</a:t>
            </a:r>
          </a:p>
        </p:txBody>
      </p:sp>
      <p:pic>
        <p:nvPicPr>
          <p:cNvPr id="63" name="图片 107">
            <a:extLst>
              <a:ext uri="{FF2B5EF4-FFF2-40B4-BE49-F238E27FC236}">
                <a16:creationId xmlns:a16="http://schemas.microsoft.com/office/drawing/2014/main" id="{ED063188-E422-5B7B-F112-EE6CDC158C14}"/>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5539435" y="1925737"/>
            <a:ext cx="345727" cy="596597"/>
          </a:xfrm>
          <a:prstGeom prst="rect">
            <a:avLst/>
          </a:prstGeom>
          <a:effectLst>
            <a:softEdge rad="12700"/>
          </a:effectLst>
        </p:spPr>
      </p:pic>
      <p:sp>
        <p:nvSpPr>
          <p:cNvPr id="65" name="矩形 17">
            <a:extLst>
              <a:ext uri="{FF2B5EF4-FFF2-40B4-BE49-F238E27FC236}">
                <a16:creationId xmlns:a16="http://schemas.microsoft.com/office/drawing/2014/main" id="{DF25E601-3F45-FA31-8B57-B23AF67A0EE9}"/>
              </a:ext>
            </a:extLst>
          </p:cNvPr>
          <p:cNvSpPr>
            <a:spLocks noChangeArrowheads="1"/>
          </p:cNvSpPr>
          <p:nvPr/>
        </p:nvSpPr>
        <p:spPr bwMode="auto">
          <a:xfrm>
            <a:off x="1635210" y="1922032"/>
            <a:ext cx="937622"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a:defRPr/>
            </a:pPr>
            <a:r>
              <a:rPr lang="en-US" altLang="ja-JP" sz="1000">
                <a:latin typeface="Microsoft YaHei" panose="020B0503020204020204" pitchFamily="34" charset="-122"/>
                <a:ea typeface="Microsoft YaHei" panose="020B0503020204020204" pitchFamily="34" charset="-122"/>
              </a:rPr>
              <a:t>DMZ</a:t>
            </a:r>
            <a:endParaRPr lang="zh-CN" altLang="en-US" sz="1000">
              <a:latin typeface="Microsoft YaHei" panose="020B0503020204020204" pitchFamily="34" charset="-122"/>
              <a:ea typeface="Microsoft YaHei" panose="020B0503020204020204" pitchFamily="34" charset="-122"/>
            </a:endParaRPr>
          </a:p>
        </p:txBody>
      </p:sp>
      <p:sp>
        <p:nvSpPr>
          <p:cNvPr id="67" name="矩形 17">
            <a:extLst>
              <a:ext uri="{FF2B5EF4-FFF2-40B4-BE49-F238E27FC236}">
                <a16:creationId xmlns:a16="http://schemas.microsoft.com/office/drawing/2014/main" id="{711F102A-6B1E-1802-15E0-552480491EDC}"/>
              </a:ext>
            </a:extLst>
          </p:cNvPr>
          <p:cNvSpPr>
            <a:spLocks noChangeArrowheads="1"/>
          </p:cNvSpPr>
          <p:nvPr/>
        </p:nvSpPr>
        <p:spPr bwMode="auto">
          <a:xfrm>
            <a:off x="5307039" y="4404246"/>
            <a:ext cx="1082111"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defRPr/>
            </a:pPr>
            <a:r>
              <a:rPr lang="en-US" altLang="zh-CN" sz="1000">
                <a:latin typeface="Microsoft YaHei" panose="020B0503020204020204" pitchFamily="34" charset="-122"/>
                <a:ea typeface="Microsoft YaHei" panose="020B0503020204020204" pitchFamily="34" charset="-122"/>
                <a:sym typeface="Arial Unicode MS" panose="020B0604020202020204" pitchFamily="34" charset="-122"/>
              </a:rPr>
              <a:t>Edge Gateway</a:t>
            </a:r>
          </a:p>
        </p:txBody>
      </p:sp>
      <p:cxnSp>
        <p:nvCxnSpPr>
          <p:cNvPr id="69" name="连接符: 肘形 117">
            <a:extLst>
              <a:ext uri="{FF2B5EF4-FFF2-40B4-BE49-F238E27FC236}">
                <a16:creationId xmlns:a16="http://schemas.microsoft.com/office/drawing/2014/main" id="{E0212B1D-12B3-BE29-F99C-25B6E33C470B}"/>
              </a:ext>
            </a:extLst>
          </p:cNvPr>
          <p:cNvCxnSpPr>
            <a:cxnSpLocks/>
          </p:cNvCxnSpPr>
          <p:nvPr/>
        </p:nvCxnSpPr>
        <p:spPr>
          <a:xfrm flipV="1">
            <a:off x="3653564" y="4783759"/>
            <a:ext cx="1332000" cy="288000"/>
          </a:xfrm>
          <a:prstGeom prst="bentConnector2">
            <a:avLst/>
          </a:prstGeom>
          <a:ln w="12700">
            <a:solidFill>
              <a:schemeClr val="bg1">
                <a:lumMod val="65000"/>
              </a:schemeClr>
            </a:solidFill>
          </a:ln>
        </p:spPr>
        <p:style>
          <a:lnRef idx="1">
            <a:schemeClr val="accent6"/>
          </a:lnRef>
          <a:fillRef idx="0">
            <a:schemeClr val="accent6"/>
          </a:fillRef>
          <a:effectRef idx="0">
            <a:schemeClr val="accent6"/>
          </a:effectRef>
          <a:fontRef idx="minor">
            <a:schemeClr val="tx1"/>
          </a:fontRef>
        </p:style>
      </p:cxnSp>
      <p:cxnSp>
        <p:nvCxnSpPr>
          <p:cNvPr id="71" name="直接连接符 118">
            <a:extLst>
              <a:ext uri="{FF2B5EF4-FFF2-40B4-BE49-F238E27FC236}">
                <a16:creationId xmlns:a16="http://schemas.microsoft.com/office/drawing/2014/main" id="{87559C03-FA41-13D0-FA5F-6D3317EBA369}"/>
              </a:ext>
            </a:extLst>
          </p:cNvPr>
          <p:cNvCxnSpPr>
            <a:cxnSpLocks/>
          </p:cNvCxnSpPr>
          <p:nvPr/>
        </p:nvCxnSpPr>
        <p:spPr>
          <a:xfrm flipH="1" flipV="1">
            <a:off x="4985213" y="4123749"/>
            <a:ext cx="4186" cy="239595"/>
          </a:xfrm>
          <a:prstGeom prst="line">
            <a:avLst/>
          </a:prstGeom>
          <a:noFill/>
          <a:ln w="19050" cap="flat" cmpd="sng" algn="ctr">
            <a:solidFill>
              <a:srgbClr val="4472C4"/>
            </a:solidFill>
            <a:prstDash val="solid"/>
            <a:miter lim="800000"/>
          </a:ln>
          <a:effectLst/>
        </p:spPr>
      </p:cxnSp>
      <p:cxnSp>
        <p:nvCxnSpPr>
          <p:cNvPr id="73" name="直接连接符 120">
            <a:extLst>
              <a:ext uri="{FF2B5EF4-FFF2-40B4-BE49-F238E27FC236}">
                <a16:creationId xmlns:a16="http://schemas.microsoft.com/office/drawing/2014/main" id="{5EF7380D-A290-8FAF-8AD0-28DE7CCA208F}"/>
              </a:ext>
            </a:extLst>
          </p:cNvPr>
          <p:cNvCxnSpPr>
            <a:cxnSpLocks/>
          </p:cNvCxnSpPr>
          <p:nvPr/>
        </p:nvCxnSpPr>
        <p:spPr>
          <a:xfrm flipH="1" flipV="1">
            <a:off x="3494953" y="2481467"/>
            <a:ext cx="4186" cy="359392"/>
          </a:xfrm>
          <a:prstGeom prst="line">
            <a:avLst/>
          </a:prstGeom>
          <a:noFill/>
          <a:ln w="19050" cap="flat" cmpd="sng" algn="ctr">
            <a:solidFill>
              <a:srgbClr val="4472C4"/>
            </a:solidFill>
            <a:prstDash val="solid"/>
            <a:miter lim="800000"/>
          </a:ln>
          <a:effectLst/>
        </p:spPr>
      </p:cxnSp>
      <p:pic>
        <p:nvPicPr>
          <p:cNvPr id="74" name="图片 121">
            <a:extLst>
              <a:ext uri="{FF2B5EF4-FFF2-40B4-BE49-F238E27FC236}">
                <a16:creationId xmlns:a16="http://schemas.microsoft.com/office/drawing/2014/main" id="{F6720C35-3A1A-297E-41C7-7FF6DB906131}"/>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3341559" y="1934410"/>
            <a:ext cx="345727" cy="596597"/>
          </a:xfrm>
          <a:prstGeom prst="rect">
            <a:avLst/>
          </a:prstGeom>
          <a:effectLst>
            <a:softEdge rad="12700"/>
          </a:effectLst>
        </p:spPr>
      </p:pic>
      <p:pic>
        <p:nvPicPr>
          <p:cNvPr id="76" name="图片 123">
            <a:extLst>
              <a:ext uri="{FF2B5EF4-FFF2-40B4-BE49-F238E27FC236}">
                <a16:creationId xmlns:a16="http://schemas.microsoft.com/office/drawing/2014/main" id="{8B25560B-4B7D-F28A-4AA6-FAAED578D7AA}"/>
              </a:ext>
            </a:extLst>
          </p:cNvPr>
          <p:cNvPicPr>
            <a:picLocks noChangeAspect="1"/>
          </p:cNvPicPr>
          <p:nvPr/>
        </p:nvPicPr>
        <p:blipFill>
          <a:blip r:embed="rId8">
            <a:clrChange>
              <a:clrFrom>
                <a:srgbClr val="FEFEFE"/>
              </a:clrFrom>
              <a:clrTo>
                <a:srgbClr val="FEFEFE">
                  <a:alpha val="0"/>
                </a:srgbClr>
              </a:clrTo>
            </a:clrChange>
          </a:blip>
          <a:stretch>
            <a:fillRect/>
          </a:stretch>
        </p:blipFill>
        <p:spPr>
          <a:xfrm>
            <a:off x="1969117" y="5523192"/>
            <a:ext cx="574222" cy="528895"/>
          </a:xfrm>
          <a:prstGeom prst="rect">
            <a:avLst/>
          </a:prstGeom>
          <a:effectLst>
            <a:softEdge rad="31750"/>
          </a:effectLst>
        </p:spPr>
      </p:pic>
      <p:pic>
        <p:nvPicPr>
          <p:cNvPr id="79" name="Picture 6">
            <a:extLst>
              <a:ext uri="{FF2B5EF4-FFF2-40B4-BE49-F238E27FC236}">
                <a16:creationId xmlns:a16="http://schemas.microsoft.com/office/drawing/2014/main" id="{D9C186BB-80DD-73C5-BB47-D4FD193F2059}"/>
              </a:ext>
            </a:extLst>
          </p:cNvPr>
          <p:cNvPicPr>
            <a:picLocks noChangeAspect="1" noChangeArrowheads="1"/>
          </p:cNvPicPr>
          <p:nvPr/>
        </p:nvPicPr>
        <p:blipFill>
          <a:blip r:embed="rId9">
            <a:clrChange>
              <a:clrFrom>
                <a:srgbClr val="FFFFFF"/>
              </a:clrFrom>
              <a:clrTo>
                <a:srgbClr val="FFFFFF">
                  <a:alpha val="0"/>
                </a:srgbClr>
              </a:clrTo>
            </a:clrChange>
            <a:duotone>
              <a:prstClr val="black"/>
              <a:schemeClr val="tx2">
                <a:tint val="45000"/>
                <a:satMod val="400000"/>
              </a:schemeClr>
            </a:duotone>
            <a:alphaModFix amt="85000"/>
            <a:extLst>
              <a:ext uri="{BEBA8EAE-BF5A-486C-A8C5-ECC9F3942E4B}">
                <a14:imgProps xmlns:a14="http://schemas.microsoft.com/office/drawing/2010/main">
                  <a14:imgLayer r:embed="rId10">
                    <a14:imgEffect>
                      <a14:sharpenSoften amount="50000"/>
                    </a14:imgEffect>
                  </a14:imgLayer>
                </a14:imgProps>
              </a:ext>
              <a:ext uri="{28A0092B-C50C-407E-A947-70E740481C1C}">
                <a14:useLocalDpi xmlns:a14="http://schemas.microsoft.com/office/drawing/2010/main" val="0"/>
              </a:ext>
            </a:extLst>
          </a:blip>
          <a:srcRect/>
          <a:stretch>
            <a:fillRect/>
          </a:stretch>
        </p:blipFill>
        <p:spPr bwMode="auto">
          <a:xfrm>
            <a:off x="4393759" y="4104036"/>
            <a:ext cx="1127864" cy="845898"/>
          </a:xfrm>
          <a:prstGeom prst="rect">
            <a:avLst/>
          </a:prstGeom>
          <a:noFill/>
          <a:extLst>
            <a:ext uri="{909E8E84-426E-40DD-AFC4-6F175D3DCCD1}">
              <a14:hiddenFill xmlns:a14="http://schemas.microsoft.com/office/drawing/2010/main">
                <a:solidFill>
                  <a:srgbClr val="FFFFFF"/>
                </a:solidFill>
              </a14:hiddenFill>
            </a:ext>
          </a:extLst>
        </p:spPr>
      </p:pic>
      <p:sp>
        <p:nvSpPr>
          <p:cNvPr id="87" name="矩形 17">
            <a:extLst>
              <a:ext uri="{FF2B5EF4-FFF2-40B4-BE49-F238E27FC236}">
                <a16:creationId xmlns:a16="http://schemas.microsoft.com/office/drawing/2014/main" id="{CF42A903-D0C6-A8F4-3490-C6E53930158B}"/>
              </a:ext>
            </a:extLst>
          </p:cNvPr>
          <p:cNvSpPr>
            <a:spLocks noChangeArrowheads="1"/>
          </p:cNvSpPr>
          <p:nvPr/>
        </p:nvSpPr>
        <p:spPr bwMode="auto">
          <a:xfrm>
            <a:off x="276551" y="5469901"/>
            <a:ext cx="974154"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defRPr/>
            </a:pPr>
            <a:r>
              <a:rPr lang="en-US" altLang="zh-CN" sz="1100" b="1">
                <a:solidFill>
                  <a:srgbClr val="002060"/>
                </a:solidFill>
                <a:latin typeface="Microsoft YaHei" panose="020B0503020204020204" pitchFamily="34" charset="-122"/>
                <a:ea typeface="Microsoft YaHei" panose="020B0503020204020204" pitchFamily="34" charset="-122"/>
                <a:sym typeface="Arial Unicode MS" panose="020B0604020202020204" pitchFamily="34" charset="-122"/>
              </a:rPr>
              <a:t>Level 0</a:t>
            </a:r>
          </a:p>
        </p:txBody>
      </p:sp>
      <p:sp>
        <p:nvSpPr>
          <p:cNvPr id="88" name="矩形 17">
            <a:extLst>
              <a:ext uri="{FF2B5EF4-FFF2-40B4-BE49-F238E27FC236}">
                <a16:creationId xmlns:a16="http://schemas.microsoft.com/office/drawing/2014/main" id="{B1E16E37-C540-1C7F-436D-DE6B78D7D5DD}"/>
              </a:ext>
            </a:extLst>
          </p:cNvPr>
          <p:cNvSpPr>
            <a:spLocks noChangeArrowheads="1"/>
          </p:cNvSpPr>
          <p:nvPr/>
        </p:nvSpPr>
        <p:spPr bwMode="auto">
          <a:xfrm>
            <a:off x="276551" y="4321837"/>
            <a:ext cx="974154"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defRPr/>
            </a:pPr>
            <a:r>
              <a:rPr lang="en-US" altLang="zh-CN" sz="1100" b="1">
                <a:solidFill>
                  <a:srgbClr val="002060"/>
                </a:solidFill>
                <a:latin typeface="Microsoft YaHei" panose="020B0503020204020204" pitchFamily="34" charset="-122"/>
                <a:ea typeface="Microsoft YaHei" panose="020B0503020204020204" pitchFamily="34" charset="-122"/>
                <a:sym typeface="Arial Unicode MS" panose="020B0604020202020204" pitchFamily="34" charset="-122"/>
              </a:rPr>
              <a:t>Level 1</a:t>
            </a:r>
          </a:p>
        </p:txBody>
      </p:sp>
      <p:sp>
        <p:nvSpPr>
          <p:cNvPr id="89" name="矩形 17">
            <a:extLst>
              <a:ext uri="{FF2B5EF4-FFF2-40B4-BE49-F238E27FC236}">
                <a16:creationId xmlns:a16="http://schemas.microsoft.com/office/drawing/2014/main" id="{21C1D5E9-9F90-36EC-7BB7-71128B2A8C1E}"/>
              </a:ext>
            </a:extLst>
          </p:cNvPr>
          <p:cNvSpPr>
            <a:spLocks noChangeArrowheads="1"/>
          </p:cNvSpPr>
          <p:nvPr/>
        </p:nvSpPr>
        <p:spPr bwMode="auto">
          <a:xfrm>
            <a:off x="206331" y="5667951"/>
            <a:ext cx="1262983"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defRPr/>
            </a:pPr>
            <a:r>
              <a:rPr lang="ja-JP" altLang="en-US" sz="1000">
                <a:solidFill>
                  <a:srgbClr val="002060"/>
                </a:solidFill>
                <a:latin typeface="Microsoft YaHei" panose="020B0503020204020204" pitchFamily="34" charset="-122"/>
                <a:ea typeface="Microsoft YaHei" panose="020B0503020204020204" pitchFamily="34" charset="-122"/>
                <a:sym typeface="Arial Unicode MS" panose="020B0604020202020204" pitchFamily="34" charset="-122"/>
              </a:rPr>
              <a:t>現場設備機器</a:t>
            </a:r>
            <a:endParaRPr lang="zh-CN" altLang="en-US" sz="1600">
              <a:solidFill>
                <a:srgbClr val="002060"/>
              </a:solidFill>
              <a:latin typeface="Microsoft YaHei" panose="020B0503020204020204" pitchFamily="34" charset="-122"/>
              <a:ea typeface="Microsoft YaHei" panose="020B0503020204020204" pitchFamily="34" charset="-122"/>
            </a:endParaRPr>
          </a:p>
        </p:txBody>
      </p:sp>
      <p:sp>
        <p:nvSpPr>
          <p:cNvPr id="90" name="矩形 17">
            <a:extLst>
              <a:ext uri="{FF2B5EF4-FFF2-40B4-BE49-F238E27FC236}">
                <a16:creationId xmlns:a16="http://schemas.microsoft.com/office/drawing/2014/main" id="{96D25B85-D8FA-D325-91B5-DA2BC7D5760D}"/>
              </a:ext>
            </a:extLst>
          </p:cNvPr>
          <p:cNvSpPr>
            <a:spLocks noChangeArrowheads="1"/>
          </p:cNvSpPr>
          <p:nvPr/>
        </p:nvSpPr>
        <p:spPr bwMode="auto">
          <a:xfrm>
            <a:off x="273189" y="3272365"/>
            <a:ext cx="1262983"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a:defRPr/>
            </a:pPr>
            <a:r>
              <a:rPr lang="ja-JP" altLang="en-US" sz="1000">
                <a:solidFill>
                  <a:srgbClr val="002060"/>
                </a:solidFill>
                <a:latin typeface="Microsoft YaHei" panose="020B0503020204020204" pitchFamily="34" charset="-122"/>
                <a:ea typeface="Microsoft YaHei" panose="020B0503020204020204" pitchFamily="34" charset="-122"/>
                <a:sym typeface="Arial Unicode MS" panose="020B0604020202020204" pitchFamily="34" charset="-122"/>
              </a:rPr>
              <a:t>現場コントロール</a:t>
            </a:r>
            <a:endParaRPr lang="zh-CN" altLang="en-US" sz="1600">
              <a:solidFill>
                <a:srgbClr val="002060"/>
              </a:solidFill>
              <a:latin typeface="Microsoft YaHei" panose="020B0503020204020204" pitchFamily="34" charset="-122"/>
              <a:ea typeface="Microsoft YaHei" panose="020B0503020204020204" pitchFamily="34" charset="-122"/>
            </a:endParaRPr>
          </a:p>
        </p:txBody>
      </p:sp>
      <p:sp>
        <p:nvSpPr>
          <p:cNvPr id="91" name="矩形 17">
            <a:extLst>
              <a:ext uri="{FF2B5EF4-FFF2-40B4-BE49-F238E27FC236}">
                <a16:creationId xmlns:a16="http://schemas.microsoft.com/office/drawing/2014/main" id="{1D3F3AC6-8D6D-E63F-2F48-F97F101C9D0A}"/>
              </a:ext>
            </a:extLst>
          </p:cNvPr>
          <p:cNvSpPr>
            <a:spLocks noChangeArrowheads="1"/>
          </p:cNvSpPr>
          <p:nvPr/>
        </p:nvSpPr>
        <p:spPr bwMode="auto">
          <a:xfrm>
            <a:off x="308055" y="3092754"/>
            <a:ext cx="974154"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defRPr/>
            </a:pPr>
            <a:r>
              <a:rPr lang="en-US" altLang="zh-CN" sz="1100" b="1">
                <a:solidFill>
                  <a:srgbClr val="002060"/>
                </a:solidFill>
                <a:latin typeface="Microsoft YaHei" panose="020B0503020204020204" pitchFamily="34" charset="-122"/>
                <a:ea typeface="Microsoft YaHei" panose="020B0503020204020204" pitchFamily="34" charset="-122"/>
                <a:sym typeface="Arial Unicode MS" panose="020B0604020202020204" pitchFamily="34" charset="-122"/>
              </a:rPr>
              <a:t>Level </a:t>
            </a:r>
            <a:r>
              <a:rPr lang="en-US" altLang="ja-JP" sz="1100" b="1">
                <a:solidFill>
                  <a:srgbClr val="002060"/>
                </a:solidFill>
                <a:latin typeface="Microsoft YaHei" panose="020B0503020204020204" pitchFamily="34" charset="-122"/>
                <a:ea typeface="Microsoft YaHei" panose="020B0503020204020204" pitchFamily="34" charset="-122"/>
                <a:sym typeface="Arial Unicode MS" panose="020B0604020202020204" pitchFamily="34" charset="-122"/>
              </a:rPr>
              <a:t>2</a:t>
            </a:r>
            <a:endParaRPr lang="en-US" altLang="zh-CN" sz="1100" b="1">
              <a:solidFill>
                <a:srgbClr val="002060"/>
              </a:solidFill>
              <a:latin typeface="Microsoft YaHei" panose="020B0503020204020204" pitchFamily="34" charset="-122"/>
              <a:ea typeface="Microsoft YaHei" panose="020B0503020204020204" pitchFamily="34" charset="-122"/>
              <a:sym typeface="Arial Unicode MS" panose="020B0604020202020204" pitchFamily="34" charset="-122"/>
            </a:endParaRPr>
          </a:p>
        </p:txBody>
      </p:sp>
      <p:sp>
        <p:nvSpPr>
          <p:cNvPr id="92" name="矩形 17">
            <a:extLst>
              <a:ext uri="{FF2B5EF4-FFF2-40B4-BE49-F238E27FC236}">
                <a16:creationId xmlns:a16="http://schemas.microsoft.com/office/drawing/2014/main" id="{D8395B82-90B4-E058-CDDE-1777E5EADE6A}"/>
              </a:ext>
            </a:extLst>
          </p:cNvPr>
          <p:cNvSpPr>
            <a:spLocks noChangeArrowheads="1"/>
          </p:cNvSpPr>
          <p:nvPr/>
        </p:nvSpPr>
        <p:spPr bwMode="auto">
          <a:xfrm>
            <a:off x="241685" y="2106536"/>
            <a:ext cx="1764580"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a:defRPr/>
            </a:pPr>
            <a:r>
              <a:rPr lang="ja-JP" altLang="en-US" sz="1000" dirty="0">
                <a:solidFill>
                  <a:srgbClr val="002060"/>
                </a:solidFill>
                <a:latin typeface="Microsoft YaHei" panose="020B0503020204020204" pitchFamily="34" charset="-122"/>
                <a:ea typeface="Microsoft YaHei" panose="020B0503020204020204" pitchFamily="34" charset="-122"/>
                <a:sym typeface="Arial Unicode MS" panose="020B0604020202020204" pitchFamily="34" charset="-122"/>
              </a:rPr>
              <a:t>データ収集とモニタリング</a:t>
            </a:r>
            <a:endParaRPr lang="zh-CN" altLang="en-US" sz="1600" dirty="0">
              <a:solidFill>
                <a:srgbClr val="002060"/>
              </a:solidFill>
              <a:latin typeface="Microsoft YaHei" panose="020B0503020204020204" pitchFamily="34" charset="-122"/>
              <a:ea typeface="Microsoft YaHei" panose="020B0503020204020204" pitchFamily="34" charset="-122"/>
            </a:endParaRPr>
          </a:p>
        </p:txBody>
      </p:sp>
      <p:sp>
        <p:nvSpPr>
          <p:cNvPr id="93" name="矩形 17">
            <a:extLst>
              <a:ext uri="{FF2B5EF4-FFF2-40B4-BE49-F238E27FC236}">
                <a16:creationId xmlns:a16="http://schemas.microsoft.com/office/drawing/2014/main" id="{7B3BF22B-3739-1BD9-AA24-ABAF7AF8D3E6}"/>
              </a:ext>
            </a:extLst>
          </p:cNvPr>
          <p:cNvSpPr>
            <a:spLocks noChangeArrowheads="1"/>
          </p:cNvSpPr>
          <p:nvPr/>
        </p:nvSpPr>
        <p:spPr bwMode="auto">
          <a:xfrm>
            <a:off x="276551" y="1926926"/>
            <a:ext cx="974154"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defRPr/>
            </a:pPr>
            <a:r>
              <a:rPr lang="en-US" altLang="zh-CN" sz="1100" b="1">
                <a:solidFill>
                  <a:srgbClr val="002060"/>
                </a:solidFill>
                <a:latin typeface="Microsoft YaHei" panose="020B0503020204020204" pitchFamily="34" charset="-122"/>
                <a:ea typeface="Microsoft YaHei" panose="020B0503020204020204" pitchFamily="34" charset="-122"/>
                <a:sym typeface="Arial Unicode MS" panose="020B0604020202020204" pitchFamily="34" charset="-122"/>
              </a:rPr>
              <a:t>Level </a:t>
            </a:r>
            <a:r>
              <a:rPr lang="en-US" altLang="ja-JP" sz="1100" b="1">
                <a:solidFill>
                  <a:srgbClr val="002060"/>
                </a:solidFill>
                <a:latin typeface="Microsoft YaHei" panose="020B0503020204020204" pitchFamily="34" charset="-122"/>
                <a:ea typeface="Microsoft YaHei" panose="020B0503020204020204" pitchFamily="34" charset="-122"/>
                <a:sym typeface="Arial Unicode MS" panose="020B0604020202020204" pitchFamily="34" charset="-122"/>
              </a:rPr>
              <a:t>3</a:t>
            </a:r>
            <a:endParaRPr lang="en-US" altLang="zh-CN" sz="1100" b="1">
              <a:solidFill>
                <a:srgbClr val="002060"/>
              </a:solidFill>
              <a:latin typeface="Microsoft YaHei" panose="020B0503020204020204" pitchFamily="34" charset="-122"/>
              <a:ea typeface="Microsoft YaHei" panose="020B0503020204020204" pitchFamily="34" charset="-122"/>
              <a:sym typeface="Arial Unicode MS" panose="020B0604020202020204" pitchFamily="34" charset="-122"/>
            </a:endParaRPr>
          </a:p>
        </p:txBody>
      </p:sp>
      <p:sp>
        <p:nvSpPr>
          <p:cNvPr id="94" name="矩形 17">
            <a:extLst>
              <a:ext uri="{FF2B5EF4-FFF2-40B4-BE49-F238E27FC236}">
                <a16:creationId xmlns:a16="http://schemas.microsoft.com/office/drawing/2014/main" id="{D2810C81-EFB8-FBDA-8CF8-91F519EF3055}"/>
              </a:ext>
            </a:extLst>
          </p:cNvPr>
          <p:cNvSpPr>
            <a:spLocks noChangeArrowheads="1"/>
          </p:cNvSpPr>
          <p:nvPr/>
        </p:nvSpPr>
        <p:spPr bwMode="auto">
          <a:xfrm>
            <a:off x="2761356" y="3313418"/>
            <a:ext cx="107405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a:defRPr/>
            </a:pPr>
            <a:r>
              <a:rPr lang="en-US" altLang="ja-JP" sz="1000" dirty="0">
                <a:latin typeface="Microsoft YaHei" panose="020B0503020204020204" pitchFamily="34" charset="-122"/>
                <a:ea typeface="Microsoft YaHei" panose="020B0503020204020204" pitchFamily="34" charset="-122"/>
                <a:sym typeface="Arial Unicode MS" panose="020B0604020202020204" pitchFamily="34" charset="-122"/>
              </a:rPr>
              <a:t>SCADA</a:t>
            </a:r>
          </a:p>
          <a:p>
            <a:pPr algn="ctr">
              <a:defRPr/>
            </a:pPr>
            <a:r>
              <a:rPr lang="en-US" altLang="zh-CN" sz="1000" dirty="0">
                <a:latin typeface="Microsoft YaHei" panose="020B0503020204020204" pitchFamily="34" charset="-122"/>
                <a:ea typeface="Microsoft YaHei" panose="020B0503020204020204" pitchFamily="34" charset="-122"/>
                <a:sym typeface="Arial Unicode MS" panose="020B0604020202020204" pitchFamily="34" charset="-122"/>
              </a:rPr>
              <a:t>(OPC UA</a:t>
            </a:r>
            <a:r>
              <a:rPr lang="ja-JP" altLang="en-US" sz="1000" dirty="0">
                <a:latin typeface="Microsoft YaHei" panose="020B0503020204020204" pitchFamily="34" charset="-122"/>
                <a:ea typeface="Microsoft YaHei" panose="020B0503020204020204" pitchFamily="34" charset="-122"/>
                <a:sym typeface="Arial Unicode MS" panose="020B0604020202020204" pitchFamily="34" charset="-122"/>
              </a:rPr>
              <a:t>付</a:t>
            </a:r>
            <a:r>
              <a:rPr lang="en-US" altLang="zh-CN" sz="1000" dirty="0">
                <a:latin typeface="Microsoft YaHei" panose="020B0503020204020204" pitchFamily="34" charset="-122"/>
                <a:ea typeface="Microsoft YaHei" panose="020B0503020204020204" pitchFamily="34" charset="-122"/>
                <a:sym typeface="Arial Unicode MS" panose="020B0604020202020204" pitchFamily="34" charset="-122"/>
              </a:rPr>
              <a:t>)</a:t>
            </a:r>
          </a:p>
        </p:txBody>
      </p:sp>
      <p:cxnSp>
        <p:nvCxnSpPr>
          <p:cNvPr id="96" name="直接连接符 19">
            <a:extLst>
              <a:ext uri="{FF2B5EF4-FFF2-40B4-BE49-F238E27FC236}">
                <a16:creationId xmlns:a16="http://schemas.microsoft.com/office/drawing/2014/main" id="{E77F84AB-7744-FC15-76FD-8C8FE17BC0CB}"/>
              </a:ext>
            </a:extLst>
          </p:cNvPr>
          <p:cNvCxnSpPr>
            <a:cxnSpLocks/>
          </p:cNvCxnSpPr>
          <p:nvPr/>
        </p:nvCxnSpPr>
        <p:spPr>
          <a:xfrm flipH="1" flipV="1">
            <a:off x="2810162" y="3650162"/>
            <a:ext cx="4186" cy="359392"/>
          </a:xfrm>
          <a:prstGeom prst="line">
            <a:avLst/>
          </a:prstGeom>
          <a:noFill/>
          <a:ln w="19050" cap="flat" cmpd="sng" algn="ctr">
            <a:solidFill>
              <a:srgbClr val="4472C4"/>
            </a:solidFill>
            <a:prstDash val="solid"/>
            <a:miter lim="800000"/>
          </a:ln>
          <a:effectLst/>
        </p:spPr>
      </p:cxnSp>
      <p:sp>
        <p:nvSpPr>
          <p:cNvPr id="97" name="矩形 17">
            <a:extLst>
              <a:ext uri="{FF2B5EF4-FFF2-40B4-BE49-F238E27FC236}">
                <a16:creationId xmlns:a16="http://schemas.microsoft.com/office/drawing/2014/main" id="{DC7FD58C-D02D-6184-B1F9-C6C2B2B99CC6}"/>
              </a:ext>
            </a:extLst>
          </p:cNvPr>
          <p:cNvSpPr>
            <a:spLocks noChangeArrowheads="1"/>
          </p:cNvSpPr>
          <p:nvPr/>
        </p:nvSpPr>
        <p:spPr bwMode="auto">
          <a:xfrm>
            <a:off x="1537801" y="4137939"/>
            <a:ext cx="1691813"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a:defRPr/>
            </a:pPr>
            <a:r>
              <a:rPr lang="ja-JP" altLang="en-US" sz="1000">
                <a:latin typeface="Microsoft YaHei" panose="020B0503020204020204" pitchFamily="34" charset="-122"/>
                <a:ea typeface="Microsoft YaHei" panose="020B0503020204020204" pitchFamily="34" charset="-122"/>
                <a:sym typeface="Arial Unicode MS" panose="020B0604020202020204" pitchFamily="34" charset="-122"/>
              </a:rPr>
              <a:t>内部環状ネットワーク</a:t>
            </a:r>
            <a:endParaRPr lang="zh-CN" altLang="en-US" sz="1600">
              <a:latin typeface="Microsoft YaHei" panose="020B0503020204020204" pitchFamily="34" charset="-122"/>
              <a:ea typeface="Microsoft YaHei" panose="020B0503020204020204" pitchFamily="34" charset="-122"/>
            </a:endParaRPr>
          </a:p>
        </p:txBody>
      </p:sp>
      <p:sp>
        <p:nvSpPr>
          <p:cNvPr id="98" name="矩形 17">
            <a:extLst>
              <a:ext uri="{FF2B5EF4-FFF2-40B4-BE49-F238E27FC236}">
                <a16:creationId xmlns:a16="http://schemas.microsoft.com/office/drawing/2014/main" id="{697759BA-76AE-6682-C3DF-FD80671FC2F7}"/>
              </a:ext>
            </a:extLst>
          </p:cNvPr>
          <p:cNvSpPr>
            <a:spLocks noChangeArrowheads="1"/>
          </p:cNvSpPr>
          <p:nvPr/>
        </p:nvSpPr>
        <p:spPr bwMode="auto">
          <a:xfrm>
            <a:off x="241685" y="1594217"/>
            <a:ext cx="1383225"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defRPr/>
            </a:pPr>
            <a:r>
              <a:rPr lang="ja-JP" altLang="en-US" sz="1000">
                <a:solidFill>
                  <a:srgbClr val="002060"/>
                </a:solidFill>
                <a:latin typeface="Microsoft YaHei" panose="020B0503020204020204" pitchFamily="34" charset="-122"/>
                <a:ea typeface="Microsoft YaHei" panose="020B0503020204020204" pitchFamily="34" charset="-122"/>
                <a:sym typeface="Arial Unicode MS" panose="020B0604020202020204" pitchFamily="34" charset="-122"/>
              </a:rPr>
              <a:t>分析と洞察</a:t>
            </a:r>
            <a:endParaRPr lang="zh-CN" altLang="en-US" sz="1600">
              <a:solidFill>
                <a:srgbClr val="002060"/>
              </a:solidFill>
              <a:latin typeface="Microsoft YaHei" panose="020B0503020204020204" pitchFamily="34" charset="-122"/>
              <a:ea typeface="Microsoft YaHei" panose="020B0503020204020204" pitchFamily="34" charset="-122"/>
            </a:endParaRPr>
          </a:p>
        </p:txBody>
      </p:sp>
      <p:sp>
        <p:nvSpPr>
          <p:cNvPr id="99" name="矩形 17">
            <a:extLst>
              <a:ext uri="{FF2B5EF4-FFF2-40B4-BE49-F238E27FC236}">
                <a16:creationId xmlns:a16="http://schemas.microsoft.com/office/drawing/2014/main" id="{8093D757-D961-A6C5-804F-5F06597F3EEC}"/>
              </a:ext>
            </a:extLst>
          </p:cNvPr>
          <p:cNvSpPr>
            <a:spLocks noChangeArrowheads="1"/>
          </p:cNvSpPr>
          <p:nvPr/>
        </p:nvSpPr>
        <p:spPr bwMode="auto">
          <a:xfrm>
            <a:off x="276551" y="1414607"/>
            <a:ext cx="974154"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defRPr/>
            </a:pPr>
            <a:r>
              <a:rPr lang="en-US" altLang="zh-CN" sz="1100" b="1" dirty="0">
                <a:solidFill>
                  <a:srgbClr val="002060"/>
                </a:solidFill>
                <a:latin typeface="Microsoft YaHei" panose="020B0503020204020204" pitchFamily="34" charset="-122"/>
                <a:ea typeface="Microsoft YaHei" panose="020B0503020204020204" pitchFamily="34" charset="-122"/>
                <a:sym typeface="Arial Unicode MS" panose="020B0604020202020204" pitchFamily="34" charset="-122"/>
              </a:rPr>
              <a:t>Level </a:t>
            </a:r>
            <a:r>
              <a:rPr lang="en-US" altLang="ja-JP" sz="1100" b="1" dirty="0">
                <a:solidFill>
                  <a:srgbClr val="002060"/>
                </a:solidFill>
                <a:latin typeface="Microsoft YaHei" panose="020B0503020204020204" pitchFamily="34" charset="-122"/>
                <a:ea typeface="Microsoft YaHei" panose="020B0503020204020204" pitchFamily="34" charset="-122"/>
                <a:sym typeface="Arial Unicode MS" panose="020B0604020202020204" pitchFamily="34" charset="-122"/>
              </a:rPr>
              <a:t>4</a:t>
            </a:r>
            <a:endParaRPr lang="en-US" altLang="zh-CN" sz="1100" b="1" dirty="0">
              <a:solidFill>
                <a:srgbClr val="002060"/>
              </a:solidFill>
              <a:latin typeface="Microsoft YaHei" panose="020B0503020204020204" pitchFamily="34" charset="-122"/>
              <a:ea typeface="Microsoft YaHei" panose="020B0503020204020204" pitchFamily="34" charset="-122"/>
              <a:sym typeface="Arial Unicode MS" panose="020B0604020202020204" pitchFamily="34" charset="-122"/>
            </a:endParaRPr>
          </a:p>
        </p:txBody>
      </p:sp>
      <p:pic>
        <p:nvPicPr>
          <p:cNvPr id="95" name="图片 107">
            <a:extLst>
              <a:ext uri="{FF2B5EF4-FFF2-40B4-BE49-F238E27FC236}">
                <a16:creationId xmlns:a16="http://schemas.microsoft.com/office/drawing/2014/main" id="{E0F0764A-042B-0BCC-B5D5-9040ED9265D1}"/>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2618966" y="3187181"/>
            <a:ext cx="345727" cy="596597"/>
          </a:xfrm>
          <a:prstGeom prst="rect">
            <a:avLst/>
          </a:prstGeom>
          <a:effectLst>
            <a:softEdge rad="12700"/>
          </a:effectLst>
        </p:spPr>
      </p:pic>
      <p:sp>
        <p:nvSpPr>
          <p:cNvPr id="100" name="矩形 17">
            <a:extLst>
              <a:ext uri="{FF2B5EF4-FFF2-40B4-BE49-F238E27FC236}">
                <a16:creationId xmlns:a16="http://schemas.microsoft.com/office/drawing/2014/main" id="{C1BCF231-86A9-517C-B920-FE6DB914A1F3}"/>
              </a:ext>
            </a:extLst>
          </p:cNvPr>
          <p:cNvSpPr>
            <a:spLocks noChangeArrowheads="1"/>
          </p:cNvSpPr>
          <p:nvPr/>
        </p:nvSpPr>
        <p:spPr bwMode="auto">
          <a:xfrm>
            <a:off x="8463954" y="1643215"/>
            <a:ext cx="3521715" cy="40992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nSpc>
                <a:spcPct val="200000"/>
              </a:lnSpc>
              <a:defRPr/>
            </a:pPr>
            <a:r>
              <a:rPr lang="en-US" altLang="ja-JP" sz="1200" b="1" dirty="0">
                <a:solidFill>
                  <a:srgbClr val="002060"/>
                </a:solidFill>
                <a:latin typeface="Microsoft YaHei" panose="020B0503020204020204" pitchFamily="34" charset="-122"/>
                <a:ea typeface="Microsoft YaHei" panose="020B0503020204020204" pitchFamily="34" charset="-122"/>
                <a:sym typeface="Arial Unicode MS" panose="020B0604020202020204" pitchFamily="34" charset="-122"/>
              </a:rPr>
              <a:t>Demo</a:t>
            </a:r>
            <a:r>
              <a:rPr lang="ja-JP" altLang="en-US" sz="1200" b="1" dirty="0">
                <a:solidFill>
                  <a:srgbClr val="002060"/>
                </a:solidFill>
                <a:latin typeface="Microsoft YaHei" panose="020B0503020204020204" pitchFamily="34" charset="-122"/>
                <a:ea typeface="Microsoft YaHei" panose="020B0503020204020204" pitchFamily="34" charset="-122"/>
                <a:sym typeface="Arial Unicode MS" panose="020B0604020202020204" pitchFamily="34" charset="-122"/>
              </a:rPr>
              <a:t>環境の仕組み</a:t>
            </a:r>
            <a:endParaRPr lang="en-US" altLang="ja-JP" sz="1200" b="1" dirty="0">
              <a:solidFill>
                <a:srgbClr val="002060"/>
              </a:solidFill>
              <a:latin typeface="Microsoft YaHei" panose="020B0503020204020204" pitchFamily="34" charset="-122"/>
              <a:ea typeface="Microsoft YaHei" panose="020B0503020204020204" pitchFamily="34" charset="-122"/>
              <a:sym typeface="Arial Unicode MS" panose="020B0604020202020204" pitchFamily="34" charset="-122"/>
            </a:endParaRPr>
          </a:p>
          <a:p>
            <a:pPr marL="171450" indent="-171450">
              <a:lnSpc>
                <a:spcPct val="200000"/>
              </a:lnSpc>
              <a:buFont typeface="Wingdings" panose="05000000000000000000" pitchFamily="2" charset="2"/>
              <a:buChar char="n"/>
              <a:defRPr/>
            </a:pPr>
            <a:r>
              <a:rPr lang="ja-JP" altLang="en-US" sz="1200" dirty="0">
                <a:solidFill>
                  <a:srgbClr val="002060"/>
                </a:solidFill>
                <a:latin typeface="Microsoft YaHei" panose="020B0503020204020204" pitchFamily="34" charset="-122"/>
                <a:ea typeface="Microsoft YaHei" panose="020B0503020204020204" pitchFamily="34" charset="-122"/>
                <a:sym typeface="Arial Unicode MS" panose="020B0604020202020204" pitchFamily="34" charset="-122"/>
              </a:rPr>
              <a:t>センサーを</a:t>
            </a:r>
            <a:r>
              <a:rPr lang="en-US" altLang="ja-JP" sz="1200" dirty="0">
                <a:solidFill>
                  <a:srgbClr val="002060"/>
                </a:solidFill>
                <a:latin typeface="Microsoft YaHei" panose="020B0503020204020204" pitchFamily="34" charset="-122"/>
                <a:ea typeface="Microsoft YaHei" panose="020B0503020204020204" pitchFamily="34" charset="-122"/>
                <a:sym typeface="Arial Unicode MS" panose="020B0604020202020204" pitchFamily="34" charset="-122"/>
              </a:rPr>
              <a:t>PLC</a:t>
            </a:r>
            <a:r>
              <a:rPr lang="ja-JP" altLang="en-US" sz="1200" dirty="0">
                <a:solidFill>
                  <a:srgbClr val="002060"/>
                </a:solidFill>
                <a:latin typeface="Microsoft YaHei" panose="020B0503020204020204" pitchFamily="34" charset="-122"/>
                <a:ea typeface="Microsoft YaHei" panose="020B0503020204020204" pitchFamily="34" charset="-122"/>
                <a:sym typeface="Arial Unicode MS" panose="020B0604020202020204" pitchFamily="34" charset="-122"/>
              </a:rPr>
              <a:t>と接続</a:t>
            </a:r>
            <a:endParaRPr lang="en-US" altLang="ja-JP" sz="1200" dirty="0">
              <a:solidFill>
                <a:srgbClr val="002060"/>
              </a:solidFill>
              <a:latin typeface="Microsoft YaHei" panose="020B0503020204020204" pitchFamily="34" charset="-122"/>
              <a:ea typeface="Microsoft YaHei" panose="020B0503020204020204" pitchFamily="34" charset="-122"/>
              <a:sym typeface="Arial Unicode MS" panose="020B0604020202020204" pitchFamily="34" charset="-122"/>
            </a:endParaRPr>
          </a:p>
          <a:p>
            <a:pPr marL="171450" indent="-171450">
              <a:lnSpc>
                <a:spcPct val="200000"/>
              </a:lnSpc>
              <a:buFont typeface="Wingdings" panose="05000000000000000000" pitchFamily="2" charset="2"/>
              <a:buChar char="n"/>
              <a:defRPr/>
            </a:pPr>
            <a:r>
              <a:rPr lang="en-US" altLang="ja-JP" sz="1200" dirty="0">
                <a:solidFill>
                  <a:srgbClr val="002060"/>
                </a:solidFill>
                <a:latin typeface="Microsoft YaHei" panose="020B0503020204020204" pitchFamily="34" charset="-122"/>
                <a:ea typeface="Microsoft YaHei" panose="020B0503020204020204" pitchFamily="34" charset="-122"/>
                <a:sym typeface="Arial Unicode MS" panose="020B0604020202020204" pitchFamily="34" charset="-122"/>
              </a:rPr>
              <a:t>PLC</a:t>
            </a:r>
            <a:r>
              <a:rPr lang="ja-JP" altLang="en-US" sz="1200" dirty="0">
                <a:solidFill>
                  <a:srgbClr val="002060"/>
                </a:solidFill>
                <a:latin typeface="Microsoft YaHei" panose="020B0503020204020204" pitchFamily="34" charset="-122"/>
                <a:ea typeface="Microsoft YaHei" panose="020B0503020204020204" pitchFamily="34" charset="-122"/>
                <a:sym typeface="Arial Unicode MS" panose="020B0604020202020204" pitchFamily="34" charset="-122"/>
              </a:rPr>
              <a:t>に発電機向けの簡単はプログラムを導入</a:t>
            </a:r>
            <a:endParaRPr lang="en-US" altLang="ja-JP" sz="1200" dirty="0">
              <a:solidFill>
                <a:srgbClr val="002060"/>
              </a:solidFill>
              <a:latin typeface="Microsoft YaHei" panose="020B0503020204020204" pitchFamily="34" charset="-122"/>
              <a:ea typeface="Microsoft YaHei" panose="020B0503020204020204" pitchFamily="34" charset="-122"/>
              <a:sym typeface="Arial Unicode MS" panose="020B0604020202020204" pitchFamily="34" charset="-122"/>
            </a:endParaRPr>
          </a:p>
          <a:p>
            <a:pPr marL="171450" indent="-171450">
              <a:lnSpc>
                <a:spcPct val="200000"/>
              </a:lnSpc>
              <a:buFont typeface="Wingdings" panose="05000000000000000000" pitchFamily="2" charset="2"/>
              <a:buChar char="n"/>
              <a:defRPr/>
            </a:pPr>
            <a:r>
              <a:rPr lang="en-US" altLang="ja-JP" sz="1200" dirty="0">
                <a:solidFill>
                  <a:srgbClr val="002060"/>
                </a:solidFill>
                <a:latin typeface="Microsoft YaHei" panose="020B0503020204020204" pitchFamily="34" charset="-122"/>
                <a:ea typeface="Microsoft YaHei" panose="020B0503020204020204" pitchFamily="34" charset="-122"/>
                <a:sym typeface="Arial Unicode MS" panose="020B0604020202020204" pitchFamily="34" charset="-122"/>
              </a:rPr>
              <a:t>SCADA</a:t>
            </a:r>
            <a:r>
              <a:rPr lang="ja-JP" altLang="en-US" sz="1200" dirty="0">
                <a:solidFill>
                  <a:srgbClr val="002060"/>
                </a:solidFill>
                <a:latin typeface="Microsoft YaHei" panose="020B0503020204020204" pitchFamily="34" charset="-122"/>
                <a:ea typeface="Microsoft YaHei" panose="020B0503020204020204" pitchFamily="34" charset="-122"/>
                <a:sym typeface="Arial Unicode MS" panose="020B0604020202020204" pitchFamily="34" charset="-122"/>
              </a:rPr>
              <a:t>を</a:t>
            </a:r>
            <a:r>
              <a:rPr lang="en-US" altLang="ja-JP" sz="1200" dirty="0">
                <a:solidFill>
                  <a:srgbClr val="002060"/>
                </a:solidFill>
                <a:latin typeface="Microsoft YaHei" panose="020B0503020204020204" pitchFamily="34" charset="-122"/>
                <a:ea typeface="Microsoft YaHei" panose="020B0503020204020204" pitchFamily="34" charset="-122"/>
                <a:sym typeface="Arial Unicode MS" panose="020B0604020202020204" pitchFamily="34" charset="-122"/>
              </a:rPr>
              <a:t>PLC</a:t>
            </a:r>
            <a:r>
              <a:rPr lang="ja-JP" altLang="en-US" sz="1200" dirty="0">
                <a:solidFill>
                  <a:srgbClr val="002060"/>
                </a:solidFill>
                <a:latin typeface="Microsoft YaHei" panose="020B0503020204020204" pitchFamily="34" charset="-122"/>
                <a:ea typeface="Microsoft YaHei" panose="020B0503020204020204" pitchFamily="34" charset="-122"/>
                <a:sym typeface="Arial Unicode MS" panose="020B0604020202020204" pitchFamily="34" charset="-122"/>
              </a:rPr>
              <a:t>と接続</a:t>
            </a:r>
            <a:endParaRPr lang="en-US" altLang="ja-JP" sz="1200" dirty="0">
              <a:solidFill>
                <a:srgbClr val="002060"/>
              </a:solidFill>
              <a:latin typeface="Microsoft YaHei" panose="020B0503020204020204" pitchFamily="34" charset="-122"/>
              <a:ea typeface="Microsoft YaHei" panose="020B0503020204020204" pitchFamily="34" charset="-122"/>
              <a:sym typeface="Arial Unicode MS" panose="020B0604020202020204" pitchFamily="34" charset="-122"/>
            </a:endParaRPr>
          </a:p>
          <a:p>
            <a:pPr marL="171450" indent="-171450">
              <a:lnSpc>
                <a:spcPct val="200000"/>
              </a:lnSpc>
              <a:buFont typeface="Wingdings" panose="05000000000000000000" pitchFamily="2" charset="2"/>
              <a:buChar char="n"/>
              <a:defRPr/>
            </a:pPr>
            <a:r>
              <a:rPr lang="en-US" altLang="ja-JP" sz="1200" dirty="0">
                <a:solidFill>
                  <a:srgbClr val="002060"/>
                </a:solidFill>
                <a:latin typeface="Microsoft YaHei" panose="020B0503020204020204" pitchFamily="34" charset="-122"/>
                <a:ea typeface="Microsoft YaHei" panose="020B0503020204020204" pitchFamily="34" charset="-122"/>
                <a:sym typeface="Arial Unicode MS" panose="020B0604020202020204" pitchFamily="34" charset="-122"/>
              </a:rPr>
              <a:t>PI</a:t>
            </a:r>
            <a:r>
              <a:rPr lang="ja-JP" altLang="en-US" sz="1200" dirty="0">
                <a:solidFill>
                  <a:srgbClr val="002060"/>
                </a:solidFill>
                <a:latin typeface="Microsoft YaHei" panose="020B0503020204020204" pitchFamily="34" charset="-122"/>
                <a:ea typeface="Microsoft YaHei" panose="020B0503020204020204" pitchFamily="34" charset="-122"/>
                <a:sym typeface="Arial Unicode MS" panose="020B0604020202020204" pitchFamily="34" charset="-122"/>
              </a:rPr>
              <a:t> </a:t>
            </a:r>
            <a:r>
              <a:rPr lang="en-US" altLang="ja-JP" sz="1200" dirty="0">
                <a:solidFill>
                  <a:srgbClr val="002060"/>
                </a:solidFill>
                <a:latin typeface="Microsoft YaHei" panose="020B0503020204020204" pitchFamily="34" charset="-122"/>
                <a:ea typeface="Microsoft YaHei" panose="020B0503020204020204" pitchFamily="34" charset="-122"/>
                <a:sym typeface="Arial Unicode MS" panose="020B0604020202020204" pitchFamily="34" charset="-122"/>
              </a:rPr>
              <a:t>Connector</a:t>
            </a:r>
            <a:r>
              <a:rPr lang="ja-JP" altLang="en-US" sz="1200" dirty="0">
                <a:solidFill>
                  <a:srgbClr val="002060"/>
                </a:solidFill>
                <a:latin typeface="Microsoft YaHei" panose="020B0503020204020204" pitchFamily="34" charset="-122"/>
                <a:ea typeface="Microsoft YaHei" panose="020B0503020204020204" pitchFamily="34" charset="-122"/>
                <a:sym typeface="Arial Unicode MS" panose="020B0604020202020204" pitchFamily="34" charset="-122"/>
              </a:rPr>
              <a:t>で</a:t>
            </a:r>
            <a:r>
              <a:rPr lang="en-US" altLang="ja-JP" sz="1200" dirty="0">
                <a:solidFill>
                  <a:srgbClr val="002060"/>
                </a:solidFill>
                <a:latin typeface="Microsoft YaHei" panose="020B0503020204020204" pitchFamily="34" charset="-122"/>
                <a:ea typeface="Microsoft YaHei" panose="020B0503020204020204" pitchFamily="34" charset="-122"/>
                <a:sym typeface="Arial Unicode MS" panose="020B0604020202020204" pitchFamily="34" charset="-122"/>
              </a:rPr>
              <a:t>SCADA</a:t>
            </a:r>
            <a:r>
              <a:rPr lang="ja-JP" altLang="en-US" sz="1200" dirty="0">
                <a:solidFill>
                  <a:srgbClr val="002060"/>
                </a:solidFill>
                <a:latin typeface="Microsoft YaHei" panose="020B0503020204020204" pitchFamily="34" charset="-122"/>
                <a:ea typeface="Microsoft YaHei" panose="020B0503020204020204" pitchFamily="34" charset="-122"/>
                <a:sym typeface="Arial Unicode MS" panose="020B0604020202020204" pitchFamily="34" charset="-122"/>
              </a:rPr>
              <a:t> </a:t>
            </a:r>
            <a:r>
              <a:rPr lang="en-US" altLang="ja-JP" sz="1200" dirty="0">
                <a:solidFill>
                  <a:srgbClr val="002060"/>
                </a:solidFill>
                <a:latin typeface="Microsoft YaHei" panose="020B0503020204020204" pitchFamily="34" charset="-122"/>
                <a:ea typeface="Microsoft YaHei" panose="020B0503020204020204" pitchFamily="34" charset="-122"/>
                <a:sym typeface="Arial Unicode MS" panose="020B0604020202020204" pitchFamily="34" charset="-122"/>
              </a:rPr>
              <a:t>OPC</a:t>
            </a:r>
            <a:r>
              <a:rPr lang="ja-JP" altLang="en-US" sz="1200" dirty="0">
                <a:solidFill>
                  <a:srgbClr val="002060"/>
                </a:solidFill>
                <a:latin typeface="Microsoft YaHei" panose="020B0503020204020204" pitchFamily="34" charset="-122"/>
                <a:ea typeface="Microsoft YaHei" panose="020B0503020204020204" pitchFamily="34" charset="-122"/>
                <a:sym typeface="Arial Unicode MS" panose="020B0604020202020204" pitchFamily="34" charset="-122"/>
              </a:rPr>
              <a:t>と接続</a:t>
            </a:r>
            <a:endParaRPr lang="en-US" altLang="ja-JP" sz="1200" dirty="0">
              <a:solidFill>
                <a:srgbClr val="002060"/>
              </a:solidFill>
              <a:latin typeface="Microsoft YaHei" panose="020B0503020204020204" pitchFamily="34" charset="-122"/>
              <a:ea typeface="Microsoft YaHei" panose="020B0503020204020204" pitchFamily="34" charset="-122"/>
              <a:sym typeface="Arial Unicode MS" panose="020B0604020202020204" pitchFamily="34" charset="-122"/>
            </a:endParaRPr>
          </a:p>
          <a:p>
            <a:pPr marL="171450" indent="-171450">
              <a:lnSpc>
                <a:spcPct val="200000"/>
              </a:lnSpc>
              <a:buFont typeface="Wingdings" panose="05000000000000000000" pitchFamily="2" charset="2"/>
              <a:buChar char="n"/>
              <a:defRPr/>
            </a:pPr>
            <a:r>
              <a:rPr lang="en-US" altLang="ja-JP" sz="1200" dirty="0">
                <a:solidFill>
                  <a:srgbClr val="002060"/>
                </a:solidFill>
                <a:latin typeface="Microsoft YaHei" panose="020B0503020204020204" pitchFamily="34" charset="-122"/>
                <a:ea typeface="Microsoft YaHei" panose="020B0503020204020204" pitchFamily="34" charset="-122"/>
                <a:sym typeface="Arial Unicode MS" panose="020B0604020202020204" pitchFamily="34" charset="-122"/>
              </a:rPr>
              <a:t>PI DA</a:t>
            </a:r>
            <a:r>
              <a:rPr lang="ja-JP" altLang="en-US" sz="1200" dirty="0">
                <a:solidFill>
                  <a:srgbClr val="002060"/>
                </a:solidFill>
                <a:latin typeface="Microsoft YaHei" panose="020B0503020204020204" pitchFamily="34" charset="-122"/>
                <a:ea typeface="Microsoft YaHei" panose="020B0503020204020204" pitchFamily="34" charset="-122"/>
                <a:sym typeface="Arial Unicode MS" panose="020B0604020202020204" pitchFamily="34" charset="-122"/>
              </a:rPr>
              <a:t>でデータを収集</a:t>
            </a:r>
            <a:endParaRPr lang="en-US" altLang="ja-JP" sz="1200" dirty="0">
              <a:solidFill>
                <a:srgbClr val="002060"/>
              </a:solidFill>
              <a:latin typeface="Microsoft YaHei" panose="020B0503020204020204" pitchFamily="34" charset="-122"/>
              <a:ea typeface="Microsoft YaHei" panose="020B0503020204020204" pitchFamily="34" charset="-122"/>
              <a:sym typeface="Arial Unicode MS" panose="020B0604020202020204" pitchFamily="34" charset="-122"/>
            </a:endParaRPr>
          </a:p>
          <a:p>
            <a:pPr marL="171450" indent="-171450">
              <a:lnSpc>
                <a:spcPct val="200000"/>
              </a:lnSpc>
              <a:buFont typeface="Wingdings" panose="05000000000000000000" pitchFamily="2" charset="2"/>
              <a:buChar char="n"/>
              <a:defRPr/>
            </a:pPr>
            <a:r>
              <a:rPr lang="en-US" altLang="ja-JP" sz="1200" dirty="0">
                <a:solidFill>
                  <a:srgbClr val="002060"/>
                </a:solidFill>
                <a:latin typeface="Microsoft YaHei" panose="020B0503020204020204" pitchFamily="34" charset="-122"/>
                <a:ea typeface="Microsoft YaHei" panose="020B0503020204020204" pitchFamily="34" charset="-122"/>
                <a:sym typeface="Arial Unicode MS" panose="020B0604020202020204" pitchFamily="34" charset="-122"/>
              </a:rPr>
              <a:t>PI AF</a:t>
            </a:r>
            <a:r>
              <a:rPr lang="ja-JP" altLang="en-US" sz="1200" dirty="0">
                <a:solidFill>
                  <a:srgbClr val="002060"/>
                </a:solidFill>
                <a:latin typeface="Microsoft YaHei" panose="020B0503020204020204" pitchFamily="34" charset="-122"/>
                <a:ea typeface="Microsoft YaHei" panose="020B0503020204020204" pitchFamily="34" charset="-122"/>
                <a:sym typeface="Arial Unicode MS" panose="020B0604020202020204" pitchFamily="34" charset="-122"/>
              </a:rPr>
              <a:t>でデータモデリング</a:t>
            </a:r>
            <a:endParaRPr lang="en-US" altLang="ja-JP" sz="1200" dirty="0">
              <a:solidFill>
                <a:srgbClr val="002060"/>
              </a:solidFill>
              <a:latin typeface="Microsoft YaHei" panose="020B0503020204020204" pitchFamily="34" charset="-122"/>
              <a:ea typeface="Microsoft YaHei" panose="020B0503020204020204" pitchFamily="34" charset="-122"/>
              <a:sym typeface="Arial Unicode MS" panose="020B0604020202020204" pitchFamily="34" charset="-122"/>
            </a:endParaRPr>
          </a:p>
          <a:p>
            <a:pPr marL="171450" indent="-171450">
              <a:lnSpc>
                <a:spcPct val="200000"/>
              </a:lnSpc>
              <a:buFont typeface="Wingdings" panose="05000000000000000000" pitchFamily="2" charset="2"/>
              <a:buChar char="n"/>
              <a:defRPr/>
            </a:pPr>
            <a:r>
              <a:rPr lang="en-US" altLang="ja-JP" sz="1200" dirty="0">
                <a:solidFill>
                  <a:srgbClr val="002060"/>
                </a:solidFill>
                <a:latin typeface="Microsoft YaHei" panose="020B0503020204020204" pitchFamily="34" charset="-122"/>
                <a:ea typeface="Microsoft YaHei" panose="020B0503020204020204" pitchFamily="34" charset="-122"/>
                <a:sym typeface="Arial Unicode MS" panose="020B0604020202020204" pitchFamily="34" charset="-122"/>
              </a:rPr>
              <a:t>PI</a:t>
            </a:r>
            <a:r>
              <a:rPr lang="ja-JP" altLang="en-US" sz="1200" dirty="0">
                <a:solidFill>
                  <a:srgbClr val="002060"/>
                </a:solidFill>
                <a:latin typeface="Microsoft YaHei" panose="020B0503020204020204" pitchFamily="34" charset="-122"/>
                <a:ea typeface="Microsoft YaHei" panose="020B0503020204020204" pitchFamily="34" charset="-122"/>
                <a:sym typeface="Arial Unicode MS" panose="020B0604020202020204" pitchFamily="34" charset="-122"/>
              </a:rPr>
              <a:t> </a:t>
            </a:r>
            <a:r>
              <a:rPr lang="en-US" altLang="ja-JP" sz="1200" dirty="0">
                <a:solidFill>
                  <a:srgbClr val="002060"/>
                </a:solidFill>
                <a:latin typeface="Microsoft YaHei" panose="020B0503020204020204" pitchFamily="34" charset="-122"/>
                <a:ea typeface="Microsoft YaHei" panose="020B0503020204020204" pitchFamily="34" charset="-122"/>
                <a:sym typeface="Arial Unicode MS" panose="020B0604020202020204" pitchFamily="34" charset="-122"/>
              </a:rPr>
              <a:t>Vision</a:t>
            </a:r>
            <a:r>
              <a:rPr lang="ja-JP" altLang="en-US" sz="1200" dirty="0">
                <a:solidFill>
                  <a:srgbClr val="002060"/>
                </a:solidFill>
                <a:latin typeface="Microsoft YaHei" panose="020B0503020204020204" pitchFamily="34" charset="-122"/>
                <a:ea typeface="Microsoft YaHei" panose="020B0503020204020204" pitchFamily="34" charset="-122"/>
                <a:sym typeface="Arial Unicode MS" panose="020B0604020202020204" pitchFamily="34" charset="-122"/>
              </a:rPr>
              <a:t>で可視化と分析</a:t>
            </a:r>
            <a:endParaRPr lang="en-US" altLang="ja-JP" sz="1200" dirty="0">
              <a:solidFill>
                <a:srgbClr val="002060"/>
              </a:solidFill>
              <a:latin typeface="Microsoft YaHei" panose="020B0503020204020204" pitchFamily="34" charset="-122"/>
              <a:ea typeface="Microsoft YaHei" panose="020B0503020204020204" pitchFamily="34" charset="-122"/>
              <a:sym typeface="Arial Unicode MS" panose="020B0604020202020204" pitchFamily="34" charset="-122"/>
            </a:endParaRPr>
          </a:p>
          <a:p>
            <a:pPr marL="171450" indent="-171450">
              <a:lnSpc>
                <a:spcPct val="200000"/>
              </a:lnSpc>
              <a:buFont typeface="Wingdings" panose="05000000000000000000" pitchFamily="2" charset="2"/>
              <a:buChar char="n"/>
              <a:defRPr/>
            </a:pPr>
            <a:r>
              <a:rPr lang="en-US" altLang="zh-CN" sz="1200" dirty="0">
                <a:solidFill>
                  <a:srgbClr val="002060"/>
                </a:solidFill>
                <a:latin typeface="Microsoft YaHei" panose="020B0503020204020204" pitchFamily="34" charset="-122"/>
                <a:ea typeface="Microsoft YaHei" panose="020B0503020204020204" pitchFamily="34" charset="-122"/>
                <a:sym typeface="Arial Unicode MS" panose="020B0604020202020204" pitchFamily="34" charset="-122"/>
              </a:rPr>
              <a:t>3D</a:t>
            </a:r>
            <a:r>
              <a:rPr lang="ja-JP" altLang="en-US" sz="1200" dirty="0">
                <a:solidFill>
                  <a:srgbClr val="002060"/>
                </a:solidFill>
                <a:latin typeface="Microsoft YaHei" panose="020B0503020204020204" pitchFamily="34" charset="-122"/>
                <a:ea typeface="Microsoft YaHei" panose="020B0503020204020204" pitchFamily="34" charset="-122"/>
                <a:sym typeface="Arial Unicode MS" panose="020B0604020202020204" pitchFamily="34" charset="-122"/>
              </a:rPr>
              <a:t> </a:t>
            </a:r>
            <a:r>
              <a:rPr lang="en-US" altLang="ja-JP" sz="1200" dirty="0">
                <a:solidFill>
                  <a:srgbClr val="002060"/>
                </a:solidFill>
                <a:latin typeface="Microsoft YaHei" panose="020B0503020204020204" pitchFamily="34" charset="-122"/>
                <a:ea typeface="Microsoft YaHei" panose="020B0503020204020204" pitchFamily="34" charset="-122"/>
                <a:sym typeface="Arial Unicode MS" panose="020B0604020202020204" pitchFamily="34" charset="-122"/>
              </a:rPr>
              <a:t>Simulator</a:t>
            </a:r>
            <a:r>
              <a:rPr lang="ja-JP" altLang="en-US" sz="1200" dirty="0">
                <a:solidFill>
                  <a:srgbClr val="002060"/>
                </a:solidFill>
                <a:latin typeface="Microsoft YaHei" panose="020B0503020204020204" pitchFamily="34" charset="-122"/>
                <a:ea typeface="Microsoft YaHei" panose="020B0503020204020204" pitchFamily="34" charset="-122"/>
                <a:sym typeface="Arial Unicode MS" panose="020B0604020202020204" pitchFamily="34" charset="-122"/>
              </a:rPr>
              <a:t>で３</a:t>
            </a:r>
            <a:r>
              <a:rPr lang="en-US" altLang="ja-JP" sz="1200" dirty="0">
                <a:solidFill>
                  <a:srgbClr val="002060"/>
                </a:solidFill>
                <a:latin typeface="Microsoft YaHei" panose="020B0503020204020204" pitchFamily="34" charset="-122"/>
                <a:ea typeface="Microsoft YaHei" panose="020B0503020204020204" pitchFamily="34" charset="-122"/>
                <a:sym typeface="Arial Unicode MS" panose="020B0604020202020204" pitchFamily="34" charset="-122"/>
              </a:rPr>
              <a:t>D</a:t>
            </a:r>
            <a:r>
              <a:rPr lang="ja-JP" altLang="en-US" sz="1200" dirty="0">
                <a:solidFill>
                  <a:srgbClr val="002060"/>
                </a:solidFill>
                <a:latin typeface="Microsoft YaHei" panose="020B0503020204020204" pitchFamily="34" charset="-122"/>
                <a:ea typeface="Microsoft YaHei" panose="020B0503020204020204" pitchFamily="34" charset="-122"/>
                <a:sym typeface="Arial Unicode MS" panose="020B0604020202020204" pitchFamily="34" charset="-122"/>
              </a:rPr>
              <a:t>連動</a:t>
            </a:r>
            <a:endParaRPr lang="en-US" altLang="ja-JP" sz="1200" dirty="0">
              <a:solidFill>
                <a:srgbClr val="002060"/>
              </a:solidFill>
              <a:latin typeface="Microsoft YaHei" panose="020B0503020204020204" pitchFamily="34" charset="-122"/>
              <a:ea typeface="Microsoft YaHei" panose="020B0503020204020204" pitchFamily="34" charset="-122"/>
              <a:sym typeface="Arial Unicode MS" panose="020B0604020202020204" pitchFamily="34" charset="-122"/>
            </a:endParaRPr>
          </a:p>
          <a:p>
            <a:pPr marL="171450" indent="-171450">
              <a:lnSpc>
                <a:spcPct val="200000"/>
              </a:lnSpc>
              <a:buFont typeface="Wingdings" panose="05000000000000000000" pitchFamily="2" charset="2"/>
              <a:buChar char="n"/>
              <a:defRPr/>
            </a:pPr>
            <a:r>
              <a:rPr lang="en-US" altLang="ja-JP" sz="1200" dirty="0">
                <a:solidFill>
                  <a:srgbClr val="002060"/>
                </a:solidFill>
                <a:latin typeface="Microsoft YaHei" panose="020B0503020204020204" pitchFamily="34" charset="-122"/>
                <a:ea typeface="Microsoft YaHei" panose="020B0503020204020204" pitchFamily="34" charset="-122"/>
                <a:sym typeface="Arial Unicode MS" panose="020B0604020202020204" pitchFamily="34" charset="-122"/>
              </a:rPr>
              <a:t>AI</a:t>
            </a:r>
            <a:r>
              <a:rPr lang="ja-JP" altLang="en-US" sz="1200" dirty="0">
                <a:solidFill>
                  <a:srgbClr val="002060"/>
                </a:solidFill>
                <a:latin typeface="Microsoft YaHei" panose="020B0503020204020204" pitchFamily="34" charset="-122"/>
                <a:ea typeface="Microsoft YaHei" panose="020B0503020204020204" pitchFamily="34" charset="-122"/>
                <a:sym typeface="Arial Unicode MS" panose="020B0604020202020204" pitchFamily="34" charset="-122"/>
              </a:rPr>
              <a:t>での異常予兆（</a:t>
            </a:r>
            <a:r>
              <a:rPr lang="en-US" altLang="ja-JP" sz="1200" dirty="0">
                <a:solidFill>
                  <a:srgbClr val="002060"/>
                </a:solidFill>
                <a:latin typeface="Microsoft YaHei" panose="020B0503020204020204" pitchFamily="34" charset="-122"/>
                <a:ea typeface="Microsoft YaHei" panose="020B0503020204020204" pitchFamily="34" charset="-122"/>
                <a:sym typeface="Arial Unicode MS" panose="020B0604020202020204" pitchFamily="34" charset="-122"/>
              </a:rPr>
              <a:t>LSTM</a:t>
            </a:r>
            <a:r>
              <a:rPr lang="ja-JP" altLang="en-US" sz="1200" dirty="0">
                <a:solidFill>
                  <a:srgbClr val="002060"/>
                </a:solidFill>
                <a:latin typeface="Microsoft YaHei" panose="020B0503020204020204" pitchFamily="34" charset="-122"/>
                <a:ea typeface="Microsoft YaHei" panose="020B0503020204020204" pitchFamily="34" charset="-122"/>
                <a:sym typeface="Arial Unicode MS" panose="020B0604020202020204" pitchFamily="34" charset="-122"/>
              </a:rPr>
              <a:t>・</a:t>
            </a:r>
            <a:r>
              <a:rPr lang="en-US" altLang="ja-JP" sz="1200" dirty="0">
                <a:solidFill>
                  <a:srgbClr val="002060"/>
                </a:solidFill>
                <a:latin typeface="Microsoft YaHei" panose="020B0503020204020204" pitchFamily="34" charset="-122"/>
                <a:ea typeface="Microsoft YaHei" panose="020B0503020204020204" pitchFamily="34" charset="-122"/>
                <a:sym typeface="Arial Unicode MS" panose="020B0604020202020204" pitchFamily="34" charset="-122"/>
              </a:rPr>
              <a:t>Informer</a:t>
            </a:r>
            <a:r>
              <a:rPr lang="ja-JP" altLang="en-US" sz="1200" dirty="0">
                <a:solidFill>
                  <a:srgbClr val="002060"/>
                </a:solidFill>
                <a:latin typeface="Microsoft YaHei" panose="020B0503020204020204" pitchFamily="34" charset="-122"/>
                <a:ea typeface="Microsoft YaHei" panose="020B0503020204020204" pitchFamily="34" charset="-122"/>
                <a:sym typeface="Arial Unicode MS" panose="020B0604020202020204" pitchFamily="34" charset="-122"/>
              </a:rPr>
              <a:t>）シミュレーションデータベース</a:t>
            </a:r>
            <a:endParaRPr lang="en-US" altLang="zh-CN" sz="1200" dirty="0">
              <a:solidFill>
                <a:srgbClr val="002060"/>
              </a:solidFill>
              <a:latin typeface="Microsoft YaHei" panose="020B0503020204020204" pitchFamily="34" charset="-122"/>
              <a:ea typeface="Microsoft YaHei" panose="020B0503020204020204" pitchFamily="34" charset="-122"/>
              <a:sym typeface="Arial Unicode MS" panose="020B0604020202020204" pitchFamily="34" charset="-122"/>
            </a:endParaRPr>
          </a:p>
        </p:txBody>
      </p:sp>
      <p:cxnSp>
        <p:nvCxnSpPr>
          <p:cNvPr id="102" name="直線矢印コネクタ 101">
            <a:extLst>
              <a:ext uri="{FF2B5EF4-FFF2-40B4-BE49-F238E27FC236}">
                <a16:creationId xmlns:a16="http://schemas.microsoft.com/office/drawing/2014/main" id="{561F312E-F752-AEFA-F7F8-95121403DC2F}"/>
              </a:ext>
            </a:extLst>
          </p:cNvPr>
          <p:cNvCxnSpPr>
            <a:cxnSpLocks/>
          </p:cNvCxnSpPr>
          <p:nvPr/>
        </p:nvCxnSpPr>
        <p:spPr>
          <a:xfrm>
            <a:off x="7195455" y="4110930"/>
            <a:ext cx="0" cy="1245075"/>
          </a:xfrm>
          <a:prstGeom prst="straightConnector1">
            <a:avLst/>
          </a:prstGeom>
          <a:ln w="19050">
            <a:solidFill>
              <a:schemeClr val="tx2"/>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104" name="テキスト ボックス 103">
            <a:extLst>
              <a:ext uri="{FF2B5EF4-FFF2-40B4-BE49-F238E27FC236}">
                <a16:creationId xmlns:a16="http://schemas.microsoft.com/office/drawing/2014/main" id="{7810AF28-23CE-D3D6-764B-50F001E732C1}"/>
              </a:ext>
            </a:extLst>
          </p:cNvPr>
          <p:cNvSpPr txBox="1"/>
          <p:nvPr/>
        </p:nvSpPr>
        <p:spPr>
          <a:xfrm>
            <a:off x="7187395" y="4499976"/>
            <a:ext cx="821922" cy="461665"/>
          </a:xfrm>
          <a:prstGeom prst="rect">
            <a:avLst/>
          </a:prstGeom>
          <a:noFill/>
        </p:spPr>
        <p:txBody>
          <a:bodyPr wrap="square" rtlCol="0">
            <a:spAutoFit/>
          </a:bodyPr>
          <a:lstStyle/>
          <a:p>
            <a:pPr algn="ctr"/>
            <a:r>
              <a:rPr lang="en-US" altLang="ja-JP" sz="1200" dirty="0">
                <a:latin typeface="Microsoft YaHei" panose="020B0503020204020204" pitchFamily="34" charset="-122"/>
                <a:ea typeface="Microsoft YaHei" panose="020B0503020204020204" pitchFamily="34" charset="-122"/>
              </a:rPr>
              <a:t>CC-Link</a:t>
            </a:r>
          </a:p>
          <a:p>
            <a:pPr algn="ctr"/>
            <a:r>
              <a:rPr kumimoji="1" lang="en-US" altLang="ja-JP" sz="1200" dirty="0">
                <a:latin typeface="Microsoft YaHei" panose="020B0503020204020204" pitchFamily="34" charset="-122"/>
                <a:ea typeface="Microsoft YaHei" panose="020B0503020204020204" pitchFamily="34" charset="-122"/>
              </a:rPr>
              <a:t>(</a:t>
            </a:r>
            <a:r>
              <a:rPr kumimoji="1" lang="en-US" altLang="ja-JP" sz="1200" dirty="0" err="1">
                <a:latin typeface="Microsoft YaHei" panose="020B0503020204020204" pitchFamily="34" charset="-122"/>
                <a:ea typeface="Microsoft YaHei" panose="020B0503020204020204" pitchFamily="34" charset="-122"/>
              </a:rPr>
              <a:t>ms~s</a:t>
            </a:r>
            <a:r>
              <a:rPr kumimoji="1" lang="en-US" altLang="ja-JP" sz="1200" dirty="0">
                <a:latin typeface="Microsoft YaHei" panose="020B0503020204020204" pitchFamily="34" charset="-122"/>
                <a:ea typeface="Microsoft YaHei" panose="020B0503020204020204" pitchFamily="34" charset="-122"/>
              </a:rPr>
              <a:t>)</a:t>
            </a:r>
            <a:endParaRPr kumimoji="1" lang="ja-JP" altLang="en-US" sz="1200" dirty="0">
              <a:latin typeface="Microsoft YaHei" panose="020B0503020204020204" pitchFamily="34" charset="-122"/>
              <a:ea typeface="Microsoft YaHei" panose="020B0503020204020204" pitchFamily="34" charset="-122"/>
            </a:endParaRPr>
          </a:p>
        </p:txBody>
      </p:sp>
      <p:cxnSp>
        <p:nvCxnSpPr>
          <p:cNvPr id="105" name="直線矢印コネクタ 104">
            <a:extLst>
              <a:ext uri="{FF2B5EF4-FFF2-40B4-BE49-F238E27FC236}">
                <a16:creationId xmlns:a16="http://schemas.microsoft.com/office/drawing/2014/main" id="{077041C3-BDA5-9FA2-07A4-02A84A46BB29}"/>
              </a:ext>
            </a:extLst>
          </p:cNvPr>
          <p:cNvCxnSpPr>
            <a:cxnSpLocks/>
          </p:cNvCxnSpPr>
          <p:nvPr/>
        </p:nvCxnSpPr>
        <p:spPr>
          <a:xfrm>
            <a:off x="7184267" y="2944240"/>
            <a:ext cx="0" cy="1044000"/>
          </a:xfrm>
          <a:prstGeom prst="straightConnector1">
            <a:avLst/>
          </a:prstGeom>
          <a:ln w="19050">
            <a:solidFill>
              <a:schemeClr val="tx2"/>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106" name="テキスト ボックス 105">
            <a:extLst>
              <a:ext uri="{FF2B5EF4-FFF2-40B4-BE49-F238E27FC236}">
                <a16:creationId xmlns:a16="http://schemas.microsoft.com/office/drawing/2014/main" id="{0C4240C6-813B-2023-F4B6-3796F33E0A4A}"/>
              </a:ext>
            </a:extLst>
          </p:cNvPr>
          <p:cNvSpPr txBox="1"/>
          <p:nvPr/>
        </p:nvSpPr>
        <p:spPr>
          <a:xfrm>
            <a:off x="7187395" y="3300628"/>
            <a:ext cx="845925" cy="461665"/>
          </a:xfrm>
          <a:prstGeom prst="rect">
            <a:avLst/>
          </a:prstGeom>
          <a:noFill/>
        </p:spPr>
        <p:txBody>
          <a:bodyPr wrap="square" rtlCol="0">
            <a:spAutoFit/>
          </a:bodyPr>
          <a:lstStyle/>
          <a:p>
            <a:pPr algn="ctr"/>
            <a:r>
              <a:rPr lang="en-US" altLang="ja-JP" sz="1200">
                <a:latin typeface="Microsoft YaHei" panose="020B0503020204020204" pitchFamily="34" charset="-122"/>
                <a:ea typeface="Microsoft YaHei" panose="020B0503020204020204" pitchFamily="34" charset="-122"/>
              </a:rPr>
              <a:t>OPC UA</a:t>
            </a:r>
          </a:p>
          <a:p>
            <a:pPr algn="ctr"/>
            <a:r>
              <a:rPr kumimoji="1" lang="en-US" altLang="ja-JP" sz="1200">
                <a:latin typeface="Microsoft YaHei" panose="020B0503020204020204" pitchFamily="34" charset="-122"/>
                <a:ea typeface="Microsoft YaHei" panose="020B0503020204020204" pitchFamily="34" charset="-122"/>
              </a:rPr>
              <a:t>(s)</a:t>
            </a:r>
            <a:endParaRPr kumimoji="1" lang="ja-JP" altLang="en-US" sz="1200">
              <a:latin typeface="Microsoft YaHei" panose="020B0503020204020204" pitchFamily="34" charset="-122"/>
              <a:ea typeface="Microsoft YaHei" panose="020B0503020204020204" pitchFamily="34" charset="-122"/>
            </a:endParaRPr>
          </a:p>
        </p:txBody>
      </p:sp>
      <p:sp>
        <p:nvSpPr>
          <p:cNvPr id="108" name="矩形 17">
            <a:extLst>
              <a:ext uri="{FF2B5EF4-FFF2-40B4-BE49-F238E27FC236}">
                <a16:creationId xmlns:a16="http://schemas.microsoft.com/office/drawing/2014/main" id="{B98FA349-1D16-ED75-9CF4-0B06CF697C8C}"/>
              </a:ext>
            </a:extLst>
          </p:cNvPr>
          <p:cNvSpPr>
            <a:spLocks noChangeArrowheads="1"/>
          </p:cNvSpPr>
          <p:nvPr/>
        </p:nvSpPr>
        <p:spPr bwMode="auto">
          <a:xfrm>
            <a:off x="5769811" y="1992820"/>
            <a:ext cx="1074058"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a:defRPr/>
            </a:pPr>
            <a:r>
              <a:rPr lang="en-US" altLang="ja-JP" sz="1000">
                <a:latin typeface="Microsoft YaHei" panose="020B0503020204020204" pitchFamily="34" charset="-122"/>
                <a:ea typeface="Microsoft YaHei" panose="020B0503020204020204" pitchFamily="34" charset="-122"/>
                <a:sym typeface="Arial Unicode MS" panose="020B0604020202020204" pitchFamily="34" charset="-122"/>
              </a:rPr>
              <a:t>PI Connector</a:t>
            </a:r>
            <a:endParaRPr lang="en-US" altLang="zh-CN" sz="1000">
              <a:latin typeface="Microsoft YaHei" panose="020B0503020204020204" pitchFamily="34" charset="-122"/>
              <a:ea typeface="Microsoft YaHei" panose="020B0503020204020204" pitchFamily="34" charset="-122"/>
              <a:sym typeface="Arial Unicode MS" panose="020B0604020202020204" pitchFamily="34" charset="-122"/>
            </a:endParaRPr>
          </a:p>
        </p:txBody>
      </p:sp>
      <p:cxnSp>
        <p:nvCxnSpPr>
          <p:cNvPr id="111" name="直線矢印コネクタ 110">
            <a:extLst>
              <a:ext uri="{FF2B5EF4-FFF2-40B4-BE49-F238E27FC236}">
                <a16:creationId xmlns:a16="http://schemas.microsoft.com/office/drawing/2014/main" id="{0F283D4A-399A-7FE0-81E8-280D225D089F}"/>
              </a:ext>
            </a:extLst>
          </p:cNvPr>
          <p:cNvCxnSpPr>
            <a:cxnSpLocks/>
          </p:cNvCxnSpPr>
          <p:nvPr/>
        </p:nvCxnSpPr>
        <p:spPr>
          <a:xfrm>
            <a:off x="7175287" y="1876859"/>
            <a:ext cx="0" cy="936000"/>
          </a:xfrm>
          <a:prstGeom prst="straightConnector1">
            <a:avLst/>
          </a:prstGeom>
          <a:ln w="19050">
            <a:solidFill>
              <a:schemeClr val="tx2"/>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112" name="テキスト ボックス 111">
            <a:extLst>
              <a:ext uri="{FF2B5EF4-FFF2-40B4-BE49-F238E27FC236}">
                <a16:creationId xmlns:a16="http://schemas.microsoft.com/office/drawing/2014/main" id="{75773862-634F-F12E-2EFA-0DF870066E2C}"/>
              </a:ext>
            </a:extLst>
          </p:cNvPr>
          <p:cNvSpPr txBox="1"/>
          <p:nvPr/>
        </p:nvSpPr>
        <p:spPr>
          <a:xfrm>
            <a:off x="7187395" y="2211475"/>
            <a:ext cx="1082654" cy="461665"/>
          </a:xfrm>
          <a:prstGeom prst="rect">
            <a:avLst/>
          </a:prstGeom>
          <a:noFill/>
        </p:spPr>
        <p:txBody>
          <a:bodyPr wrap="square" rtlCol="0">
            <a:spAutoFit/>
          </a:bodyPr>
          <a:lstStyle/>
          <a:p>
            <a:pPr algn="ctr"/>
            <a:r>
              <a:rPr lang="en-US" altLang="ja-JP" sz="1200" dirty="0">
                <a:latin typeface="Microsoft YaHei" panose="020B0503020204020204" pitchFamily="34" charset="-122"/>
                <a:ea typeface="Microsoft YaHei" panose="020B0503020204020204" pitchFamily="34" charset="-122"/>
              </a:rPr>
              <a:t>PI Protocol</a:t>
            </a:r>
          </a:p>
          <a:p>
            <a:pPr algn="ctr"/>
            <a:r>
              <a:rPr kumimoji="1" lang="en-US" altLang="ja-JP" sz="1200" dirty="0">
                <a:latin typeface="Microsoft YaHei" panose="020B0503020204020204" pitchFamily="34" charset="-122"/>
                <a:ea typeface="Microsoft YaHei" panose="020B0503020204020204" pitchFamily="34" charset="-122"/>
              </a:rPr>
              <a:t>(</a:t>
            </a:r>
            <a:r>
              <a:rPr kumimoji="1" lang="en-US" altLang="ja-JP" sz="1200" dirty="0" err="1">
                <a:latin typeface="Microsoft YaHei" panose="020B0503020204020204" pitchFamily="34" charset="-122"/>
                <a:ea typeface="Microsoft YaHei" panose="020B0503020204020204" pitchFamily="34" charset="-122"/>
              </a:rPr>
              <a:t>s~m</a:t>
            </a:r>
            <a:r>
              <a:rPr kumimoji="1" lang="en-US" altLang="ja-JP" sz="1200" dirty="0">
                <a:latin typeface="Microsoft YaHei" panose="020B0503020204020204" pitchFamily="34" charset="-122"/>
                <a:ea typeface="Microsoft YaHei" panose="020B0503020204020204" pitchFamily="34" charset="-122"/>
              </a:rPr>
              <a:t>)</a:t>
            </a:r>
            <a:endParaRPr kumimoji="1" lang="ja-JP" altLang="en-US" sz="1200" dirty="0">
              <a:latin typeface="Microsoft YaHei" panose="020B0503020204020204" pitchFamily="34" charset="-122"/>
              <a:ea typeface="Microsoft YaHei" panose="020B0503020204020204" pitchFamily="34" charset="-122"/>
            </a:endParaRPr>
          </a:p>
        </p:txBody>
      </p:sp>
      <p:grpSp>
        <p:nvGrpSpPr>
          <p:cNvPr id="3" name="Group 39">
            <a:extLst>
              <a:ext uri="{FF2B5EF4-FFF2-40B4-BE49-F238E27FC236}">
                <a16:creationId xmlns:a16="http://schemas.microsoft.com/office/drawing/2014/main" id="{B4FCA508-FAA5-AC29-5525-0EE603018EB8}"/>
              </a:ext>
            </a:extLst>
          </p:cNvPr>
          <p:cNvGrpSpPr>
            <a:grpSpLocks noChangeAspect="1"/>
          </p:cNvGrpSpPr>
          <p:nvPr/>
        </p:nvGrpSpPr>
        <p:grpSpPr bwMode="auto">
          <a:xfrm>
            <a:off x="3483105" y="1026682"/>
            <a:ext cx="871306" cy="616533"/>
            <a:chOff x="0" y="-2"/>
            <a:chExt cx="1449775" cy="1025772"/>
          </a:xfrm>
        </p:grpSpPr>
        <p:grpSp>
          <p:nvGrpSpPr>
            <p:cNvPr id="4" name="Group 40">
              <a:extLst>
                <a:ext uri="{FF2B5EF4-FFF2-40B4-BE49-F238E27FC236}">
                  <a16:creationId xmlns:a16="http://schemas.microsoft.com/office/drawing/2014/main" id="{153DE373-9B90-AD46-E922-7C3E3024F5F7}"/>
                </a:ext>
              </a:extLst>
            </p:cNvPr>
            <p:cNvGrpSpPr>
              <a:grpSpLocks noChangeAspect="1"/>
            </p:cNvGrpSpPr>
            <p:nvPr/>
          </p:nvGrpSpPr>
          <p:grpSpPr bwMode="auto">
            <a:xfrm>
              <a:off x="0" y="-2"/>
              <a:ext cx="1449775" cy="1025772"/>
              <a:chOff x="0" y="-2"/>
              <a:chExt cx="1280848" cy="1103809"/>
            </a:xfrm>
          </p:grpSpPr>
          <p:pic>
            <p:nvPicPr>
              <p:cNvPr id="6" name="图片 7">
                <a:extLst>
                  <a:ext uri="{FF2B5EF4-FFF2-40B4-BE49-F238E27FC236}">
                    <a16:creationId xmlns:a16="http://schemas.microsoft.com/office/drawing/2014/main" id="{005A8D93-8738-3906-4376-74B7557AB47A}"/>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b="17409"/>
              <a:stretch>
                <a:fillRect/>
              </a:stretch>
            </p:blipFill>
            <p:spPr bwMode="auto">
              <a:xfrm>
                <a:off x="0" y="-2"/>
                <a:ext cx="1280848" cy="11038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6">
                <a:extLst>
                  <a:ext uri="{FF2B5EF4-FFF2-40B4-BE49-F238E27FC236}">
                    <a16:creationId xmlns:a16="http://schemas.microsoft.com/office/drawing/2014/main" id="{9C0EE2BD-B229-2128-F87D-89297BC40E97}"/>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9615" y="79610"/>
                <a:ext cx="1140148" cy="6049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5" name="Picture 16">
              <a:extLst>
                <a:ext uri="{FF2B5EF4-FFF2-40B4-BE49-F238E27FC236}">
                  <a16:creationId xmlns:a16="http://schemas.microsoft.com/office/drawing/2014/main" id="{8E723A21-BF9C-9C3D-04B1-647D148B081C}"/>
                </a:ext>
              </a:extLst>
            </p:cNvPr>
            <p:cNvPicPr>
              <a:picLocks noChangeAspect="1" noChangeArrowheads="1"/>
            </p:cNvPicPr>
            <p:nvPr/>
          </p:nvPicPr>
          <p:blipFill>
            <a:blip r:embed="rId13" cstate="print">
              <a:extLst>
                <a:ext uri="{28A0092B-C50C-407E-A947-70E740481C1C}">
                  <a14:useLocalDpi xmlns:a14="http://schemas.microsoft.com/office/drawing/2010/main" val="0"/>
                </a:ext>
              </a:extLst>
            </a:blip>
            <a:srcRect/>
            <a:stretch>
              <a:fillRect/>
            </a:stretch>
          </p:blipFill>
          <p:spPr bwMode="auto">
            <a:xfrm>
              <a:off x="37775" y="55682"/>
              <a:ext cx="1353797" cy="6335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extLst>
      <p:ext uri="{BB962C8B-B14F-4D97-AF65-F5344CB8AC3E}">
        <p14:creationId xmlns:p14="http://schemas.microsoft.com/office/powerpoint/2010/main" val="12172781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648E5F-31B3-D438-F579-4D43AB83708B}"/>
            </a:ext>
          </a:extLst>
        </p:cNvPr>
        <p:cNvGrpSpPr/>
        <p:nvPr/>
      </p:nvGrpSpPr>
      <p:grpSpPr>
        <a:xfrm>
          <a:off x="0" y="0"/>
          <a:ext cx="0" cy="0"/>
          <a:chOff x="0" y="0"/>
          <a:chExt cx="0" cy="0"/>
        </a:xfrm>
      </p:grpSpPr>
      <p:sp>
        <p:nvSpPr>
          <p:cNvPr id="3" name="タイトル 2">
            <a:extLst>
              <a:ext uri="{FF2B5EF4-FFF2-40B4-BE49-F238E27FC236}">
                <a16:creationId xmlns:a16="http://schemas.microsoft.com/office/drawing/2014/main" id="{90F299F0-B2D7-546B-C31B-6856077942A2}"/>
              </a:ext>
            </a:extLst>
          </p:cNvPr>
          <p:cNvSpPr>
            <a:spLocks noGrp="1"/>
          </p:cNvSpPr>
          <p:nvPr>
            <p:ph type="title"/>
          </p:nvPr>
        </p:nvSpPr>
        <p:spPr>
          <a:xfrm>
            <a:off x="432888" y="38338"/>
            <a:ext cx="11493500" cy="626683"/>
          </a:xfrm>
        </p:spPr>
        <p:txBody>
          <a:bodyPr/>
          <a:lstStyle/>
          <a:p>
            <a:r>
              <a:rPr lang="ja-JP" altLang="en-US" dirty="0"/>
              <a:t>前のプロジェクトを参照にした</a:t>
            </a:r>
            <a:r>
              <a:rPr lang="en-US" altLang="ja-JP" dirty="0"/>
              <a:t>DEMO—PLC</a:t>
            </a:r>
            <a:r>
              <a:rPr lang="ja-JP" altLang="en-US" dirty="0"/>
              <a:t>シミュレーション画面</a:t>
            </a:r>
            <a:br>
              <a:rPr lang="ja-JP" altLang="en-US" dirty="0"/>
            </a:br>
            <a:r>
              <a:rPr lang="en-US" altLang="ja-JP" dirty="0"/>
              <a:t>A DEMO based on </a:t>
            </a:r>
            <a:r>
              <a:rPr lang="en-US" altLang="zh-CN" dirty="0"/>
              <a:t>previous projects</a:t>
            </a:r>
            <a:endParaRPr lang="ja-JP" altLang="en-US" dirty="0"/>
          </a:p>
        </p:txBody>
      </p:sp>
      <p:pic>
        <p:nvPicPr>
          <p:cNvPr id="11" name="図 10">
            <a:extLst>
              <a:ext uri="{FF2B5EF4-FFF2-40B4-BE49-F238E27FC236}">
                <a16:creationId xmlns:a16="http://schemas.microsoft.com/office/drawing/2014/main" id="{F6EEFC04-A24A-F7B4-1655-1715F4DE3613}"/>
              </a:ext>
            </a:extLst>
          </p:cNvPr>
          <p:cNvPicPr>
            <a:picLocks noChangeAspect="1"/>
          </p:cNvPicPr>
          <p:nvPr/>
        </p:nvPicPr>
        <p:blipFill>
          <a:blip r:embed="rId2"/>
          <a:stretch>
            <a:fillRect/>
          </a:stretch>
        </p:blipFill>
        <p:spPr>
          <a:xfrm>
            <a:off x="432888" y="1117600"/>
            <a:ext cx="10823789" cy="5688207"/>
          </a:xfrm>
          <a:prstGeom prst="rect">
            <a:avLst/>
          </a:prstGeom>
        </p:spPr>
      </p:pic>
    </p:spTree>
    <p:extLst>
      <p:ext uri="{BB962C8B-B14F-4D97-AF65-F5344CB8AC3E}">
        <p14:creationId xmlns:p14="http://schemas.microsoft.com/office/powerpoint/2010/main" val="32827493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92E2E3-BC2C-9D60-4FE0-513B085CF9A2}"/>
            </a:ext>
          </a:extLst>
        </p:cNvPr>
        <p:cNvGrpSpPr/>
        <p:nvPr/>
      </p:nvGrpSpPr>
      <p:grpSpPr>
        <a:xfrm>
          <a:off x="0" y="0"/>
          <a:ext cx="0" cy="0"/>
          <a:chOff x="0" y="0"/>
          <a:chExt cx="0" cy="0"/>
        </a:xfrm>
      </p:grpSpPr>
      <p:pic>
        <p:nvPicPr>
          <p:cNvPr id="9" name="図 8">
            <a:extLst>
              <a:ext uri="{FF2B5EF4-FFF2-40B4-BE49-F238E27FC236}">
                <a16:creationId xmlns:a16="http://schemas.microsoft.com/office/drawing/2014/main" id="{8406D2D3-C152-EFF0-3B06-AA14EAB9276F}"/>
              </a:ext>
            </a:extLst>
          </p:cNvPr>
          <p:cNvPicPr>
            <a:picLocks noChangeAspect="1"/>
          </p:cNvPicPr>
          <p:nvPr/>
        </p:nvPicPr>
        <p:blipFill>
          <a:blip r:embed="rId2"/>
          <a:srcRect l="1551" t="3518" r="1551" b="474"/>
          <a:stretch>
            <a:fillRect/>
          </a:stretch>
        </p:blipFill>
        <p:spPr>
          <a:xfrm>
            <a:off x="1343025" y="885826"/>
            <a:ext cx="8772525" cy="5648325"/>
          </a:xfrm>
          <a:custGeom>
            <a:avLst/>
            <a:gdLst>
              <a:gd name="csX0" fmla="*/ 0 w 8772525"/>
              <a:gd name="csY0" fmla="*/ 0 h 5648325"/>
              <a:gd name="csX1" fmla="*/ 8772525 w 8772525"/>
              <a:gd name="csY1" fmla="*/ 0 h 5648325"/>
              <a:gd name="csX2" fmla="*/ 8772525 w 8772525"/>
              <a:gd name="csY2" fmla="*/ 5648325 h 5648325"/>
              <a:gd name="csX3" fmla="*/ 0 w 8772525"/>
              <a:gd name="csY3" fmla="*/ 5648325 h 5648325"/>
            </a:gdLst>
            <a:ahLst/>
            <a:cxnLst>
              <a:cxn ang="0">
                <a:pos x="csX0" y="csY0"/>
              </a:cxn>
              <a:cxn ang="0">
                <a:pos x="csX1" y="csY1"/>
              </a:cxn>
              <a:cxn ang="0">
                <a:pos x="csX2" y="csY2"/>
              </a:cxn>
              <a:cxn ang="0">
                <a:pos x="csX3" y="csY3"/>
              </a:cxn>
            </a:cxnLst>
            <a:rect l="l" t="t" r="r" b="b"/>
            <a:pathLst>
              <a:path w="8772525" h="5648325">
                <a:moveTo>
                  <a:pt x="0" y="0"/>
                </a:moveTo>
                <a:lnTo>
                  <a:pt x="8772525" y="0"/>
                </a:lnTo>
                <a:lnTo>
                  <a:pt x="8772525" y="5648325"/>
                </a:lnTo>
                <a:lnTo>
                  <a:pt x="0" y="5648325"/>
                </a:lnTo>
                <a:close/>
              </a:path>
            </a:pathLst>
          </a:custGeom>
        </p:spPr>
      </p:pic>
      <p:sp>
        <p:nvSpPr>
          <p:cNvPr id="3" name="タイトル 2">
            <a:extLst>
              <a:ext uri="{FF2B5EF4-FFF2-40B4-BE49-F238E27FC236}">
                <a16:creationId xmlns:a16="http://schemas.microsoft.com/office/drawing/2014/main" id="{1DD896E2-F458-1608-8DFC-6A31E087D790}"/>
              </a:ext>
            </a:extLst>
          </p:cNvPr>
          <p:cNvSpPr>
            <a:spLocks noGrp="1"/>
          </p:cNvSpPr>
          <p:nvPr>
            <p:ph type="title"/>
          </p:nvPr>
        </p:nvSpPr>
        <p:spPr>
          <a:xfrm>
            <a:off x="432888" y="38338"/>
            <a:ext cx="11493500" cy="626683"/>
          </a:xfrm>
        </p:spPr>
        <p:txBody>
          <a:bodyPr/>
          <a:lstStyle/>
          <a:p>
            <a:r>
              <a:rPr lang="ja-JP" altLang="en-US" dirty="0"/>
              <a:t>前のプロジェクトを参照にした</a:t>
            </a:r>
            <a:r>
              <a:rPr lang="en-US" altLang="ja-JP" dirty="0"/>
              <a:t>DEMO--SCADA</a:t>
            </a:r>
            <a:r>
              <a:rPr lang="ja-JP" altLang="en-US" dirty="0"/>
              <a:t>管理画面</a:t>
            </a:r>
            <a:br>
              <a:rPr lang="ja-JP" altLang="en-US" dirty="0"/>
            </a:br>
            <a:r>
              <a:rPr lang="en-US" altLang="ja-JP" dirty="0"/>
              <a:t>A DEMO based on </a:t>
            </a:r>
            <a:r>
              <a:rPr lang="en-US" altLang="zh-CN" dirty="0"/>
              <a:t>previous projects</a:t>
            </a:r>
            <a:endParaRPr lang="ja-JP" altLang="en-US" dirty="0"/>
          </a:p>
        </p:txBody>
      </p:sp>
    </p:spTree>
    <p:extLst>
      <p:ext uri="{BB962C8B-B14F-4D97-AF65-F5344CB8AC3E}">
        <p14:creationId xmlns:p14="http://schemas.microsoft.com/office/powerpoint/2010/main" val="33261015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4982176-C218-A0D8-3845-3C81E0E6A0C6}"/>
              </a:ext>
            </a:extLst>
          </p:cNvPr>
          <p:cNvSpPr>
            <a:spLocks noGrp="1"/>
          </p:cNvSpPr>
          <p:nvPr>
            <p:ph type="title"/>
          </p:nvPr>
        </p:nvSpPr>
        <p:spPr>
          <a:xfrm>
            <a:off x="432888" y="38338"/>
            <a:ext cx="11493500" cy="626683"/>
          </a:xfrm>
        </p:spPr>
        <p:txBody>
          <a:bodyPr/>
          <a:lstStyle/>
          <a:p>
            <a:r>
              <a:rPr lang="ja-JP" altLang="en-US" dirty="0"/>
              <a:t>前のプロジェクトを参照にした</a:t>
            </a:r>
            <a:r>
              <a:rPr lang="en-US" altLang="ja-JP" dirty="0"/>
              <a:t>DEMO—PI Vision</a:t>
            </a:r>
            <a:r>
              <a:rPr lang="ja-JP" altLang="en-US" dirty="0"/>
              <a:t>親局鳥観図（データ収集</a:t>
            </a:r>
            <a:r>
              <a:rPr lang="en-US" altLang="ja-JP" dirty="0"/>
              <a:t>s</a:t>
            </a:r>
            <a:r>
              <a:rPr lang="ja-JP" altLang="en-US" dirty="0"/>
              <a:t>～ｈ）</a:t>
            </a:r>
            <a:br>
              <a:rPr lang="en-US" altLang="ja-JP" dirty="0"/>
            </a:br>
            <a:r>
              <a:rPr lang="en-US" altLang="ja-JP" dirty="0"/>
              <a:t>A DEMO based on </a:t>
            </a:r>
            <a:r>
              <a:rPr lang="en-US" altLang="zh-CN" dirty="0"/>
              <a:t>previous projects</a:t>
            </a:r>
            <a:endParaRPr lang="ja-JP" altLang="en-US" dirty="0"/>
          </a:p>
        </p:txBody>
      </p:sp>
      <p:sp>
        <p:nvSpPr>
          <p:cNvPr id="7" name="矩形 17">
            <a:extLst>
              <a:ext uri="{FF2B5EF4-FFF2-40B4-BE49-F238E27FC236}">
                <a16:creationId xmlns:a16="http://schemas.microsoft.com/office/drawing/2014/main" id="{7890F494-6196-1D00-5ADE-7B434A318F16}"/>
              </a:ext>
            </a:extLst>
          </p:cNvPr>
          <p:cNvSpPr>
            <a:spLocks noChangeArrowheads="1"/>
          </p:cNvSpPr>
          <p:nvPr/>
        </p:nvSpPr>
        <p:spPr bwMode="auto">
          <a:xfrm>
            <a:off x="1994444" y="886861"/>
            <a:ext cx="820311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defRPr/>
            </a:pPr>
            <a:r>
              <a:rPr lang="ja-JP" altLang="en-US" b="1" dirty="0">
                <a:solidFill>
                  <a:srgbClr val="002060"/>
                </a:solidFill>
                <a:latin typeface="Microsoft YaHei" panose="020B0503020204020204" pitchFamily="34" charset="-122"/>
                <a:ea typeface="Microsoft YaHei" panose="020B0503020204020204" pitchFamily="34" charset="-122"/>
                <a:sym typeface="Arial Unicode MS" panose="020B0604020202020204" pitchFamily="34" charset="-122"/>
              </a:rPr>
              <a:t>子局一覧：子局運営状況の把握と経営指標のモニタリング</a:t>
            </a:r>
            <a:endParaRPr lang="en-US" altLang="ja-JP" b="1" dirty="0">
              <a:solidFill>
                <a:srgbClr val="002060"/>
              </a:solidFill>
              <a:latin typeface="Microsoft YaHei" panose="020B0503020204020204" pitchFamily="34" charset="-122"/>
              <a:ea typeface="Microsoft YaHei" panose="020B0503020204020204" pitchFamily="34" charset="-122"/>
              <a:sym typeface="Arial Unicode MS" panose="020B0604020202020204" pitchFamily="34" charset="-122"/>
            </a:endParaRPr>
          </a:p>
        </p:txBody>
      </p:sp>
      <p:sp>
        <p:nvSpPr>
          <p:cNvPr id="3" name="正方形/長方形 2">
            <a:extLst>
              <a:ext uri="{FF2B5EF4-FFF2-40B4-BE49-F238E27FC236}">
                <a16:creationId xmlns:a16="http://schemas.microsoft.com/office/drawing/2014/main" id="{43C73F1B-0BE7-A062-1C01-DE3AE0FE6BF4}"/>
              </a:ext>
            </a:extLst>
          </p:cNvPr>
          <p:cNvSpPr/>
          <p:nvPr/>
        </p:nvSpPr>
        <p:spPr>
          <a:xfrm>
            <a:off x="532279" y="1401417"/>
            <a:ext cx="4611757" cy="1908314"/>
          </a:xfrm>
          <a:prstGeom prst="rect">
            <a:avLst/>
          </a:prstGeom>
          <a:solidFill>
            <a:schemeClr val="bg2">
              <a:lumMod val="40000"/>
              <a:lumOff val="60000"/>
            </a:schemeClr>
          </a:solid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tx1"/>
                </a:solidFill>
              </a:rPr>
              <a:t>子局運営状況</a:t>
            </a:r>
          </a:p>
        </p:txBody>
      </p:sp>
      <p:sp>
        <p:nvSpPr>
          <p:cNvPr id="4" name="正方形/長方形 3">
            <a:extLst>
              <a:ext uri="{FF2B5EF4-FFF2-40B4-BE49-F238E27FC236}">
                <a16:creationId xmlns:a16="http://schemas.microsoft.com/office/drawing/2014/main" id="{D0E6C46B-9165-D467-A018-42EB9331B022}"/>
              </a:ext>
            </a:extLst>
          </p:cNvPr>
          <p:cNvSpPr/>
          <p:nvPr/>
        </p:nvSpPr>
        <p:spPr>
          <a:xfrm>
            <a:off x="5710566" y="1401417"/>
            <a:ext cx="4611757" cy="1908314"/>
          </a:xfrm>
          <a:prstGeom prst="rect">
            <a:avLst/>
          </a:prstGeom>
          <a:solidFill>
            <a:schemeClr val="bg2">
              <a:lumMod val="40000"/>
              <a:lumOff val="60000"/>
            </a:schemeClr>
          </a:solid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tx1"/>
                </a:solidFill>
              </a:rPr>
              <a:t>子局運行状況</a:t>
            </a:r>
          </a:p>
        </p:txBody>
      </p:sp>
      <p:sp>
        <p:nvSpPr>
          <p:cNvPr id="5" name="正方形/長方形 4">
            <a:extLst>
              <a:ext uri="{FF2B5EF4-FFF2-40B4-BE49-F238E27FC236}">
                <a16:creationId xmlns:a16="http://schemas.microsoft.com/office/drawing/2014/main" id="{CAC70F67-7426-E1A4-3E03-77C82C22C072}"/>
              </a:ext>
            </a:extLst>
          </p:cNvPr>
          <p:cNvSpPr/>
          <p:nvPr/>
        </p:nvSpPr>
        <p:spPr>
          <a:xfrm>
            <a:off x="532279" y="3639621"/>
            <a:ext cx="4611757" cy="1908314"/>
          </a:xfrm>
          <a:prstGeom prst="rect">
            <a:avLst/>
          </a:prstGeom>
          <a:solidFill>
            <a:schemeClr val="bg2">
              <a:lumMod val="40000"/>
              <a:lumOff val="60000"/>
            </a:schemeClr>
          </a:solid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tx1"/>
                </a:solidFill>
              </a:rPr>
              <a:t>総合運営指標達成状況</a:t>
            </a:r>
          </a:p>
        </p:txBody>
      </p:sp>
      <p:sp>
        <p:nvSpPr>
          <p:cNvPr id="6" name="正方形/長方形 5">
            <a:extLst>
              <a:ext uri="{FF2B5EF4-FFF2-40B4-BE49-F238E27FC236}">
                <a16:creationId xmlns:a16="http://schemas.microsoft.com/office/drawing/2014/main" id="{6F48E724-F756-3C38-4E79-D3ADE0E2E9AF}"/>
              </a:ext>
            </a:extLst>
          </p:cNvPr>
          <p:cNvSpPr/>
          <p:nvPr/>
        </p:nvSpPr>
        <p:spPr>
          <a:xfrm>
            <a:off x="5710566" y="3639621"/>
            <a:ext cx="4611757" cy="1908314"/>
          </a:xfrm>
          <a:prstGeom prst="rect">
            <a:avLst/>
          </a:prstGeom>
          <a:solidFill>
            <a:schemeClr val="bg2">
              <a:lumMod val="40000"/>
              <a:lumOff val="60000"/>
            </a:schemeClr>
          </a:solid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tx1"/>
                </a:solidFill>
              </a:rPr>
              <a:t>特別な注意事項</a:t>
            </a:r>
          </a:p>
        </p:txBody>
      </p:sp>
      <p:sp>
        <p:nvSpPr>
          <p:cNvPr id="8" name="正方形/長方形 7">
            <a:extLst>
              <a:ext uri="{FF2B5EF4-FFF2-40B4-BE49-F238E27FC236}">
                <a16:creationId xmlns:a16="http://schemas.microsoft.com/office/drawing/2014/main" id="{4AF632B7-4D3E-3DFF-040E-43845F0B288B}"/>
              </a:ext>
            </a:extLst>
          </p:cNvPr>
          <p:cNvSpPr/>
          <p:nvPr/>
        </p:nvSpPr>
        <p:spPr>
          <a:xfrm>
            <a:off x="532279" y="5687082"/>
            <a:ext cx="9790044" cy="523218"/>
          </a:xfrm>
          <a:prstGeom prst="rect">
            <a:avLst/>
          </a:prstGeom>
          <a:solidFill>
            <a:schemeClr val="bg2">
              <a:lumMod val="40000"/>
              <a:lumOff val="60000"/>
            </a:schemeClr>
          </a:solid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tx1"/>
                </a:solidFill>
              </a:rPr>
              <a:t>子局・発電所連携・制御</a:t>
            </a:r>
          </a:p>
        </p:txBody>
      </p:sp>
    </p:spTree>
    <p:extLst>
      <p:ext uri="{BB962C8B-B14F-4D97-AF65-F5344CB8AC3E}">
        <p14:creationId xmlns:p14="http://schemas.microsoft.com/office/powerpoint/2010/main" val="411699538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E40FBE-F1B3-8230-4C98-28A381F4486F}"/>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4FDFA8AE-5ECC-CBE6-9A31-A473319A350F}"/>
              </a:ext>
            </a:extLst>
          </p:cNvPr>
          <p:cNvSpPr>
            <a:spLocks noGrp="1"/>
          </p:cNvSpPr>
          <p:nvPr>
            <p:ph type="title"/>
          </p:nvPr>
        </p:nvSpPr>
        <p:spPr>
          <a:xfrm>
            <a:off x="432888" y="38338"/>
            <a:ext cx="11493500" cy="626683"/>
          </a:xfrm>
        </p:spPr>
        <p:txBody>
          <a:bodyPr/>
          <a:lstStyle/>
          <a:p>
            <a:r>
              <a:rPr lang="ja-JP" altLang="en-US" dirty="0"/>
              <a:t>前のプロジェクトを参照にした</a:t>
            </a:r>
            <a:r>
              <a:rPr lang="en-US" altLang="ja-JP" dirty="0"/>
              <a:t>DEMO—PI Vision</a:t>
            </a:r>
            <a:r>
              <a:rPr lang="ja-JP" altLang="en-US" dirty="0"/>
              <a:t>子局モニタリングと分析（データ収集</a:t>
            </a:r>
            <a:r>
              <a:rPr lang="en-US" altLang="ja-JP" dirty="0"/>
              <a:t>s</a:t>
            </a:r>
            <a:r>
              <a:rPr lang="ja-JP" altLang="en-US" dirty="0"/>
              <a:t>～ｍ）</a:t>
            </a:r>
            <a:br>
              <a:rPr lang="en-US" altLang="ja-JP" dirty="0"/>
            </a:br>
            <a:r>
              <a:rPr lang="en-US" altLang="ja-JP" dirty="0"/>
              <a:t>A DEMO based on </a:t>
            </a:r>
            <a:r>
              <a:rPr lang="en-US" altLang="zh-CN" dirty="0"/>
              <a:t>previous projects</a:t>
            </a:r>
            <a:endParaRPr lang="ja-JP" altLang="en-US" dirty="0"/>
          </a:p>
        </p:txBody>
      </p:sp>
      <p:sp>
        <p:nvSpPr>
          <p:cNvPr id="7" name="矩形 17">
            <a:extLst>
              <a:ext uri="{FF2B5EF4-FFF2-40B4-BE49-F238E27FC236}">
                <a16:creationId xmlns:a16="http://schemas.microsoft.com/office/drawing/2014/main" id="{1BFD9060-353A-E585-3CDC-068385653C54}"/>
              </a:ext>
            </a:extLst>
          </p:cNvPr>
          <p:cNvSpPr>
            <a:spLocks noChangeArrowheads="1"/>
          </p:cNvSpPr>
          <p:nvPr/>
        </p:nvSpPr>
        <p:spPr bwMode="auto">
          <a:xfrm>
            <a:off x="1492431" y="922439"/>
            <a:ext cx="820311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defRPr/>
            </a:pPr>
            <a:r>
              <a:rPr lang="ja-JP" altLang="en-US" b="1" dirty="0">
                <a:solidFill>
                  <a:srgbClr val="002060"/>
                </a:solidFill>
                <a:latin typeface="Microsoft YaHei" panose="020B0503020204020204" pitchFamily="34" charset="-122"/>
                <a:ea typeface="Microsoft YaHei" panose="020B0503020204020204" pitchFamily="34" charset="-122"/>
                <a:sym typeface="Arial Unicode MS" panose="020B0604020202020204" pitchFamily="34" charset="-122"/>
              </a:rPr>
              <a:t>発電所一覧：発電所運営状況の把握と高いリスク管理</a:t>
            </a:r>
            <a:endParaRPr lang="en-US" altLang="ja-JP" b="1" dirty="0">
              <a:solidFill>
                <a:srgbClr val="002060"/>
              </a:solidFill>
              <a:latin typeface="Microsoft YaHei" panose="020B0503020204020204" pitchFamily="34" charset="-122"/>
              <a:ea typeface="Microsoft YaHei" panose="020B0503020204020204" pitchFamily="34" charset="-122"/>
              <a:sym typeface="Arial Unicode MS" panose="020B0604020202020204" pitchFamily="34" charset="-122"/>
            </a:endParaRPr>
          </a:p>
        </p:txBody>
      </p:sp>
      <p:pic>
        <p:nvPicPr>
          <p:cNvPr id="8" name="図 7">
            <a:extLst>
              <a:ext uri="{FF2B5EF4-FFF2-40B4-BE49-F238E27FC236}">
                <a16:creationId xmlns:a16="http://schemas.microsoft.com/office/drawing/2014/main" id="{54A5C095-CCC1-16D8-0586-C54354C87693}"/>
              </a:ext>
            </a:extLst>
          </p:cNvPr>
          <p:cNvPicPr>
            <a:picLocks noChangeAspect="1"/>
          </p:cNvPicPr>
          <p:nvPr/>
        </p:nvPicPr>
        <p:blipFill>
          <a:blip r:embed="rId2"/>
          <a:srcRect b="4721"/>
          <a:stretch>
            <a:fillRect/>
          </a:stretch>
        </p:blipFill>
        <p:spPr>
          <a:xfrm>
            <a:off x="123824" y="1273325"/>
            <a:ext cx="11972925" cy="5575151"/>
          </a:xfrm>
          <a:custGeom>
            <a:avLst/>
            <a:gdLst>
              <a:gd name="csX0" fmla="*/ 0 w 11972925"/>
              <a:gd name="csY0" fmla="*/ 0 h 5575151"/>
              <a:gd name="csX1" fmla="*/ 11972925 w 11972925"/>
              <a:gd name="csY1" fmla="*/ 0 h 5575151"/>
              <a:gd name="csX2" fmla="*/ 11972925 w 11972925"/>
              <a:gd name="csY2" fmla="*/ 5575151 h 5575151"/>
              <a:gd name="csX3" fmla="*/ 0 w 11972925"/>
              <a:gd name="csY3" fmla="*/ 5575151 h 5575151"/>
            </a:gdLst>
            <a:ahLst/>
            <a:cxnLst>
              <a:cxn ang="0">
                <a:pos x="csX0" y="csY0"/>
              </a:cxn>
              <a:cxn ang="0">
                <a:pos x="csX1" y="csY1"/>
              </a:cxn>
              <a:cxn ang="0">
                <a:pos x="csX2" y="csY2"/>
              </a:cxn>
              <a:cxn ang="0">
                <a:pos x="csX3" y="csY3"/>
              </a:cxn>
            </a:cxnLst>
            <a:rect l="l" t="t" r="r" b="b"/>
            <a:pathLst>
              <a:path w="11972925" h="5575151">
                <a:moveTo>
                  <a:pt x="0" y="0"/>
                </a:moveTo>
                <a:lnTo>
                  <a:pt x="11972925" y="0"/>
                </a:lnTo>
                <a:lnTo>
                  <a:pt x="11972925" y="5575151"/>
                </a:lnTo>
                <a:lnTo>
                  <a:pt x="0" y="5575151"/>
                </a:lnTo>
                <a:close/>
              </a:path>
            </a:pathLst>
          </a:custGeom>
        </p:spPr>
      </p:pic>
    </p:spTree>
    <p:extLst>
      <p:ext uri="{BB962C8B-B14F-4D97-AF65-F5344CB8AC3E}">
        <p14:creationId xmlns:p14="http://schemas.microsoft.com/office/powerpoint/2010/main" val="309128282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6A7E2D-76BF-03BD-ED33-DE4CF1A2EBD5}"/>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2DA19DBF-08B0-69B3-5C59-F5D95038FD49}"/>
              </a:ext>
            </a:extLst>
          </p:cNvPr>
          <p:cNvSpPr>
            <a:spLocks noGrp="1"/>
          </p:cNvSpPr>
          <p:nvPr>
            <p:ph type="title"/>
          </p:nvPr>
        </p:nvSpPr>
        <p:spPr>
          <a:xfrm>
            <a:off x="432888" y="38338"/>
            <a:ext cx="11493500" cy="626683"/>
          </a:xfrm>
        </p:spPr>
        <p:txBody>
          <a:bodyPr/>
          <a:lstStyle/>
          <a:p>
            <a:r>
              <a:rPr lang="ja-JP" altLang="en-US" dirty="0"/>
              <a:t>前のプロジェクトを参照にした</a:t>
            </a:r>
            <a:r>
              <a:rPr lang="en-US" altLang="ja-JP" dirty="0"/>
              <a:t>DEMO—PI Vision</a:t>
            </a:r>
            <a:r>
              <a:rPr lang="ja-JP" altLang="en-US" dirty="0"/>
              <a:t>水力発電所モニタリングと分析（データ収集</a:t>
            </a:r>
            <a:r>
              <a:rPr lang="en-US" altLang="ja-JP" dirty="0" err="1"/>
              <a:t>ms~s</a:t>
            </a:r>
            <a:r>
              <a:rPr lang="ja-JP" altLang="en-US" dirty="0"/>
              <a:t>）</a:t>
            </a:r>
            <a:br>
              <a:rPr lang="en-US" altLang="ja-JP" dirty="0"/>
            </a:br>
            <a:r>
              <a:rPr lang="en-US" altLang="ja-JP" dirty="0"/>
              <a:t>A DEMO based on </a:t>
            </a:r>
            <a:r>
              <a:rPr lang="en-US" altLang="zh-CN" dirty="0"/>
              <a:t>previous projects</a:t>
            </a:r>
            <a:endParaRPr lang="ja-JP" altLang="en-US" dirty="0"/>
          </a:p>
        </p:txBody>
      </p:sp>
      <p:pic>
        <p:nvPicPr>
          <p:cNvPr id="5" name="図 4">
            <a:extLst>
              <a:ext uri="{FF2B5EF4-FFF2-40B4-BE49-F238E27FC236}">
                <a16:creationId xmlns:a16="http://schemas.microsoft.com/office/drawing/2014/main" id="{27868D7E-1431-9F49-D8C7-4A70D7F8D5FC}"/>
              </a:ext>
            </a:extLst>
          </p:cNvPr>
          <p:cNvPicPr>
            <a:picLocks noChangeAspect="1"/>
          </p:cNvPicPr>
          <p:nvPr/>
        </p:nvPicPr>
        <p:blipFill>
          <a:blip r:embed="rId2"/>
          <a:stretch>
            <a:fillRect/>
          </a:stretch>
        </p:blipFill>
        <p:spPr>
          <a:xfrm>
            <a:off x="83638" y="1393371"/>
            <a:ext cx="12015599" cy="5464629"/>
          </a:xfrm>
          <a:prstGeom prst="rect">
            <a:avLst/>
          </a:prstGeom>
        </p:spPr>
      </p:pic>
      <p:sp>
        <p:nvSpPr>
          <p:cNvPr id="6" name="矩形 17">
            <a:extLst>
              <a:ext uri="{FF2B5EF4-FFF2-40B4-BE49-F238E27FC236}">
                <a16:creationId xmlns:a16="http://schemas.microsoft.com/office/drawing/2014/main" id="{324284AE-7F6A-F9E2-6DD7-D6CCD469CE1A}"/>
              </a:ext>
            </a:extLst>
          </p:cNvPr>
          <p:cNvSpPr>
            <a:spLocks noChangeArrowheads="1"/>
          </p:cNvSpPr>
          <p:nvPr/>
        </p:nvSpPr>
        <p:spPr bwMode="auto">
          <a:xfrm>
            <a:off x="1492430" y="922439"/>
            <a:ext cx="1019156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defRPr/>
            </a:pPr>
            <a:r>
              <a:rPr lang="ja-JP" altLang="en-US" b="1" dirty="0">
                <a:solidFill>
                  <a:srgbClr val="002060"/>
                </a:solidFill>
                <a:latin typeface="Microsoft YaHei" panose="020B0503020204020204" pitchFamily="34" charset="-122"/>
                <a:ea typeface="Microsoft YaHei" panose="020B0503020204020204" pitchFamily="34" charset="-122"/>
                <a:sym typeface="Arial Unicode MS" panose="020B0604020202020204" pitchFamily="34" charset="-122"/>
              </a:rPr>
              <a:t>発電所の全体一覧：設備の健康状況のモニタリングと発電所の指標のモニタリング</a:t>
            </a:r>
            <a:endParaRPr lang="en-US" altLang="ja-JP" b="1" dirty="0">
              <a:solidFill>
                <a:srgbClr val="002060"/>
              </a:solidFill>
              <a:latin typeface="Microsoft YaHei" panose="020B0503020204020204" pitchFamily="34" charset="-122"/>
              <a:ea typeface="Microsoft YaHei" panose="020B0503020204020204" pitchFamily="34" charset="-122"/>
              <a:sym typeface="Arial Unicode MS" panose="020B0604020202020204" pitchFamily="34" charset="-122"/>
            </a:endParaRPr>
          </a:p>
        </p:txBody>
      </p:sp>
    </p:spTree>
    <p:extLst>
      <p:ext uri="{BB962C8B-B14F-4D97-AF65-F5344CB8AC3E}">
        <p14:creationId xmlns:p14="http://schemas.microsoft.com/office/powerpoint/2010/main" val="44971999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29F8E45-4EBF-C18A-84AC-9033A33AEADA}"/>
              </a:ext>
            </a:extLst>
          </p:cNvPr>
          <p:cNvSpPr>
            <a:spLocks noGrp="1"/>
          </p:cNvSpPr>
          <p:nvPr>
            <p:ph type="title"/>
          </p:nvPr>
        </p:nvSpPr>
        <p:spPr>
          <a:xfrm>
            <a:off x="432888" y="38338"/>
            <a:ext cx="11493500" cy="626683"/>
          </a:xfrm>
        </p:spPr>
        <p:txBody>
          <a:bodyPr/>
          <a:lstStyle/>
          <a:p>
            <a:r>
              <a:rPr lang="ja-JP" altLang="en-US"/>
              <a:t>前のプロジェクトを参照にした</a:t>
            </a:r>
            <a:r>
              <a:rPr lang="en-US" altLang="ja-JP"/>
              <a:t>DEMO—</a:t>
            </a:r>
            <a:r>
              <a:rPr lang="ja-JP" altLang="en-US"/>
              <a:t>発電機モニタリングと</a:t>
            </a:r>
            <a:r>
              <a:rPr lang="en-US" altLang="ja-JP"/>
              <a:t>Trend</a:t>
            </a:r>
            <a:br>
              <a:rPr lang="en-US" altLang="ja-JP"/>
            </a:br>
            <a:r>
              <a:rPr lang="en-US" altLang="ja-JP"/>
              <a:t>A DEMO based on </a:t>
            </a:r>
            <a:r>
              <a:rPr lang="en-US" altLang="zh-CN"/>
              <a:t>previous projects</a:t>
            </a:r>
            <a:endParaRPr lang="ja-JP" altLang="en-US"/>
          </a:p>
        </p:txBody>
      </p:sp>
      <p:pic>
        <p:nvPicPr>
          <p:cNvPr id="5" name="図 4">
            <a:extLst>
              <a:ext uri="{FF2B5EF4-FFF2-40B4-BE49-F238E27FC236}">
                <a16:creationId xmlns:a16="http://schemas.microsoft.com/office/drawing/2014/main" id="{4F18FD5F-A046-97DC-653D-97904A10BD04}"/>
              </a:ext>
            </a:extLst>
          </p:cNvPr>
          <p:cNvPicPr>
            <a:picLocks noChangeAspect="1"/>
          </p:cNvPicPr>
          <p:nvPr/>
        </p:nvPicPr>
        <p:blipFill>
          <a:blip r:embed="rId2"/>
          <a:stretch>
            <a:fillRect/>
          </a:stretch>
        </p:blipFill>
        <p:spPr>
          <a:xfrm>
            <a:off x="114360" y="1097880"/>
            <a:ext cx="11932176" cy="5760120"/>
          </a:xfrm>
          <a:prstGeom prst="rect">
            <a:avLst/>
          </a:prstGeom>
        </p:spPr>
      </p:pic>
      <p:sp>
        <p:nvSpPr>
          <p:cNvPr id="7" name="矩形 17">
            <a:extLst>
              <a:ext uri="{FF2B5EF4-FFF2-40B4-BE49-F238E27FC236}">
                <a16:creationId xmlns:a16="http://schemas.microsoft.com/office/drawing/2014/main" id="{853A78D0-B75C-8FD3-1595-BF9DB1E2EB23}"/>
              </a:ext>
            </a:extLst>
          </p:cNvPr>
          <p:cNvSpPr>
            <a:spLocks noChangeArrowheads="1"/>
          </p:cNvSpPr>
          <p:nvPr/>
        </p:nvSpPr>
        <p:spPr bwMode="auto">
          <a:xfrm>
            <a:off x="433388" y="728548"/>
            <a:ext cx="1019156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a:defRPr/>
            </a:pPr>
            <a:r>
              <a:rPr lang="ja-JP" altLang="en-US" b="1" dirty="0">
                <a:solidFill>
                  <a:srgbClr val="002060"/>
                </a:solidFill>
                <a:latin typeface="Microsoft YaHei" panose="020B0503020204020204" pitchFamily="34" charset="-122"/>
                <a:ea typeface="Microsoft YaHei" panose="020B0503020204020204" pitchFamily="34" charset="-122"/>
                <a:sym typeface="Arial Unicode MS" panose="020B0604020202020204" pitchFamily="34" charset="-122"/>
              </a:rPr>
              <a:t>コーア発電設備のモニタリングと</a:t>
            </a:r>
            <a:r>
              <a:rPr lang="en-US" altLang="ja-JP" b="1" dirty="0">
                <a:solidFill>
                  <a:srgbClr val="002060"/>
                </a:solidFill>
                <a:latin typeface="Microsoft YaHei" panose="020B0503020204020204" pitchFamily="34" charset="-122"/>
                <a:ea typeface="Microsoft YaHei" panose="020B0503020204020204" pitchFamily="34" charset="-122"/>
                <a:sym typeface="Arial Unicode MS" panose="020B0604020202020204" pitchFamily="34" charset="-122"/>
              </a:rPr>
              <a:t>Trend</a:t>
            </a:r>
            <a:r>
              <a:rPr lang="ja-JP" altLang="en-US" b="1" dirty="0">
                <a:solidFill>
                  <a:srgbClr val="002060"/>
                </a:solidFill>
                <a:latin typeface="Microsoft YaHei" panose="020B0503020204020204" pitchFamily="34" charset="-122"/>
                <a:ea typeface="Microsoft YaHei" panose="020B0503020204020204" pitchFamily="34" charset="-122"/>
                <a:sym typeface="Arial Unicode MS" panose="020B0604020202020204" pitchFamily="34" charset="-122"/>
              </a:rPr>
              <a:t>分析</a:t>
            </a:r>
            <a:endParaRPr lang="en-US" altLang="ja-JP" b="1" dirty="0">
              <a:solidFill>
                <a:srgbClr val="002060"/>
              </a:solidFill>
              <a:latin typeface="Microsoft YaHei" panose="020B0503020204020204" pitchFamily="34" charset="-122"/>
              <a:ea typeface="Microsoft YaHei" panose="020B0503020204020204" pitchFamily="34" charset="-122"/>
              <a:sym typeface="Arial Unicode MS" panose="020B0604020202020204" pitchFamily="34" charset="-122"/>
            </a:endParaRPr>
          </a:p>
        </p:txBody>
      </p:sp>
    </p:spTree>
    <p:extLst>
      <p:ext uri="{BB962C8B-B14F-4D97-AF65-F5344CB8AC3E}">
        <p14:creationId xmlns:p14="http://schemas.microsoft.com/office/powerpoint/2010/main" val="54041097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3EE41EF-2A1C-0135-03F0-E0409078A5A7}"/>
              </a:ext>
            </a:extLst>
          </p:cNvPr>
          <p:cNvSpPr>
            <a:spLocks noGrp="1"/>
          </p:cNvSpPr>
          <p:nvPr>
            <p:ph type="title"/>
          </p:nvPr>
        </p:nvSpPr>
        <p:spPr>
          <a:xfrm>
            <a:off x="432888" y="38338"/>
            <a:ext cx="11493500" cy="626683"/>
          </a:xfrm>
        </p:spPr>
        <p:txBody>
          <a:bodyPr/>
          <a:lstStyle/>
          <a:p>
            <a:r>
              <a:rPr lang="ja-JP" altLang="en-US"/>
              <a:t>前のプロジェクトを参照にした</a:t>
            </a:r>
            <a:r>
              <a:rPr lang="en-US" altLang="ja-JP"/>
              <a:t>DEMO—</a:t>
            </a:r>
            <a:r>
              <a:rPr lang="ja-JP" altLang="en-US"/>
              <a:t>発電機</a:t>
            </a:r>
            <a:r>
              <a:rPr lang="en-US" altLang="ja-JP"/>
              <a:t>SPC</a:t>
            </a:r>
            <a:r>
              <a:rPr lang="ja-JP" altLang="en-US"/>
              <a:t>分析</a:t>
            </a:r>
            <a:br>
              <a:rPr lang="en-US" altLang="ja-JP"/>
            </a:br>
            <a:r>
              <a:rPr lang="en-US" altLang="ja-JP"/>
              <a:t>A DEMO based on </a:t>
            </a:r>
            <a:r>
              <a:rPr lang="en-US" altLang="zh-CN"/>
              <a:t>previous projects</a:t>
            </a:r>
            <a:endParaRPr lang="ja-JP" altLang="en-US"/>
          </a:p>
        </p:txBody>
      </p:sp>
      <p:pic>
        <p:nvPicPr>
          <p:cNvPr id="4" name="図 3">
            <a:extLst>
              <a:ext uri="{FF2B5EF4-FFF2-40B4-BE49-F238E27FC236}">
                <a16:creationId xmlns:a16="http://schemas.microsoft.com/office/drawing/2014/main" id="{BD8C51BE-D288-906B-368A-F2A914582979}"/>
              </a:ext>
            </a:extLst>
          </p:cNvPr>
          <p:cNvPicPr>
            <a:picLocks noChangeAspect="1"/>
          </p:cNvPicPr>
          <p:nvPr/>
        </p:nvPicPr>
        <p:blipFill>
          <a:blip r:embed="rId2"/>
          <a:stretch>
            <a:fillRect/>
          </a:stretch>
        </p:blipFill>
        <p:spPr>
          <a:xfrm>
            <a:off x="119275" y="1440771"/>
            <a:ext cx="11953449" cy="5417229"/>
          </a:xfrm>
          <a:prstGeom prst="rect">
            <a:avLst/>
          </a:prstGeom>
        </p:spPr>
      </p:pic>
      <p:sp>
        <p:nvSpPr>
          <p:cNvPr id="5" name="矩形 17">
            <a:extLst>
              <a:ext uri="{FF2B5EF4-FFF2-40B4-BE49-F238E27FC236}">
                <a16:creationId xmlns:a16="http://schemas.microsoft.com/office/drawing/2014/main" id="{338370B0-997F-7C97-F963-2EF66A5850DF}"/>
              </a:ext>
            </a:extLst>
          </p:cNvPr>
          <p:cNvSpPr>
            <a:spLocks noChangeArrowheads="1"/>
          </p:cNvSpPr>
          <p:nvPr/>
        </p:nvSpPr>
        <p:spPr bwMode="auto">
          <a:xfrm>
            <a:off x="1216205" y="957148"/>
            <a:ext cx="1019156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a:defRPr/>
            </a:pPr>
            <a:r>
              <a:rPr lang="en-US" altLang="ja-JP" b="1" dirty="0">
                <a:solidFill>
                  <a:srgbClr val="002060"/>
                </a:solidFill>
                <a:latin typeface="Microsoft YaHei" panose="020B0503020204020204" pitchFamily="34" charset="-122"/>
                <a:ea typeface="Microsoft YaHei" panose="020B0503020204020204" pitchFamily="34" charset="-122"/>
                <a:sym typeface="Arial Unicode MS" panose="020B0604020202020204" pitchFamily="34" charset="-122"/>
              </a:rPr>
              <a:t>SPC</a:t>
            </a:r>
            <a:r>
              <a:rPr lang="ja-JP" altLang="en-US" b="1" dirty="0">
                <a:solidFill>
                  <a:srgbClr val="002060"/>
                </a:solidFill>
                <a:latin typeface="Microsoft YaHei" panose="020B0503020204020204" pitchFamily="34" charset="-122"/>
                <a:ea typeface="Microsoft YaHei" panose="020B0503020204020204" pitchFamily="34" charset="-122"/>
                <a:sym typeface="Arial Unicode MS" panose="020B0604020202020204" pitchFamily="34" charset="-122"/>
              </a:rPr>
              <a:t>分析より設備運転効率を向上</a:t>
            </a:r>
            <a:endParaRPr lang="en-US" altLang="ja-JP" b="1" dirty="0">
              <a:solidFill>
                <a:srgbClr val="002060"/>
              </a:solidFill>
              <a:latin typeface="Microsoft YaHei" panose="020B0503020204020204" pitchFamily="34" charset="-122"/>
              <a:ea typeface="Microsoft YaHei" panose="020B0503020204020204" pitchFamily="34" charset="-122"/>
              <a:sym typeface="Arial Unicode MS" panose="020B0604020202020204" pitchFamily="34" charset="-122"/>
            </a:endParaRPr>
          </a:p>
        </p:txBody>
      </p:sp>
    </p:spTree>
    <p:extLst>
      <p:ext uri="{BB962C8B-B14F-4D97-AF65-F5344CB8AC3E}">
        <p14:creationId xmlns:p14="http://schemas.microsoft.com/office/powerpoint/2010/main" val="42973718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図 6">
            <a:extLst>
              <a:ext uri="{FF2B5EF4-FFF2-40B4-BE49-F238E27FC236}">
                <a16:creationId xmlns:a16="http://schemas.microsoft.com/office/drawing/2014/main" id="{58253042-71FC-60F1-01EB-308A1E3E17A9}"/>
              </a:ext>
            </a:extLst>
          </p:cNvPr>
          <p:cNvPicPr>
            <a:picLocks noChangeAspect="1"/>
          </p:cNvPicPr>
          <p:nvPr/>
        </p:nvPicPr>
        <p:blipFill>
          <a:blip r:embed="rId2"/>
          <a:srcRect b="2416"/>
          <a:stretch>
            <a:fillRect/>
          </a:stretch>
        </p:blipFill>
        <p:spPr>
          <a:xfrm>
            <a:off x="121685" y="665164"/>
            <a:ext cx="11948630" cy="6192837"/>
          </a:xfrm>
          <a:custGeom>
            <a:avLst/>
            <a:gdLst>
              <a:gd name="csX0" fmla="*/ 0 w 11948630"/>
              <a:gd name="csY0" fmla="*/ 0 h 6192837"/>
              <a:gd name="csX1" fmla="*/ 11948630 w 11948630"/>
              <a:gd name="csY1" fmla="*/ 0 h 6192837"/>
              <a:gd name="csX2" fmla="*/ 11948630 w 11948630"/>
              <a:gd name="csY2" fmla="*/ 6192837 h 6192837"/>
              <a:gd name="csX3" fmla="*/ 0 w 11948630"/>
              <a:gd name="csY3" fmla="*/ 6192837 h 6192837"/>
            </a:gdLst>
            <a:ahLst/>
            <a:cxnLst>
              <a:cxn ang="0">
                <a:pos x="csX0" y="csY0"/>
              </a:cxn>
              <a:cxn ang="0">
                <a:pos x="csX1" y="csY1"/>
              </a:cxn>
              <a:cxn ang="0">
                <a:pos x="csX2" y="csY2"/>
              </a:cxn>
              <a:cxn ang="0">
                <a:pos x="csX3" y="csY3"/>
              </a:cxn>
            </a:cxnLst>
            <a:rect l="l" t="t" r="r" b="b"/>
            <a:pathLst>
              <a:path w="11948630" h="6192837">
                <a:moveTo>
                  <a:pt x="0" y="0"/>
                </a:moveTo>
                <a:lnTo>
                  <a:pt x="11948630" y="0"/>
                </a:lnTo>
                <a:lnTo>
                  <a:pt x="11948630" y="6192837"/>
                </a:lnTo>
                <a:lnTo>
                  <a:pt x="0" y="6192837"/>
                </a:lnTo>
                <a:close/>
              </a:path>
            </a:pathLst>
          </a:custGeom>
        </p:spPr>
      </p:pic>
      <p:sp>
        <p:nvSpPr>
          <p:cNvPr id="2" name="タイトル 1">
            <a:extLst>
              <a:ext uri="{FF2B5EF4-FFF2-40B4-BE49-F238E27FC236}">
                <a16:creationId xmlns:a16="http://schemas.microsoft.com/office/drawing/2014/main" id="{E623F435-7FDE-3274-2947-5E2EB251D43D}"/>
              </a:ext>
            </a:extLst>
          </p:cNvPr>
          <p:cNvSpPr>
            <a:spLocks noGrp="1"/>
          </p:cNvSpPr>
          <p:nvPr>
            <p:ph type="title"/>
          </p:nvPr>
        </p:nvSpPr>
        <p:spPr>
          <a:xfrm>
            <a:off x="432888" y="38338"/>
            <a:ext cx="11493500" cy="626683"/>
          </a:xfrm>
        </p:spPr>
        <p:txBody>
          <a:bodyPr/>
          <a:lstStyle/>
          <a:p>
            <a:r>
              <a:rPr lang="ja-JP" altLang="en-US" dirty="0"/>
              <a:t>前のプロジェクトを参照にした</a:t>
            </a:r>
            <a:r>
              <a:rPr lang="en-US" altLang="ja-JP" dirty="0"/>
              <a:t>DEMO—</a:t>
            </a:r>
            <a:r>
              <a:rPr lang="ja-JP" altLang="en-US" dirty="0"/>
              <a:t>発電所</a:t>
            </a:r>
            <a:r>
              <a:rPr lang="en-US" altLang="ja-JP" dirty="0" err="1"/>
              <a:t>DigitalTwin</a:t>
            </a:r>
            <a:br>
              <a:rPr lang="en-US" altLang="ja-JP" dirty="0"/>
            </a:br>
            <a:r>
              <a:rPr lang="en-US" altLang="ja-JP" dirty="0"/>
              <a:t>A DEMO based on </a:t>
            </a:r>
            <a:r>
              <a:rPr lang="en-US" altLang="zh-CN" dirty="0"/>
              <a:t>previous projects</a:t>
            </a:r>
            <a:endParaRPr lang="ja-JP" altLang="en-US" dirty="0"/>
          </a:p>
        </p:txBody>
      </p:sp>
      <p:sp>
        <p:nvSpPr>
          <p:cNvPr id="5" name="矩形 17">
            <a:extLst>
              <a:ext uri="{FF2B5EF4-FFF2-40B4-BE49-F238E27FC236}">
                <a16:creationId xmlns:a16="http://schemas.microsoft.com/office/drawing/2014/main" id="{EBD19218-42A4-5A41-A6A6-2517A1AF0C2C}"/>
              </a:ext>
            </a:extLst>
          </p:cNvPr>
          <p:cNvSpPr>
            <a:spLocks noChangeArrowheads="1"/>
          </p:cNvSpPr>
          <p:nvPr/>
        </p:nvSpPr>
        <p:spPr bwMode="auto">
          <a:xfrm>
            <a:off x="1235255" y="930940"/>
            <a:ext cx="1019156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a:defRPr/>
            </a:pPr>
            <a:r>
              <a:rPr lang="ja-JP" altLang="en-US" b="1" dirty="0">
                <a:solidFill>
                  <a:schemeClr val="bg1"/>
                </a:solidFill>
                <a:latin typeface="Microsoft YaHei" panose="020B0503020204020204" pitchFamily="34" charset="-122"/>
                <a:ea typeface="Microsoft YaHei" panose="020B0503020204020204" pitchFamily="34" charset="-122"/>
                <a:sym typeface="Arial Unicode MS" panose="020B0604020202020204" pitchFamily="34" charset="-122"/>
              </a:rPr>
              <a:t>現場行かずに現場の状況を把握</a:t>
            </a:r>
            <a:endParaRPr lang="en-US" altLang="ja-JP" b="1" dirty="0">
              <a:solidFill>
                <a:schemeClr val="bg1"/>
              </a:solidFill>
              <a:latin typeface="Microsoft YaHei" panose="020B0503020204020204" pitchFamily="34" charset="-122"/>
              <a:ea typeface="Microsoft YaHei" panose="020B0503020204020204" pitchFamily="34" charset="-122"/>
              <a:sym typeface="Arial Unicode MS" panose="020B0604020202020204" pitchFamily="34" charset="-122"/>
            </a:endParaRPr>
          </a:p>
        </p:txBody>
      </p:sp>
    </p:spTree>
    <p:extLst>
      <p:ext uri="{BB962C8B-B14F-4D97-AF65-F5344CB8AC3E}">
        <p14:creationId xmlns:p14="http://schemas.microsoft.com/office/powerpoint/2010/main" val="109361427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0E6E822-6835-9C70-7CAC-EC4BDFF3D429}"/>
              </a:ext>
            </a:extLst>
          </p:cNvPr>
          <p:cNvSpPr>
            <a:spLocks noGrp="1"/>
          </p:cNvSpPr>
          <p:nvPr>
            <p:ph type="title"/>
          </p:nvPr>
        </p:nvSpPr>
        <p:spPr>
          <a:xfrm>
            <a:off x="432888" y="38338"/>
            <a:ext cx="11493500" cy="626683"/>
          </a:xfrm>
        </p:spPr>
        <p:txBody>
          <a:bodyPr/>
          <a:lstStyle/>
          <a:p>
            <a:r>
              <a:rPr lang="ja-JP" altLang="en-US" dirty="0"/>
              <a:t>前のプロジェクトを参照にした</a:t>
            </a:r>
            <a:r>
              <a:rPr lang="en-US" altLang="ja-JP" dirty="0"/>
              <a:t>DEMO—AI</a:t>
            </a:r>
            <a:r>
              <a:rPr lang="ja-JP" altLang="en-US" dirty="0"/>
              <a:t>異常発生予兆</a:t>
            </a:r>
            <a:br>
              <a:rPr lang="en-US" altLang="ja-JP" dirty="0"/>
            </a:br>
            <a:r>
              <a:rPr lang="en-US" altLang="ja-JP" dirty="0"/>
              <a:t>A DEMO based on </a:t>
            </a:r>
            <a:r>
              <a:rPr lang="en-US" altLang="zh-CN" dirty="0"/>
              <a:t>previous projects</a:t>
            </a:r>
            <a:endParaRPr lang="ja-JP" altLang="en-US" dirty="0"/>
          </a:p>
        </p:txBody>
      </p:sp>
      <p:pic>
        <p:nvPicPr>
          <p:cNvPr id="8" name="図 7">
            <a:extLst>
              <a:ext uri="{FF2B5EF4-FFF2-40B4-BE49-F238E27FC236}">
                <a16:creationId xmlns:a16="http://schemas.microsoft.com/office/drawing/2014/main" id="{D0181B4A-7919-3032-2DDC-2D4A3DAD6874}"/>
              </a:ext>
            </a:extLst>
          </p:cNvPr>
          <p:cNvPicPr>
            <a:picLocks noChangeAspect="1"/>
          </p:cNvPicPr>
          <p:nvPr/>
        </p:nvPicPr>
        <p:blipFill>
          <a:blip r:embed="rId2"/>
          <a:stretch>
            <a:fillRect/>
          </a:stretch>
        </p:blipFill>
        <p:spPr>
          <a:xfrm>
            <a:off x="83638" y="727579"/>
            <a:ext cx="11986442" cy="6130421"/>
          </a:xfrm>
          <a:prstGeom prst="rect">
            <a:avLst/>
          </a:prstGeom>
        </p:spPr>
      </p:pic>
    </p:spTree>
    <p:extLst>
      <p:ext uri="{BB962C8B-B14F-4D97-AF65-F5344CB8AC3E}">
        <p14:creationId xmlns:p14="http://schemas.microsoft.com/office/powerpoint/2010/main" val="153175987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739588-3108-64B3-9A65-0F78990F4C5E}"/>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A3F3DA0A-BB2F-262C-A378-71C725C6B325}"/>
              </a:ext>
            </a:extLst>
          </p:cNvPr>
          <p:cNvSpPr>
            <a:spLocks noGrp="1"/>
          </p:cNvSpPr>
          <p:nvPr>
            <p:ph type="title"/>
          </p:nvPr>
        </p:nvSpPr>
        <p:spPr>
          <a:xfrm>
            <a:off x="432888" y="38338"/>
            <a:ext cx="11493500" cy="626683"/>
          </a:xfrm>
        </p:spPr>
        <p:txBody>
          <a:bodyPr/>
          <a:lstStyle/>
          <a:p>
            <a:r>
              <a:rPr lang="ja-JP" altLang="en-US" dirty="0"/>
              <a:t>前のプロジェクトを参照にした</a:t>
            </a:r>
            <a:r>
              <a:rPr lang="en-US" altLang="ja-JP" dirty="0"/>
              <a:t>DEMO—AI</a:t>
            </a:r>
            <a:r>
              <a:rPr lang="ja-JP" altLang="en-US" dirty="0"/>
              <a:t>異常発生予兆</a:t>
            </a:r>
            <a:br>
              <a:rPr lang="en-US" altLang="ja-JP" dirty="0"/>
            </a:br>
            <a:r>
              <a:rPr lang="en-US" altLang="ja-JP" dirty="0"/>
              <a:t>A DEMO based on </a:t>
            </a:r>
            <a:r>
              <a:rPr lang="en-US" altLang="zh-CN" dirty="0"/>
              <a:t>previous projects</a:t>
            </a:r>
            <a:endParaRPr lang="ja-JP" altLang="en-US" dirty="0"/>
          </a:p>
        </p:txBody>
      </p:sp>
      <p:pic>
        <p:nvPicPr>
          <p:cNvPr id="4" name="図 3">
            <a:extLst>
              <a:ext uri="{FF2B5EF4-FFF2-40B4-BE49-F238E27FC236}">
                <a16:creationId xmlns:a16="http://schemas.microsoft.com/office/drawing/2014/main" id="{62E1EDF6-AC78-FF3F-64A1-C1C2367EA15A}"/>
              </a:ext>
            </a:extLst>
          </p:cNvPr>
          <p:cNvPicPr>
            <a:picLocks noChangeAspect="1"/>
          </p:cNvPicPr>
          <p:nvPr/>
        </p:nvPicPr>
        <p:blipFill>
          <a:blip r:embed="rId2"/>
          <a:stretch>
            <a:fillRect/>
          </a:stretch>
        </p:blipFill>
        <p:spPr>
          <a:xfrm>
            <a:off x="121560" y="723901"/>
            <a:ext cx="11957995" cy="6126480"/>
          </a:xfrm>
          <a:prstGeom prst="rect">
            <a:avLst/>
          </a:prstGeom>
        </p:spPr>
      </p:pic>
      <p:sp>
        <p:nvSpPr>
          <p:cNvPr id="5" name="吹き出し: 四角形 4">
            <a:extLst>
              <a:ext uri="{FF2B5EF4-FFF2-40B4-BE49-F238E27FC236}">
                <a16:creationId xmlns:a16="http://schemas.microsoft.com/office/drawing/2014/main" id="{C896E83C-D7FB-388F-6C39-E87F21A94BB5}"/>
              </a:ext>
            </a:extLst>
          </p:cNvPr>
          <p:cNvSpPr/>
          <p:nvPr/>
        </p:nvSpPr>
        <p:spPr>
          <a:xfrm>
            <a:off x="3817620" y="5356860"/>
            <a:ext cx="2278380" cy="556260"/>
          </a:xfrm>
          <a:prstGeom prst="wedgeRectCallout">
            <a:avLst>
              <a:gd name="adj1" fmla="val 56807"/>
              <a:gd name="adj2" fmla="val 2226"/>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dirty="0"/>
              <a:t>モデルの判断性能は</a:t>
            </a:r>
            <a:r>
              <a:rPr lang="en-US" altLang="ja-JP" sz="1400" dirty="0"/>
              <a:t>99.6%</a:t>
            </a:r>
            <a:endParaRPr kumimoji="1" lang="ja-JP" altLang="en-US" sz="1400" dirty="0"/>
          </a:p>
        </p:txBody>
      </p:sp>
    </p:spTree>
    <p:extLst>
      <p:ext uri="{BB962C8B-B14F-4D97-AF65-F5344CB8AC3E}">
        <p14:creationId xmlns:p14="http://schemas.microsoft.com/office/powerpoint/2010/main" val="154812119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A7D9FA-5272-B5A8-44D5-E4A758081F07}"/>
            </a:ext>
          </a:extLst>
        </p:cNvPr>
        <p:cNvGrpSpPr/>
        <p:nvPr/>
      </p:nvGrpSpPr>
      <p:grpSpPr>
        <a:xfrm>
          <a:off x="0" y="0"/>
          <a:ext cx="0" cy="0"/>
          <a:chOff x="0" y="0"/>
          <a:chExt cx="0" cy="0"/>
        </a:xfrm>
      </p:grpSpPr>
      <p:sp>
        <p:nvSpPr>
          <p:cNvPr id="6" name="文本框 57">
            <a:extLst>
              <a:ext uri="{FF2B5EF4-FFF2-40B4-BE49-F238E27FC236}">
                <a16:creationId xmlns:a16="http://schemas.microsoft.com/office/drawing/2014/main" id="{B621713E-86F1-0A14-66A5-C7CF134DA11C}"/>
              </a:ext>
            </a:extLst>
          </p:cNvPr>
          <p:cNvSpPr txBox="1">
            <a:spLocks noChangeArrowheads="1"/>
          </p:cNvSpPr>
          <p:nvPr/>
        </p:nvSpPr>
        <p:spPr bwMode="auto">
          <a:xfrm>
            <a:off x="2089529" y="2991712"/>
            <a:ext cx="2099650" cy="6528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3642" b="1" kern="0">
                <a:solidFill>
                  <a:schemeClr val="tx2"/>
                </a:solidFill>
                <a:latin typeface="+mn-ea"/>
                <a:ea typeface="+mn-ea"/>
              </a:rPr>
              <a:t>目次</a:t>
            </a:r>
            <a:endParaRPr kumimoji="0" lang="zh-CN" altLang="en-US" sz="3642" b="1" i="0" u="none" strike="noStrike" kern="0" cap="none" spc="0" normalizeH="0" baseline="0" noProof="0">
              <a:ln>
                <a:noFill/>
              </a:ln>
              <a:solidFill>
                <a:schemeClr val="tx2"/>
              </a:solidFill>
              <a:effectLst/>
              <a:uLnTx/>
              <a:uFillTx/>
              <a:latin typeface="+mn-ea"/>
              <a:ea typeface="+mn-ea"/>
            </a:endParaRPr>
          </a:p>
        </p:txBody>
      </p:sp>
      <p:sp>
        <p:nvSpPr>
          <p:cNvPr id="5" name="文本框 56">
            <a:extLst>
              <a:ext uri="{FF2B5EF4-FFF2-40B4-BE49-F238E27FC236}">
                <a16:creationId xmlns:a16="http://schemas.microsoft.com/office/drawing/2014/main" id="{F49BEC24-ACB3-C4CE-88AA-EDF916E57362}"/>
              </a:ext>
            </a:extLst>
          </p:cNvPr>
          <p:cNvSpPr txBox="1">
            <a:spLocks noChangeArrowheads="1"/>
          </p:cNvSpPr>
          <p:nvPr/>
        </p:nvSpPr>
        <p:spPr bwMode="auto">
          <a:xfrm>
            <a:off x="2162101" y="3553204"/>
            <a:ext cx="1423202" cy="3415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619" b="1" i="0" u="none" strike="noStrike" kern="0" cap="none" spc="0" normalizeH="0" baseline="0" noProof="0">
                <a:ln>
                  <a:noFill/>
                </a:ln>
                <a:solidFill>
                  <a:schemeClr val="tx2"/>
                </a:solidFill>
                <a:effectLst/>
                <a:uLnTx/>
                <a:uFillTx/>
                <a:latin typeface="+mn-ea"/>
                <a:ea typeface="+mn-ea"/>
              </a:rPr>
              <a:t>Contents</a:t>
            </a:r>
            <a:endParaRPr kumimoji="0" lang="zh-CN" altLang="en-US" sz="1619" b="1" i="0" u="none" strike="noStrike" kern="0" cap="none" spc="0" normalizeH="0" baseline="0" noProof="0">
              <a:ln>
                <a:noFill/>
              </a:ln>
              <a:solidFill>
                <a:schemeClr val="tx2"/>
              </a:solidFill>
              <a:effectLst/>
              <a:uLnTx/>
              <a:uFillTx/>
              <a:latin typeface="+mn-ea"/>
              <a:ea typeface="+mn-ea"/>
            </a:endParaRPr>
          </a:p>
        </p:txBody>
      </p:sp>
      <p:sp>
        <p:nvSpPr>
          <p:cNvPr id="9" name="Rectangle 6">
            <a:extLst>
              <a:ext uri="{FF2B5EF4-FFF2-40B4-BE49-F238E27FC236}">
                <a16:creationId xmlns:a16="http://schemas.microsoft.com/office/drawing/2014/main" id="{43FA2468-5FFE-682D-78D5-EBEEB13DB221}"/>
              </a:ext>
            </a:extLst>
          </p:cNvPr>
          <p:cNvSpPr>
            <a:spLocks noChangeArrowheads="1"/>
          </p:cNvSpPr>
          <p:nvPr/>
        </p:nvSpPr>
        <p:spPr bwMode="auto">
          <a:xfrm>
            <a:off x="4015008" y="3134599"/>
            <a:ext cx="47196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buFont typeface="Wingdings" panose="05000000000000000000" pitchFamily="2" charset="2"/>
              <a:buChar char="l"/>
            </a:pPr>
            <a:r>
              <a:rPr kumimoji="0" lang="ja-JP" altLang="en-US" sz="2400" b="1">
                <a:solidFill>
                  <a:srgbClr val="014097"/>
                </a:solidFill>
                <a:latin typeface="+mn-ea"/>
              </a:rPr>
              <a:t>アーキテクチャ初案</a:t>
            </a:r>
            <a:endParaRPr kumimoji="0" lang="zh-CN" altLang="en-US" sz="2400" b="1">
              <a:solidFill>
                <a:srgbClr val="014097"/>
              </a:solidFill>
              <a:latin typeface="+mn-ea"/>
            </a:endParaRPr>
          </a:p>
        </p:txBody>
      </p:sp>
      <p:sp>
        <p:nvSpPr>
          <p:cNvPr id="12" name="Rectangle 6">
            <a:extLst>
              <a:ext uri="{FF2B5EF4-FFF2-40B4-BE49-F238E27FC236}">
                <a16:creationId xmlns:a16="http://schemas.microsoft.com/office/drawing/2014/main" id="{353E678C-4DBE-E4DB-F1C3-46F6B66C8CA5}"/>
              </a:ext>
            </a:extLst>
          </p:cNvPr>
          <p:cNvSpPr>
            <a:spLocks noChangeArrowheads="1"/>
          </p:cNvSpPr>
          <p:nvPr/>
        </p:nvSpPr>
        <p:spPr bwMode="auto">
          <a:xfrm>
            <a:off x="4015008" y="3969130"/>
            <a:ext cx="47196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buFont typeface="Wingdings" panose="05000000000000000000" pitchFamily="2" charset="2"/>
              <a:buChar char="l"/>
            </a:pPr>
            <a:r>
              <a:rPr kumimoji="0" lang="en-US" altLang="ja-JP" sz="2400" b="1">
                <a:solidFill>
                  <a:schemeClr val="bg1">
                    <a:lumMod val="65000"/>
                  </a:schemeClr>
                </a:solidFill>
                <a:latin typeface="+mn-ea"/>
              </a:rPr>
              <a:t>Q</a:t>
            </a:r>
            <a:r>
              <a:rPr kumimoji="0" lang="ja-JP" altLang="en-US" sz="2400" b="1">
                <a:solidFill>
                  <a:schemeClr val="bg1">
                    <a:lumMod val="65000"/>
                  </a:schemeClr>
                </a:solidFill>
                <a:latin typeface="+mn-ea"/>
              </a:rPr>
              <a:t>＆</a:t>
            </a:r>
            <a:r>
              <a:rPr kumimoji="0" lang="en-US" altLang="ja-JP" sz="2400" b="1">
                <a:solidFill>
                  <a:schemeClr val="bg1">
                    <a:lumMod val="65000"/>
                  </a:schemeClr>
                </a:solidFill>
                <a:latin typeface="+mn-ea"/>
              </a:rPr>
              <a:t>A</a:t>
            </a:r>
            <a:endParaRPr kumimoji="0" lang="zh-CN" altLang="en-US" sz="2400" b="1">
              <a:solidFill>
                <a:schemeClr val="bg1">
                  <a:lumMod val="65000"/>
                </a:schemeClr>
              </a:solidFill>
              <a:latin typeface="+mn-ea"/>
            </a:endParaRPr>
          </a:p>
        </p:txBody>
      </p:sp>
      <p:sp>
        <p:nvSpPr>
          <p:cNvPr id="15" name="Rectangle 6">
            <a:extLst>
              <a:ext uri="{FF2B5EF4-FFF2-40B4-BE49-F238E27FC236}">
                <a16:creationId xmlns:a16="http://schemas.microsoft.com/office/drawing/2014/main" id="{23DA499C-3004-9A07-53D2-970A53715175}"/>
              </a:ext>
            </a:extLst>
          </p:cNvPr>
          <p:cNvSpPr>
            <a:spLocks noChangeArrowheads="1"/>
          </p:cNvSpPr>
          <p:nvPr/>
        </p:nvSpPr>
        <p:spPr bwMode="auto">
          <a:xfrm>
            <a:off x="4015008" y="2300068"/>
            <a:ext cx="47196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buFont typeface="Wingdings" panose="05000000000000000000" pitchFamily="2" charset="2"/>
              <a:buChar char="l"/>
            </a:pPr>
            <a:r>
              <a:rPr kumimoji="0" lang="en-US" altLang="ja-JP" sz="2400" b="1">
                <a:solidFill>
                  <a:schemeClr val="bg1">
                    <a:lumMod val="65000"/>
                  </a:schemeClr>
                </a:solidFill>
                <a:latin typeface="+mn-ea"/>
              </a:rPr>
              <a:t>DEMO</a:t>
            </a:r>
            <a:endParaRPr kumimoji="0" lang="zh-CN" altLang="en-US" sz="2400" b="1">
              <a:solidFill>
                <a:schemeClr val="bg1">
                  <a:lumMod val="65000"/>
                </a:schemeClr>
              </a:solidFill>
              <a:latin typeface="+mn-ea"/>
            </a:endParaRPr>
          </a:p>
        </p:txBody>
      </p:sp>
      <p:sp>
        <p:nvSpPr>
          <p:cNvPr id="18" name="Rectangle 6">
            <a:extLst>
              <a:ext uri="{FF2B5EF4-FFF2-40B4-BE49-F238E27FC236}">
                <a16:creationId xmlns:a16="http://schemas.microsoft.com/office/drawing/2014/main" id="{F6F85D11-A1D0-E5A0-5A7C-13D20A80710F}"/>
              </a:ext>
            </a:extLst>
          </p:cNvPr>
          <p:cNvSpPr>
            <a:spLocks noChangeArrowheads="1"/>
          </p:cNvSpPr>
          <p:nvPr/>
        </p:nvSpPr>
        <p:spPr bwMode="auto">
          <a:xfrm>
            <a:off x="4015008" y="1465537"/>
            <a:ext cx="4718973"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342900" indent="-342900">
              <a:buFont typeface="Wingdings" panose="05000000000000000000" pitchFamily="2" charset="2"/>
              <a:buChar char="l"/>
            </a:pPr>
            <a:r>
              <a:rPr kumimoji="0" lang="ja-JP" altLang="en-US" sz="2400" b="1">
                <a:solidFill>
                  <a:schemeClr val="bg1">
                    <a:lumMod val="65000"/>
                  </a:schemeClr>
                </a:solidFill>
                <a:latin typeface="+mn-ea"/>
                <a:ea typeface="+mn-ea"/>
              </a:rPr>
              <a:t>中部電力案件の現状確認</a:t>
            </a:r>
            <a:endParaRPr kumimoji="0" lang="zh-CN" altLang="en-US" sz="2400" b="1">
              <a:solidFill>
                <a:schemeClr val="bg1">
                  <a:lumMod val="65000"/>
                </a:schemeClr>
              </a:solidFill>
              <a:latin typeface="+mn-ea"/>
              <a:ea typeface="+mn-ea"/>
            </a:endParaRPr>
          </a:p>
        </p:txBody>
      </p:sp>
      <p:sp>
        <p:nvSpPr>
          <p:cNvPr id="21" name="Rectangle 6">
            <a:extLst>
              <a:ext uri="{FF2B5EF4-FFF2-40B4-BE49-F238E27FC236}">
                <a16:creationId xmlns:a16="http://schemas.microsoft.com/office/drawing/2014/main" id="{773B1560-DBFD-32D4-AA5E-8F6342DABDDE}"/>
              </a:ext>
            </a:extLst>
          </p:cNvPr>
          <p:cNvSpPr>
            <a:spLocks noChangeArrowheads="1"/>
          </p:cNvSpPr>
          <p:nvPr/>
        </p:nvSpPr>
        <p:spPr bwMode="auto">
          <a:xfrm>
            <a:off x="4015008" y="4803661"/>
            <a:ext cx="47196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buFont typeface="Wingdings" panose="05000000000000000000" pitchFamily="2" charset="2"/>
              <a:buChar char="l"/>
            </a:pPr>
            <a:r>
              <a:rPr kumimoji="0" lang="ja-JP" altLang="en-US" sz="2400" b="1">
                <a:solidFill>
                  <a:schemeClr val="bg1">
                    <a:lumMod val="65000"/>
                  </a:schemeClr>
                </a:solidFill>
                <a:latin typeface="+mn-ea"/>
              </a:rPr>
              <a:t>次のステップ</a:t>
            </a:r>
            <a:endParaRPr kumimoji="0" lang="zh-CN" altLang="en-US" sz="2400" b="1">
              <a:solidFill>
                <a:schemeClr val="bg1">
                  <a:lumMod val="65000"/>
                </a:schemeClr>
              </a:solidFill>
              <a:latin typeface="+mn-ea"/>
            </a:endParaRPr>
          </a:p>
        </p:txBody>
      </p:sp>
    </p:spTree>
    <p:extLst>
      <p:ext uri="{BB962C8B-B14F-4D97-AF65-F5344CB8AC3E}">
        <p14:creationId xmlns:p14="http://schemas.microsoft.com/office/powerpoint/2010/main" val="195835223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F9D3C5-D10E-EE38-D71D-66BA69B979B6}"/>
            </a:ext>
          </a:extLst>
        </p:cNvPr>
        <p:cNvGrpSpPr/>
        <p:nvPr/>
      </p:nvGrpSpPr>
      <p:grpSpPr>
        <a:xfrm>
          <a:off x="0" y="0"/>
          <a:ext cx="0" cy="0"/>
          <a:chOff x="0" y="0"/>
          <a:chExt cx="0" cy="0"/>
        </a:xfrm>
      </p:grpSpPr>
      <p:cxnSp>
        <p:nvCxnSpPr>
          <p:cNvPr id="102" name="直線コネクタ 101">
            <a:extLst>
              <a:ext uri="{FF2B5EF4-FFF2-40B4-BE49-F238E27FC236}">
                <a16:creationId xmlns:a16="http://schemas.microsoft.com/office/drawing/2014/main" id="{B8FEFF2D-54DD-07AA-DA6C-06B8407F69D5}"/>
              </a:ext>
            </a:extLst>
          </p:cNvPr>
          <p:cNvCxnSpPr>
            <a:cxnSpLocks/>
          </p:cNvCxnSpPr>
          <p:nvPr/>
        </p:nvCxnSpPr>
        <p:spPr>
          <a:xfrm>
            <a:off x="7583791" y="5320275"/>
            <a:ext cx="3348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2" name="四角形: 角を丸くする 91">
            <a:extLst>
              <a:ext uri="{FF2B5EF4-FFF2-40B4-BE49-F238E27FC236}">
                <a16:creationId xmlns:a16="http://schemas.microsoft.com/office/drawing/2014/main" id="{2DD717A4-AB4E-77E8-B7E6-9306D6EF1BCC}"/>
              </a:ext>
            </a:extLst>
          </p:cNvPr>
          <p:cNvSpPr/>
          <p:nvPr/>
        </p:nvSpPr>
        <p:spPr>
          <a:xfrm>
            <a:off x="5486400" y="1414764"/>
            <a:ext cx="1663789" cy="1460781"/>
          </a:xfrm>
          <a:prstGeom prst="roundRect">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88" name="直線コネクタ 87">
            <a:extLst>
              <a:ext uri="{FF2B5EF4-FFF2-40B4-BE49-F238E27FC236}">
                <a16:creationId xmlns:a16="http://schemas.microsoft.com/office/drawing/2014/main" id="{DD450123-4CA6-6AED-E343-87EF71B05517}"/>
              </a:ext>
            </a:extLst>
          </p:cNvPr>
          <p:cNvCxnSpPr/>
          <p:nvPr/>
        </p:nvCxnSpPr>
        <p:spPr>
          <a:xfrm>
            <a:off x="3117524" y="2762398"/>
            <a:ext cx="44873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タイトル 2">
            <a:extLst>
              <a:ext uri="{FF2B5EF4-FFF2-40B4-BE49-F238E27FC236}">
                <a16:creationId xmlns:a16="http://schemas.microsoft.com/office/drawing/2014/main" id="{0D1F76B9-4108-C3CE-90C3-80BA7B3CD399}"/>
              </a:ext>
            </a:extLst>
          </p:cNvPr>
          <p:cNvSpPr>
            <a:spLocks noGrp="1"/>
          </p:cNvSpPr>
          <p:nvPr>
            <p:ph type="title"/>
          </p:nvPr>
        </p:nvSpPr>
        <p:spPr>
          <a:xfrm>
            <a:off x="432888" y="52193"/>
            <a:ext cx="11493500" cy="626683"/>
          </a:xfrm>
        </p:spPr>
        <p:txBody>
          <a:bodyPr/>
          <a:lstStyle/>
          <a:p>
            <a:r>
              <a:rPr lang="ja-JP" altLang="en-US" sz="2000"/>
              <a:t>アーキテクチャ初案 </a:t>
            </a:r>
            <a:r>
              <a:rPr lang="en-US" altLang="ja-JP" sz="2000"/>
              <a:t>- </a:t>
            </a:r>
            <a:r>
              <a:rPr lang="ja-JP" altLang="en-US"/>
              <a:t>概要</a:t>
            </a:r>
            <a:br>
              <a:rPr lang="en-US" altLang="ja-JP"/>
            </a:br>
            <a:r>
              <a:rPr lang="en-US" altLang="ja-JP" sz="2000"/>
              <a:t>The draft of </a:t>
            </a:r>
            <a:r>
              <a:rPr lang="en-US" altLang="zh-CN" sz="2000"/>
              <a:t>architecture - General</a:t>
            </a:r>
            <a:endParaRPr lang="ja-JP" altLang="en-US" sz="2000"/>
          </a:p>
        </p:txBody>
      </p:sp>
      <p:sp>
        <p:nvSpPr>
          <p:cNvPr id="2" name="テキスト ボックス 1">
            <a:extLst>
              <a:ext uri="{FF2B5EF4-FFF2-40B4-BE49-F238E27FC236}">
                <a16:creationId xmlns:a16="http://schemas.microsoft.com/office/drawing/2014/main" id="{DEF88A14-0662-B869-714C-9F181CE4BD96}"/>
              </a:ext>
            </a:extLst>
          </p:cNvPr>
          <p:cNvSpPr txBox="1"/>
          <p:nvPr/>
        </p:nvSpPr>
        <p:spPr>
          <a:xfrm>
            <a:off x="9074478" y="22075"/>
            <a:ext cx="2974032" cy="738664"/>
          </a:xfrm>
          <a:prstGeom prst="rect">
            <a:avLst/>
          </a:prstGeom>
          <a:noFill/>
        </p:spPr>
        <p:txBody>
          <a:bodyPr wrap="square" rtlCol="0">
            <a:spAutoFit/>
          </a:bodyPr>
          <a:lstStyle/>
          <a:p>
            <a:r>
              <a:rPr lang="en-US" altLang="ja-JP" sz="1400">
                <a:latin typeface="+mn-ea"/>
              </a:rPr>
              <a:t>Small Project</a:t>
            </a:r>
            <a:r>
              <a:rPr lang="ja-JP" altLang="en-US" sz="1400">
                <a:latin typeface="+mn-ea"/>
              </a:rPr>
              <a:t>で検証</a:t>
            </a:r>
            <a:r>
              <a:rPr kumimoji="1" lang="ja-JP" altLang="en-US" sz="1400">
                <a:latin typeface="+mn-ea"/>
              </a:rPr>
              <a:t>後</a:t>
            </a:r>
            <a:r>
              <a:rPr lang="ja-JP" altLang="en-US" sz="1400">
                <a:latin typeface="+mn-ea"/>
              </a:rPr>
              <a:t>、</a:t>
            </a:r>
            <a:r>
              <a:rPr kumimoji="1" lang="ja-JP" altLang="en-US" sz="1400">
                <a:latin typeface="+mn-ea"/>
              </a:rPr>
              <a:t>他の子局への横展開もできるような柔軟性がある高可用性アーキテクチャ</a:t>
            </a:r>
          </a:p>
        </p:txBody>
      </p:sp>
      <p:pic>
        <p:nvPicPr>
          <p:cNvPr id="10" name="図 9">
            <a:extLst>
              <a:ext uri="{FF2B5EF4-FFF2-40B4-BE49-F238E27FC236}">
                <a16:creationId xmlns:a16="http://schemas.microsoft.com/office/drawing/2014/main" id="{5738FC22-FA51-D1DD-3DC7-74C97398165F}"/>
              </a:ext>
            </a:extLst>
          </p:cNvPr>
          <p:cNvPicPr>
            <a:picLocks noChangeAspect="1"/>
          </p:cNvPicPr>
          <p:nvPr/>
        </p:nvPicPr>
        <p:blipFill>
          <a:blip r:embed="rId3"/>
          <a:srcRect l="10772" t="4025" r="81890" b="87133"/>
          <a:stretch>
            <a:fillRect/>
          </a:stretch>
        </p:blipFill>
        <p:spPr>
          <a:xfrm>
            <a:off x="1700000" y="961177"/>
            <a:ext cx="673412" cy="549665"/>
          </a:xfrm>
          <a:custGeom>
            <a:avLst/>
            <a:gdLst>
              <a:gd name="csX0" fmla="*/ 263525 w 742950"/>
              <a:gd name="csY0" fmla="*/ 0 h 606425"/>
              <a:gd name="csX1" fmla="*/ 742950 w 742950"/>
              <a:gd name="csY1" fmla="*/ 298450 h 606425"/>
              <a:gd name="csX2" fmla="*/ 730250 w 742950"/>
              <a:gd name="csY2" fmla="*/ 444500 h 606425"/>
              <a:gd name="csX3" fmla="*/ 720725 w 742950"/>
              <a:gd name="csY3" fmla="*/ 457200 h 606425"/>
              <a:gd name="csX4" fmla="*/ 730250 w 742950"/>
              <a:gd name="csY4" fmla="*/ 495300 h 606425"/>
              <a:gd name="csX5" fmla="*/ 479425 w 742950"/>
              <a:gd name="csY5" fmla="*/ 606425 h 606425"/>
              <a:gd name="csX6" fmla="*/ 28575 w 742950"/>
              <a:gd name="csY6" fmla="*/ 339725 h 606425"/>
              <a:gd name="csX7" fmla="*/ 41275 w 742950"/>
              <a:gd name="csY7" fmla="*/ 285750 h 606425"/>
              <a:gd name="csX8" fmla="*/ 0 w 742950"/>
              <a:gd name="csY8" fmla="*/ 282575 h 606425"/>
              <a:gd name="csX9" fmla="*/ 9525 w 742950"/>
              <a:gd name="csY9" fmla="*/ 146050 h 60642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742950" h="606425">
                <a:moveTo>
                  <a:pt x="263525" y="0"/>
                </a:moveTo>
                <a:lnTo>
                  <a:pt x="742950" y="298450"/>
                </a:lnTo>
                <a:lnTo>
                  <a:pt x="730250" y="444500"/>
                </a:lnTo>
                <a:lnTo>
                  <a:pt x="720725" y="457200"/>
                </a:lnTo>
                <a:lnTo>
                  <a:pt x="730250" y="495300"/>
                </a:lnTo>
                <a:lnTo>
                  <a:pt x="479425" y="606425"/>
                </a:lnTo>
                <a:lnTo>
                  <a:pt x="28575" y="339725"/>
                </a:lnTo>
                <a:lnTo>
                  <a:pt x="41275" y="285750"/>
                </a:lnTo>
                <a:lnTo>
                  <a:pt x="0" y="282575"/>
                </a:lnTo>
                <a:lnTo>
                  <a:pt x="9525" y="146050"/>
                </a:lnTo>
                <a:close/>
              </a:path>
            </a:pathLst>
          </a:custGeom>
        </p:spPr>
      </p:pic>
      <p:pic>
        <p:nvPicPr>
          <p:cNvPr id="12" name="図 11">
            <a:extLst>
              <a:ext uri="{FF2B5EF4-FFF2-40B4-BE49-F238E27FC236}">
                <a16:creationId xmlns:a16="http://schemas.microsoft.com/office/drawing/2014/main" id="{A924782D-F965-3E3E-FFF7-78DC0CB220AC}"/>
              </a:ext>
            </a:extLst>
          </p:cNvPr>
          <p:cNvPicPr>
            <a:picLocks noChangeAspect="1"/>
          </p:cNvPicPr>
          <p:nvPr/>
        </p:nvPicPr>
        <p:blipFill>
          <a:blip r:embed="rId4"/>
          <a:srcRect l="9745" t="18241" r="82892" b="72269"/>
          <a:stretch>
            <a:fillRect/>
          </a:stretch>
        </p:blipFill>
        <p:spPr>
          <a:xfrm>
            <a:off x="1700000" y="1726568"/>
            <a:ext cx="676289" cy="589954"/>
          </a:xfrm>
          <a:custGeom>
            <a:avLst/>
            <a:gdLst>
              <a:gd name="csX0" fmla="*/ 549275 w 746125"/>
              <a:gd name="csY0" fmla="*/ 0 h 650875"/>
              <a:gd name="csX1" fmla="*/ 746125 w 746125"/>
              <a:gd name="csY1" fmla="*/ 317500 h 650875"/>
              <a:gd name="csX2" fmla="*/ 555625 w 746125"/>
              <a:gd name="csY2" fmla="*/ 647700 h 650875"/>
              <a:gd name="csX3" fmla="*/ 187325 w 746125"/>
              <a:gd name="csY3" fmla="*/ 650875 h 650875"/>
              <a:gd name="csX4" fmla="*/ 0 w 746125"/>
              <a:gd name="csY4" fmla="*/ 323850 h 650875"/>
              <a:gd name="csX5" fmla="*/ 180975 w 746125"/>
              <a:gd name="csY5" fmla="*/ 6350 h 650875"/>
            </a:gdLst>
            <a:ahLst/>
            <a:cxnLst>
              <a:cxn ang="0">
                <a:pos x="csX0" y="csY0"/>
              </a:cxn>
              <a:cxn ang="0">
                <a:pos x="csX1" y="csY1"/>
              </a:cxn>
              <a:cxn ang="0">
                <a:pos x="csX2" y="csY2"/>
              </a:cxn>
              <a:cxn ang="0">
                <a:pos x="csX3" y="csY3"/>
              </a:cxn>
              <a:cxn ang="0">
                <a:pos x="csX4" y="csY4"/>
              </a:cxn>
              <a:cxn ang="0">
                <a:pos x="csX5" y="csY5"/>
              </a:cxn>
            </a:cxnLst>
            <a:rect l="l" t="t" r="r" b="b"/>
            <a:pathLst>
              <a:path w="746125" h="650875">
                <a:moveTo>
                  <a:pt x="549275" y="0"/>
                </a:moveTo>
                <a:lnTo>
                  <a:pt x="746125" y="317500"/>
                </a:lnTo>
                <a:lnTo>
                  <a:pt x="555625" y="647700"/>
                </a:lnTo>
                <a:lnTo>
                  <a:pt x="187325" y="650875"/>
                </a:lnTo>
                <a:lnTo>
                  <a:pt x="0" y="323850"/>
                </a:lnTo>
                <a:lnTo>
                  <a:pt x="180975" y="6350"/>
                </a:lnTo>
                <a:close/>
              </a:path>
            </a:pathLst>
          </a:custGeom>
        </p:spPr>
      </p:pic>
      <p:pic>
        <p:nvPicPr>
          <p:cNvPr id="13" name="図 12">
            <a:extLst>
              <a:ext uri="{FF2B5EF4-FFF2-40B4-BE49-F238E27FC236}">
                <a16:creationId xmlns:a16="http://schemas.microsoft.com/office/drawing/2014/main" id="{33EF2152-B2C5-FC45-51E1-62A41333EA55}"/>
              </a:ext>
            </a:extLst>
          </p:cNvPr>
          <p:cNvPicPr>
            <a:picLocks noChangeAspect="1"/>
          </p:cNvPicPr>
          <p:nvPr/>
        </p:nvPicPr>
        <p:blipFill>
          <a:blip r:embed="rId4"/>
          <a:srcRect l="9649" t="33463" r="82298" b="56537"/>
          <a:stretch>
            <a:fillRect/>
          </a:stretch>
        </p:blipFill>
        <p:spPr>
          <a:xfrm>
            <a:off x="1636675" y="3172752"/>
            <a:ext cx="739602" cy="621611"/>
          </a:xfrm>
          <a:custGeom>
            <a:avLst/>
            <a:gdLst>
              <a:gd name="csX0" fmla="*/ 447675 w 815975"/>
              <a:gd name="csY0" fmla="*/ 0 h 685800"/>
              <a:gd name="csX1" fmla="*/ 815975 w 815975"/>
              <a:gd name="csY1" fmla="*/ 206375 h 685800"/>
              <a:gd name="csX2" fmla="*/ 815975 w 815975"/>
              <a:gd name="csY2" fmla="*/ 434975 h 685800"/>
              <a:gd name="csX3" fmla="*/ 733425 w 815975"/>
              <a:gd name="csY3" fmla="*/ 476250 h 685800"/>
              <a:gd name="csX4" fmla="*/ 742950 w 815975"/>
              <a:gd name="csY4" fmla="*/ 593725 h 685800"/>
              <a:gd name="csX5" fmla="*/ 708025 w 815975"/>
              <a:gd name="csY5" fmla="*/ 615950 h 685800"/>
              <a:gd name="csX6" fmla="*/ 628650 w 815975"/>
              <a:gd name="csY6" fmla="*/ 622300 h 685800"/>
              <a:gd name="csX7" fmla="*/ 603250 w 815975"/>
              <a:gd name="csY7" fmla="*/ 596900 h 685800"/>
              <a:gd name="csX8" fmla="*/ 577850 w 815975"/>
              <a:gd name="csY8" fmla="*/ 587375 h 685800"/>
              <a:gd name="csX9" fmla="*/ 577850 w 815975"/>
              <a:gd name="csY9" fmla="*/ 561975 h 685800"/>
              <a:gd name="csX10" fmla="*/ 501650 w 815975"/>
              <a:gd name="csY10" fmla="*/ 606425 h 685800"/>
              <a:gd name="csX11" fmla="*/ 511175 w 815975"/>
              <a:gd name="csY11" fmla="*/ 685800 h 685800"/>
              <a:gd name="csX12" fmla="*/ 419100 w 815975"/>
              <a:gd name="csY12" fmla="*/ 622300 h 685800"/>
              <a:gd name="csX13" fmla="*/ 403225 w 815975"/>
              <a:gd name="csY13" fmla="*/ 647700 h 685800"/>
              <a:gd name="csX14" fmla="*/ 374650 w 815975"/>
              <a:gd name="csY14" fmla="*/ 647700 h 685800"/>
              <a:gd name="csX15" fmla="*/ 349250 w 815975"/>
              <a:gd name="csY15" fmla="*/ 631825 h 685800"/>
              <a:gd name="csX16" fmla="*/ 349250 w 815975"/>
              <a:gd name="csY16" fmla="*/ 581025 h 685800"/>
              <a:gd name="csX17" fmla="*/ 85725 w 815975"/>
              <a:gd name="csY17" fmla="*/ 444500 h 685800"/>
              <a:gd name="csX18" fmla="*/ 38100 w 815975"/>
              <a:gd name="csY18" fmla="*/ 457200 h 685800"/>
              <a:gd name="csX19" fmla="*/ 19050 w 815975"/>
              <a:gd name="csY19" fmla="*/ 447675 h 685800"/>
              <a:gd name="csX20" fmla="*/ 12700 w 815975"/>
              <a:gd name="csY20" fmla="*/ 400050 h 685800"/>
              <a:gd name="csX21" fmla="*/ 0 w 815975"/>
              <a:gd name="csY21" fmla="*/ 384175 h 685800"/>
              <a:gd name="csX22" fmla="*/ 9525 w 815975"/>
              <a:gd name="csY22" fmla="*/ 146050 h 685800"/>
              <a:gd name="csX23" fmla="*/ 82550 w 815975"/>
              <a:gd name="csY23" fmla="*/ 200025 h 6858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Lst>
            <a:rect l="l" t="t" r="r" b="b"/>
            <a:pathLst>
              <a:path w="815975" h="685800">
                <a:moveTo>
                  <a:pt x="447675" y="0"/>
                </a:moveTo>
                <a:lnTo>
                  <a:pt x="815975" y="206375"/>
                </a:lnTo>
                <a:lnTo>
                  <a:pt x="815975" y="434975"/>
                </a:lnTo>
                <a:lnTo>
                  <a:pt x="733425" y="476250"/>
                </a:lnTo>
                <a:lnTo>
                  <a:pt x="742950" y="593725"/>
                </a:lnTo>
                <a:lnTo>
                  <a:pt x="708025" y="615950"/>
                </a:lnTo>
                <a:lnTo>
                  <a:pt x="628650" y="622300"/>
                </a:lnTo>
                <a:lnTo>
                  <a:pt x="603250" y="596900"/>
                </a:lnTo>
                <a:lnTo>
                  <a:pt x="577850" y="587375"/>
                </a:lnTo>
                <a:lnTo>
                  <a:pt x="577850" y="561975"/>
                </a:lnTo>
                <a:lnTo>
                  <a:pt x="501650" y="606425"/>
                </a:lnTo>
                <a:lnTo>
                  <a:pt x="511175" y="685800"/>
                </a:lnTo>
                <a:lnTo>
                  <a:pt x="419100" y="622300"/>
                </a:lnTo>
                <a:lnTo>
                  <a:pt x="403225" y="647700"/>
                </a:lnTo>
                <a:lnTo>
                  <a:pt x="374650" y="647700"/>
                </a:lnTo>
                <a:lnTo>
                  <a:pt x="349250" y="631825"/>
                </a:lnTo>
                <a:lnTo>
                  <a:pt x="349250" y="581025"/>
                </a:lnTo>
                <a:lnTo>
                  <a:pt x="85725" y="444500"/>
                </a:lnTo>
                <a:lnTo>
                  <a:pt x="38100" y="457200"/>
                </a:lnTo>
                <a:lnTo>
                  <a:pt x="19050" y="447675"/>
                </a:lnTo>
                <a:lnTo>
                  <a:pt x="12700" y="400050"/>
                </a:lnTo>
                <a:lnTo>
                  <a:pt x="0" y="384175"/>
                </a:lnTo>
                <a:lnTo>
                  <a:pt x="9525" y="146050"/>
                </a:lnTo>
                <a:lnTo>
                  <a:pt x="82550" y="200025"/>
                </a:lnTo>
                <a:close/>
              </a:path>
            </a:pathLst>
          </a:custGeom>
        </p:spPr>
      </p:pic>
      <p:pic>
        <p:nvPicPr>
          <p:cNvPr id="14" name="図 13">
            <a:extLst>
              <a:ext uri="{FF2B5EF4-FFF2-40B4-BE49-F238E27FC236}">
                <a16:creationId xmlns:a16="http://schemas.microsoft.com/office/drawing/2014/main" id="{3F4EEA41-C230-ADB4-6B62-1366FF9C1E50}"/>
              </a:ext>
            </a:extLst>
          </p:cNvPr>
          <p:cNvPicPr>
            <a:picLocks noChangeAspect="1"/>
          </p:cNvPicPr>
          <p:nvPr/>
        </p:nvPicPr>
        <p:blipFill>
          <a:blip r:embed="rId3"/>
          <a:srcRect l="83063" t="49259" r="8847" b="40602"/>
          <a:stretch>
            <a:fillRect/>
          </a:stretch>
        </p:blipFill>
        <p:spPr>
          <a:xfrm>
            <a:off x="1631595" y="3886668"/>
            <a:ext cx="742479" cy="630244"/>
          </a:xfrm>
          <a:custGeom>
            <a:avLst/>
            <a:gdLst>
              <a:gd name="csX0" fmla="*/ 441325 w 819150"/>
              <a:gd name="csY0" fmla="*/ 0 h 695325"/>
              <a:gd name="csX1" fmla="*/ 819150 w 819150"/>
              <a:gd name="csY1" fmla="*/ 215900 h 695325"/>
              <a:gd name="csX2" fmla="*/ 815975 w 819150"/>
              <a:gd name="csY2" fmla="*/ 444500 h 695325"/>
              <a:gd name="csX3" fmla="*/ 758825 w 819150"/>
              <a:gd name="csY3" fmla="*/ 469900 h 695325"/>
              <a:gd name="csX4" fmla="*/ 768350 w 819150"/>
              <a:gd name="csY4" fmla="*/ 498475 h 695325"/>
              <a:gd name="csX5" fmla="*/ 774700 w 819150"/>
              <a:gd name="csY5" fmla="*/ 561975 h 695325"/>
              <a:gd name="csX6" fmla="*/ 755650 w 819150"/>
              <a:gd name="csY6" fmla="*/ 600075 h 695325"/>
              <a:gd name="csX7" fmla="*/ 720725 w 819150"/>
              <a:gd name="csY7" fmla="*/ 638175 h 695325"/>
              <a:gd name="csX8" fmla="*/ 644525 w 819150"/>
              <a:gd name="csY8" fmla="*/ 638175 h 695325"/>
              <a:gd name="csX9" fmla="*/ 606425 w 819150"/>
              <a:gd name="csY9" fmla="*/ 631825 h 695325"/>
              <a:gd name="csX10" fmla="*/ 558800 w 819150"/>
              <a:gd name="csY10" fmla="*/ 590550 h 695325"/>
              <a:gd name="csX11" fmla="*/ 511175 w 819150"/>
              <a:gd name="csY11" fmla="*/ 615950 h 695325"/>
              <a:gd name="csX12" fmla="*/ 498475 w 819150"/>
              <a:gd name="csY12" fmla="*/ 695325 h 695325"/>
              <a:gd name="csX13" fmla="*/ 415925 w 819150"/>
              <a:gd name="csY13" fmla="*/ 644525 h 695325"/>
              <a:gd name="csX14" fmla="*/ 368300 w 819150"/>
              <a:gd name="csY14" fmla="*/ 663575 h 695325"/>
              <a:gd name="csX15" fmla="*/ 355600 w 819150"/>
              <a:gd name="csY15" fmla="*/ 650875 h 695325"/>
              <a:gd name="csX16" fmla="*/ 339725 w 819150"/>
              <a:gd name="csY16" fmla="*/ 612775 h 695325"/>
              <a:gd name="csX17" fmla="*/ 85725 w 819150"/>
              <a:gd name="csY17" fmla="*/ 457200 h 695325"/>
              <a:gd name="csX18" fmla="*/ 34925 w 819150"/>
              <a:gd name="csY18" fmla="*/ 473075 h 695325"/>
              <a:gd name="csX19" fmla="*/ 9525 w 819150"/>
              <a:gd name="csY19" fmla="*/ 460375 h 695325"/>
              <a:gd name="csX20" fmla="*/ 25400 w 819150"/>
              <a:gd name="csY20" fmla="*/ 409575 h 695325"/>
              <a:gd name="csX21" fmla="*/ 0 w 819150"/>
              <a:gd name="csY21" fmla="*/ 403225 h 695325"/>
              <a:gd name="csX22" fmla="*/ 0 w 819150"/>
              <a:gd name="csY22" fmla="*/ 174625 h 695325"/>
              <a:gd name="csX23" fmla="*/ 63500 w 819150"/>
              <a:gd name="csY23" fmla="*/ 219075 h 69532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Lst>
            <a:rect l="l" t="t" r="r" b="b"/>
            <a:pathLst>
              <a:path w="819150" h="695325">
                <a:moveTo>
                  <a:pt x="441325" y="0"/>
                </a:moveTo>
                <a:lnTo>
                  <a:pt x="819150" y="215900"/>
                </a:lnTo>
                <a:cubicBezTo>
                  <a:pt x="818092" y="292100"/>
                  <a:pt x="817033" y="368300"/>
                  <a:pt x="815975" y="444500"/>
                </a:cubicBezTo>
                <a:lnTo>
                  <a:pt x="758825" y="469900"/>
                </a:lnTo>
                <a:lnTo>
                  <a:pt x="768350" y="498475"/>
                </a:lnTo>
                <a:lnTo>
                  <a:pt x="774700" y="561975"/>
                </a:lnTo>
                <a:lnTo>
                  <a:pt x="755650" y="600075"/>
                </a:lnTo>
                <a:lnTo>
                  <a:pt x="720725" y="638175"/>
                </a:lnTo>
                <a:lnTo>
                  <a:pt x="644525" y="638175"/>
                </a:lnTo>
                <a:lnTo>
                  <a:pt x="606425" y="631825"/>
                </a:lnTo>
                <a:lnTo>
                  <a:pt x="558800" y="590550"/>
                </a:lnTo>
                <a:lnTo>
                  <a:pt x="511175" y="615950"/>
                </a:lnTo>
                <a:lnTo>
                  <a:pt x="498475" y="695325"/>
                </a:lnTo>
                <a:lnTo>
                  <a:pt x="415925" y="644525"/>
                </a:lnTo>
                <a:lnTo>
                  <a:pt x="368300" y="663575"/>
                </a:lnTo>
                <a:lnTo>
                  <a:pt x="355600" y="650875"/>
                </a:lnTo>
                <a:lnTo>
                  <a:pt x="339725" y="612775"/>
                </a:lnTo>
                <a:lnTo>
                  <a:pt x="85725" y="457200"/>
                </a:lnTo>
                <a:lnTo>
                  <a:pt x="34925" y="473075"/>
                </a:lnTo>
                <a:lnTo>
                  <a:pt x="9525" y="460375"/>
                </a:lnTo>
                <a:lnTo>
                  <a:pt x="25400" y="409575"/>
                </a:lnTo>
                <a:lnTo>
                  <a:pt x="0" y="403225"/>
                </a:lnTo>
                <a:lnTo>
                  <a:pt x="0" y="174625"/>
                </a:lnTo>
                <a:lnTo>
                  <a:pt x="63500" y="219075"/>
                </a:lnTo>
                <a:close/>
              </a:path>
            </a:pathLst>
          </a:custGeom>
        </p:spPr>
      </p:pic>
      <p:pic>
        <p:nvPicPr>
          <p:cNvPr id="15" name="図 14">
            <a:extLst>
              <a:ext uri="{FF2B5EF4-FFF2-40B4-BE49-F238E27FC236}">
                <a16:creationId xmlns:a16="http://schemas.microsoft.com/office/drawing/2014/main" id="{1F8D54DD-86A1-C5C7-D6A9-870C7661A2EF}"/>
              </a:ext>
            </a:extLst>
          </p:cNvPr>
          <p:cNvPicPr>
            <a:picLocks noChangeAspect="1"/>
          </p:cNvPicPr>
          <p:nvPr/>
        </p:nvPicPr>
        <p:blipFill>
          <a:blip r:embed="rId4"/>
          <a:srcRect l="56392" t="19769" r="34553" b="68889"/>
          <a:stretch>
            <a:fillRect/>
          </a:stretch>
        </p:blipFill>
        <p:spPr>
          <a:xfrm>
            <a:off x="1644120" y="5355512"/>
            <a:ext cx="768880" cy="651819"/>
          </a:xfrm>
          <a:custGeom>
            <a:avLst/>
            <a:gdLst>
              <a:gd name="csX0" fmla="*/ 504825 w 917575"/>
              <a:gd name="csY0" fmla="*/ 0 h 777875"/>
              <a:gd name="csX1" fmla="*/ 914400 w 917575"/>
              <a:gd name="csY1" fmla="*/ 228600 h 777875"/>
              <a:gd name="csX2" fmla="*/ 917575 w 917575"/>
              <a:gd name="csY2" fmla="*/ 492125 h 777875"/>
              <a:gd name="csX3" fmla="*/ 838200 w 917575"/>
              <a:gd name="csY3" fmla="*/ 546100 h 777875"/>
              <a:gd name="csX4" fmla="*/ 838200 w 917575"/>
              <a:gd name="csY4" fmla="*/ 673100 h 777875"/>
              <a:gd name="csX5" fmla="*/ 806450 w 917575"/>
              <a:gd name="csY5" fmla="*/ 695325 h 777875"/>
              <a:gd name="csX6" fmla="*/ 768350 w 917575"/>
              <a:gd name="csY6" fmla="*/ 708025 h 777875"/>
              <a:gd name="csX7" fmla="*/ 704850 w 917575"/>
              <a:gd name="csY7" fmla="*/ 701675 h 777875"/>
              <a:gd name="csX8" fmla="*/ 682625 w 917575"/>
              <a:gd name="csY8" fmla="*/ 692150 h 777875"/>
              <a:gd name="csX9" fmla="*/ 654050 w 917575"/>
              <a:gd name="csY9" fmla="*/ 654050 h 777875"/>
              <a:gd name="csX10" fmla="*/ 574675 w 917575"/>
              <a:gd name="csY10" fmla="*/ 701675 h 777875"/>
              <a:gd name="csX11" fmla="*/ 577850 w 917575"/>
              <a:gd name="csY11" fmla="*/ 777875 h 777875"/>
              <a:gd name="csX12" fmla="*/ 482600 w 917575"/>
              <a:gd name="csY12" fmla="*/ 714375 h 777875"/>
              <a:gd name="csX13" fmla="*/ 428625 w 917575"/>
              <a:gd name="csY13" fmla="*/ 739775 h 777875"/>
              <a:gd name="csX14" fmla="*/ 400050 w 917575"/>
              <a:gd name="csY14" fmla="*/ 739775 h 777875"/>
              <a:gd name="csX15" fmla="*/ 396875 w 917575"/>
              <a:gd name="csY15" fmla="*/ 673100 h 777875"/>
              <a:gd name="csX16" fmla="*/ 98425 w 917575"/>
              <a:gd name="csY16" fmla="*/ 495300 h 777875"/>
              <a:gd name="csX17" fmla="*/ 63500 w 917575"/>
              <a:gd name="csY17" fmla="*/ 530225 h 777875"/>
              <a:gd name="csX18" fmla="*/ 25400 w 917575"/>
              <a:gd name="csY18" fmla="*/ 514350 h 777875"/>
              <a:gd name="csX19" fmla="*/ 25400 w 917575"/>
              <a:gd name="csY19" fmla="*/ 466725 h 777875"/>
              <a:gd name="csX20" fmla="*/ 12700 w 917575"/>
              <a:gd name="csY20" fmla="*/ 463550 h 777875"/>
              <a:gd name="csX21" fmla="*/ 0 w 917575"/>
              <a:gd name="csY21" fmla="*/ 200025 h 777875"/>
              <a:gd name="csX22" fmla="*/ 101600 w 917575"/>
              <a:gd name="csY22" fmla="*/ 238125 h 77787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Lst>
            <a:rect l="l" t="t" r="r" b="b"/>
            <a:pathLst>
              <a:path w="917575" h="777875">
                <a:moveTo>
                  <a:pt x="504825" y="0"/>
                </a:moveTo>
                <a:lnTo>
                  <a:pt x="914400" y="228600"/>
                </a:lnTo>
                <a:cubicBezTo>
                  <a:pt x="915458" y="316442"/>
                  <a:pt x="916517" y="404283"/>
                  <a:pt x="917575" y="492125"/>
                </a:cubicBezTo>
                <a:lnTo>
                  <a:pt x="838200" y="546100"/>
                </a:lnTo>
                <a:lnTo>
                  <a:pt x="838200" y="673100"/>
                </a:lnTo>
                <a:lnTo>
                  <a:pt x="806450" y="695325"/>
                </a:lnTo>
                <a:lnTo>
                  <a:pt x="768350" y="708025"/>
                </a:lnTo>
                <a:lnTo>
                  <a:pt x="704850" y="701675"/>
                </a:lnTo>
                <a:lnTo>
                  <a:pt x="682625" y="692150"/>
                </a:lnTo>
                <a:lnTo>
                  <a:pt x="654050" y="654050"/>
                </a:lnTo>
                <a:lnTo>
                  <a:pt x="574675" y="701675"/>
                </a:lnTo>
                <a:lnTo>
                  <a:pt x="577850" y="777875"/>
                </a:lnTo>
                <a:lnTo>
                  <a:pt x="482600" y="714375"/>
                </a:lnTo>
                <a:lnTo>
                  <a:pt x="428625" y="739775"/>
                </a:lnTo>
                <a:lnTo>
                  <a:pt x="400050" y="739775"/>
                </a:lnTo>
                <a:lnTo>
                  <a:pt x="396875" y="673100"/>
                </a:lnTo>
                <a:lnTo>
                  <a:pt x="98425" y="495300"/>
                </a:lnTo>
                <a:lnTo>
                  <a:pt x="63500" y="530225"/>
                </a:lnTo>
                <a:lnTo>
                  <a:pt x="25400" y="514350"/>
                </a:lnTo>
                <a:lnTo>
                  <a:pt x="25400" y="466725"/>
                </a:lnTo>
                <a:lnTo>
                  <a:pt x="12700" y="463550"/>
                </a:lnTo>
                <a:lnTo>
                  <a:pt x="0" y="200025"/>
                </a:lnTo>
                <a:lnTo>
                  <a:pt x="101600" y="238125"/>
                </a:lnTo>
                <a:close/>
              </a:path>
            </a:pathLst>
          </a:custGeom>
        </p:spPr>
      </p:pic>
      <p:pic>
        <p:nvPicPr>
          <p:cNvPr id="17" name="図 16">
            <a:extLst>
              <a:ext uri="{FF2B5EF4-FFF2-40B4-BE49-F238E27FC236}">
                <a16:creationId xmlns:a16="http://schemas.microsoft.com/office/drawing/2014/main" id="{68290B28-43A4-4E73-4F38-963448F326BC}"/>
              </a:ext>
            </a:extLst>
          </p:cNvPr>
          <p:cNvPicPr>
            <a:picLocks noChangeAspect="1"/>
          </p:cNvPicPr>
          <p:nvPr/>
        </p:nvPicPr>
        <p:blipFill>
          <a:blip r:embed="rId4"/>
          <a:srcRect l="30291" t="27083" r="60904" b="61852"/>
          <a:stretch>
            <a:fillRect/>
          </a:stretch>
        </p:blipFill>
        <p:spPr>
          <a:xfrm>
            <a:off x="3474296" y="1999547"/>
            <a:ext cx="892175" cy="758825"/>
          </a:xfrm>
          <a:custGeom>
            <a:avLst/>
            <a:gdLst>
              <a:gd name="csX0" fmla="*/ 488950 w 892175"/>
              <a:gd name="csY0" fmla="*/ 0 h 758825"/>
              <a:gd name="csX1" fmla="*/ 892175 w 892175"/>
              <a:gd name="csY1" fmla="*/ 228600 h 758825"/>
              <a:gd name="csX2" fmla="*/ 885825 w 892175"/>
              <a:gd name="csY2" fmla="*/ 492125 h 758825"/>
              <a:gd name="csX3" fmla="*/ 546100 w 892175"/>
              <a:gd name="csY3" fmla="*/ 669925 h 758825"/>
              <a:gd name="csX4" fmla="*/ 552450 w 892175"/>
              <a:gd name="csY4" fmla="*/ 758825 h 758825"/>
              <a:gd name="csX5" fmla="*/ 454025 w 892175"/>
              <a:gd name="csY5" fmla="*/ 698500 h 758825"/>
              <a:gd name="csX6" fmla="*/ 415925 w 892175"/>
              <a:gd name="csY6" fmla="*/ 714375 h 758825"/>
              <a:gd name="csX7" fmla="*/ 374650 w 892175"/>
              <a:gd name="csY7" fmla="*/ 701675 h 758825"/>
              <a:gd name="csX8" fmla="*/ 387350 w 892175"/>
              <a:gd name="csY8" fmla="*/ 641350 h 758825"/>
              <a:gd name="csX9" fmla="*/ 85725 w 892175"/>
              <a:gd name="csY9" fmla="*/ 473075 h 758825"/>
              <a:gd name="csX10" fmla="*/ 53975 w 892175"/>
              <a:gd name="csY10" fmla="*/ 504825 h 758825"/>
              <a:gd name="csX11" fmla="*/ 22225 w 892175"/>
              <a:gd name="csY11" fmla="*/ 495300 h 758825"/>
              <a:gd name="csX12" fmla="*/ 22225 w 892175"/>
              <a:gd name="csY12" fmla="*/ 441325 h 758825"/>
              <a:gd name="csX13" fmla="*/ 0 w 892175"/>
              <a:gd name="csY13" fmla="*/ 434975 h 758825"/>
              <a:gd name="csX14" fmla="*/ 3175 w 892175"/>
              <a:gd name="csY14" fmla="*/ 187325 h 758825"/>
              <a:gd name="csX15" fmla="*/ 85725 w 892175"/>
              <a:gd name="csY15" fmla="*/ 225425 h 75882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Lst>
            <a:rect l="l" t="t" r="r" b="b"/>
            <a:pathLst>
              <a:path w="892175" h="758825">
                <a:moveTo>
                  <a:pt x="488950" y="0"/>
                </a:moveTo>
                <a:lnTo>
                  <a:pt x="892175" y="228600"/>
                </a:lnTo>
                <a:lnTo>
                  <a:pt x="885825" y="492125"/>
                </a:lnTo>
                <a:lnTo>
                  <a:pt x="546100" y="669925"/>
                </a:lnTo>
                <a:lnTo>
                  <a:pt x="552450" y="758825"/>
                </a:lnTo>
                <a:lnTo>
                  <a:pt x="454025" y="698500"/>
                </a:lnTo>
                <a:lnTo>
                  <a:pt x="415925" y="714375"/>
                </a:lnTo>
                <a:lnTo>
                  <a:pt x="374650" y="701675"/>
                </a:lnTo>
                <a:lnTo>
                  <a:pt x="387350" y="641350"/>
                </a:lnTo>
                <a:lnTo>
                  <a:pt x="85725" y="473075"/>
                </a:lnTo>
                <a:lnTo>
                  <a:pt x="53975" y="504825"/>
                </a:lnTo>
                <a:lnTo>
                  <a:pt x="22225" y="495300"/>
                </a:lnTo>
                <a:lnTo>
                  <a:pt x="22225" y="441325"/>
                </a:lnTo>
                <a:lnTo>
                  <a:pt x="0" y="434975"/>
                </a:lnTo>
                <a:cubicBezTo>
                  <a:pt x="1058" y="352425"/>
                  <a:pt x="2117" y="269875"/>
                  <a:pt x="3175" y="187325"/>
                </a:cubicBezTo>
                <a:lnTo>
                  <a:pt x="85725" y="225425"/>
                </a:lnTo>
                <a:close/>
              </a:path>
            </a:pathLst>
          </a:custGeom>
        </p:spPr>
      </p:pic>
      <p:pic>
        <p:nvPicPr>
          <p:cNvPr id="16" name="図 15">
            <a:extLst>
              <a:ext uri="{FF2B5EF4-FFF2-40B4-BE49-F238E27FC236}">
                <a16:creationId xmlns:a16="http://schemas.microsoft.com/office/drawing/2014/main" id="{DAFF2DD3-1A83-E0AC-25DC-C72116989AB9}"/>
              </a:ext>
            </a:extLst>
          </p:cNvPr>
          <p:cNvPicPr>
            <a:picLocks noChangeAspect="1"/>
          </p:cNvPicPr>
          <p:nvPr/>
        </p:nvPicPr>
        <p:blipFill>
          <a:blip r:embed="rId4"/>
          <a:srcRect l="30291" t="27083" r="60904" b="61852"/>
          <a:stretch>
            <a:fillRect/>
          </a:stretch>
        </p:blipFill>
        <p:spPr>
          <a:xfrm>
            <a:off x="3474297" y="2355315"/>
            <a:ext cx="892175" cy="758825"/>
          </a:xfrm>
          <a:custGeom>
            <a:avLst/>
            <a:gdLst>
              <a:gd name="csX0" fmla="*/ 488950 w 892175"/>
              <a:gd name="csY0" fmla="*/ 0 h 758825"/>
              <a:gd name="csX1" fmla="*/ 892175 w 892175"/>
              <a:gd name="csY1" fmla="*/ 228600 h 758825"/>
              <a:gd name="csX2" fmla="*/ 885825 w 892175"/>
              <a:gd name="csY2" fmla="*/ 492125 h 758825"/>
              <a:gd name="csX3" fmla="*/ 546100 w 892175"/>
              <a:gd name="csY3" fmla="*/ 669925 h 758825"/>
              <a:gd name="csX4" fmla="*/ 552450 w 892175"/>
              <a:gd name="csY4" fmla="*/ 758825 h 758825"/>
              <a:gd name="csX5" fmla="*/ 454025 w 892175"/>
              <a:gd name="csY5" fmla="*/ 698500 h 758825"/>
              <a:gd name="csX6" fmla="*/ 415925 w 892175"/>
              <a:gd name="csY6" fmla="*/ 714375 h 758825"/>
              <a:gd name="csX7" fmla="*/ 374650 w 892175"/>
              <a:gd name="csY7" fmla="*/ 701675 h 758825"/>
              <a:gd name="csX8" fmla="*/ 387350 w 892175"/>
              <a:gd name="csY8" fmla="*/ 641350 h 758825"/>
              <a:gd name="csX9" fmla="*/ 85725 w 892175"/>
              <a:gd name="csY9" fmla="*/ 473075 h 758825"/>
              <a:gd name="csX10" fmla="*/ 53975 w 892175"/>
              <a:gd name="csY10" fmla="*/ 504825 h 758825"/>
              <a:gd name="csX11" fmla="*/ 22225 w 892175"/>
              <a:gd name="csY11" fmla="*/ 495300 h 758825"/>
              <a:gd name="csX12" fmla="*/ 22225 w 892175"/>
              <a:gd name="csY12" fmla="*/ 441325 h 758825"/>
              <a:gd name="csX13" fmla="*/ 0 w 892175"/>
              <a:gd name="csY13" fmla="*/ 434975 h 758825"/>
              <a:gd name="csX14" fmla="*/ 3175 w 892175"/>
              <a:gd name="csY14" fmla="*/ 187325 h 758825"/>
              <a:gd name="csX15" fmla="*/ 85725 w 892175"/>
              <a:gd name="csY15" fmla="*/ 225425 h 75882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Lst>
            <a:rect l="l" t="t" r="r" b="b"/>
            <a:pathLst>
              <a:path w="892175" h="758825">
                <a:moveTo>
                  <a:pt x="488950" y="0"/>
                </a:moveTo>
                <a:lnTo>
                  <a:pt x="892175" y="228600"/>
                </a:lnTo>
                <a:lnTo>
                  <a:pt x="885825" y="492125"/>
                </a:lnTo>
                <a:lnTo>
                  <a:pt x="546100" y="669925"/>
                </a:lnTo>
                <a:lnTo>
                  <a:pt x="552450" y="758825"/>
                </a:lnTo>
                <a:lnTo>
                  <a:pt x="454025" y="698500"/>
                </a:lnTo>
                <a:lnTo>
                  <a:pt x="415925" y="714375"/>
                </a:lnTo>
                <a:lnTo>
                  <a:pt x="374650" y="701675"/>
                </a:lnTo>
                <a:lnTo>
                  <a:pt x="387350" y="641350"/>
                </a:lnTo>
                <a:lnTo>
                  <a:pt x="85725" y="473075"/>
                </a:lnTo>
                <a:lnTo>
                  <a:pt x="53975" y="504825"/>
                </a:lnTo>
                <a:lnTo>
                  <a:pt x="22225" y="495300"/>
                </a:lnTo>
                <a:lnTo>
                  <a:pt x="22225" y="441325"/>
                </a:lnTo>
                <a:lnTo>
                  <a:pt x="0" y="434975"/>
                </a:lnTo>
                <a:cubicBezTo>
                  <a:pt x="1058" y="352425"/>
                  <a:pt x="2117" y="269875"/>
                  <a:pt x="3175" y="187325"/>
                </a:cubicBezTo>
                <a:lnTo>
                  <a:pt x="85725" y="225425"/>
                </a:lnTo>
                <a:close/>
              </a:path>
            </a:pathLst>
          </a:custGeom>
        </p:spPr>
      </p:pic>
      <p:pic>
        <p:nvPicPr>
          <p:cNvPr id="23" name="図 22">
            <a:extLst>
              <a:ext uri="{FF2B5EF4-FFF2-40B4-BE49-F238E27FC236}">
                <a16:creationId xmlns:a16="http://schemas.microsoft.com/office/drawing/2014/main" id="{3DA4E606-8AE1-1681-CAED-7BA2B86B4D55}"/>
              </a:ext>
            </a:extLst>
          </p:cNvPr>
          <p:cNvPicPr>
            <a:picLocks noChangeAspect="1"/>
          </p:cNvPicPr>
          <p:nvPr/>
        </p:nvPicPr>
        <p:blipFill>
          <a:blip r:embed="rId3"/>
          <a:srcRect l="83063" t="49259" r="8847" b="40602"/>
          <a:stretch>
            <a:fillRect/>
          </a:stretch>
        </p:blipFill>
        <p:spPr>
          <a:xfrm>
            <a:off x="8384777" y="3662555"/>
            <a:ext cx="819150" cy="695325"/>
          </a:xfrm>
          <a:custGeom>
            <a:avLst/>
            <a:gdLst>
              <a:gd name="csX0" fmla="*/ 441325 w 819150"/>
              <a:gd name="csY0" fmla="*/ 0 h 695325"/>
              <a:gd name="csX1" fmla="*/ 819150 w 819150"/>
              <a:gd name="csY1" fmla="*/ 215900 h 695325"/>
              <a:gd name="csX2" fmla="*/ 815975 w 819150"/>
              <a:gd name="csY2" fmla="*/ 444500 h 695325"/>
              <a:gd name="csX3" fmla="*/ 758825 w 819150"/>
              <a:gd name="csY3" fmla="*/ 469900 h 695325"/>
              <a:gd name="csX4" fmla="*/ 768350 w 819150"/>
              <a:gd name="csY4" fmla="*/ 498475 h 695325"/>
              <a:gd name="csX5" fmla="*/ 774700 w 819150"/>
              <a:gd name="csY5" fmla="*/ 561975 h 695325"/>
              <a:gd name="csX6" fmla="*/ 755650 w 819150"/>
              <a:gd name="csY6" fmla="*/ 600075 h 695325"/>
              <a:gd name="csX7" fmla="*/ 720725 w 819150"/>
              <a:gd name="csY7" fmla="*/ 638175 h 695325"/>
              <a:gd name="csX8" fmla="*/ 644525 w 819150"/>
              <a:gd name="csY8" fmla="*/ 638175 h 695325"/>
              <a:gd name="csX9" fmla="*/ 606425 w 819150"/>
              <a:gd name="csY9" fmla="*/ 631825 h 695325"/>
              <a:gd name="csX10" fmla="*/ 558800 w 819150"/>
              <a:gd name="csY10" fmla="*/ 590550 h 695325"/>
              <a:gd name="csX11" fmla="*/ 511175 w 819150"/>
              <a:gd name="csY11" fmla="*/ 615950 h 695325"/>
              <a:gd name="csX12" fmla="*/ 498475 w 819150"/>
              <a:gd name="csY12" fmla="*/ 695325 h 695325"/>
              <a:gd name="csX13" fmla="*/ 415925 w 819150"/>
              <a:gd name="csY13" fmla="*/ 644525 h 695325"/>
              <a:gd name="csX14" fmla="*/ 368300 w 819150"/>
              <a:gd name="csY14" fmla="*/ 663575 h 695325"/>
              <a:gd name="csX15" fmla="*/ 355600 w 819150"/>
              <a:gd name="csY15" fmla="*/ 650875 h 695325"/>
              <a:gd name="csX16" fmla="*/ 339725 w 819150"/>
              <a:gd name="csY16" fmla="*/ 612775 h 695325"/>
              <a:gd name="csX17" fmla="*/ 85725 w 819150"/>
              <a:gd name="csY17" fmla="*/ 457200 h 695325"/>
              <a:gd name="csX18" fmla="*/ 34925 w 819150"/>
              <a:gd name="csY18" fmla="*/ 473075 h 695325"/>
              <a:gd name="csX19" fmla="*/ 9525 w 819150"/>
              <a:gd name="csY19" fmla="*/ 460375 h 695325"/>
              <a:gd name="csX20" fmla="*/ 25400 w 819150"/>
              <a:gd name="csY20" fmla="*/ 409575 h 695325"/>
              <a:gd name="csX21" fmla="*/ 0 w 819150"/>
              <a:gd name="csY21" fmla="*/ 403225 h 695325"/>
              <a:gd name="csX22" fmla="*/ 0 w 819150"/>
              <a:gd name="csY22" fmla="*/ 174625 h 695325"/>
              <a:gd name="csX23" fmla="*/ 63500 w 819150"/>
              <a:gd name="csY23" fmla="*/ 219075 h 69532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Lst>
            <a:rect l="l" t="t" r="r" b="b"/>
            <a:pathLst>
              <a:path w="819150" h="695325">
                <a:moveTo>
                  <a:pt x="441325" y="0"/>
                </a:moveTo>
                <a:lnTo>
                  <a:pt x="819150" y="215900"/>
                </a:lnTo>
                <a:cubicBezTo>
                  <a:pt x="818092" y="292100"/>
                  <a:pt x="817033" y="368300"/>
                  <a:pt x="815975" y="444500"/>
                </a:cubicBezTo>
                <a:lnTo>
                  <a:pt x="758825" y="469900"/>
                </a:lnTo>
                <a:lnTo>
                  <a:pt x="768350" y="498475"/>
                </a:lnTo>
                <a:lnTo>
                  <a:pt x="774700" y="561975"/>
                </a:lnTo>
                <a:lnTo>
                  <a:pt x="755650" y="600075"/>
                </a:lnTo>
                <a:lnTo>
                  <a:pt x="720725" y="638175"/>
                </a:lnTo>
                <a:lnTo>
                  <a:pt x="644525" y="638175"/>
                </a:lnTo>
                <a:lnTo>
                  <a:pt x="606425" y="631825"/>
                </a:lnTo>
                <a:lnTo>
                  <a:pt x="558800" y="590550"/>
                </a:lnTo>
                <a:lnTo>
                  <a:pt x="511175" y="615950"/>
                </a:lnTo>
                <a:lnTo>
                  <a:pt x="498475" y="695325"/>
                </a:lnTo>
                <a:lnTo>
                  <a:pt x="415925" y="644525"/>
                </a:lnTo>
                <a:lnTo>
                  <a:pt x="368300" y="663575"/>
                </a:lnTo>
                <a:lnTo>
                  <a:pt x="355600" y="650875"/>
                </a:lnTo>
                <a:lnTo>
                  <a:pt x="339725" y="612775"/>
                </a:lnTo>
                <a:lnTo>
                  <a:pt x="85725" y="457200"/>
                </a:lnTo>
                <a:lnTo>
                  <a:pt x="34925" y="473075"/>
                </a:lnTo>
                <a:lnTo>
                  <a:pt x="9525" y="460375"/>
                </a:lnTo>
                <a:lnTo>
                  <a:pt x="25400" y="409575"/>
                </a:lnTo>
                <a:lnTo>
                  <a:pt x="0" y="403225"/>
                </a:lnTo>
                <a:lnTo>
                  <a:pt x="0" y="174625"/>
                </a:lnTo>
                <a:lnTo>
                  <a:pt x="63500" y="219075"/>
                </a:lnTo>
                <a:close/>
              </a:path>
            </a:pathLst>
          </a:custGeom>
        </p:spPr>
      </p:pic>
      <p:sp>
        <p:nvSpPr>
          <p:cNvPr id="26" name="円柱 25">
            <a:extLst>
              <a:ext uri="{FF2B5EF4-FFF2-40B4-BE49-F238E27FC236}">
                <a16:creationId xmlns:a16="http://schemas.microsoft.com/office/drawing/2014/main" id="{605FCBB7-F6DC-AC8E-6082-7B2DC506EAAE}"/>
              </a:ext>
            </a:extLst>
          </p:cNvPr>
          <p:cNvSpPr/>
          <p:nvPr/>
        </p:nvSpPr>
        <p:spPr>
          <a:xfrm>
            <a:off x="2973524" y="807856"/>
            <a:ext cx="144000" cy="5691444"/>
          </a:xfrm>
          <a:prstGeom prst="can">
            <a:avLst/>
          </a:prstGeom>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21594000" scaled="0"/>
            <a:tileRect/>
          </a:gradFill>
          <a:ln w="31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8" name="円柱 27">
            <a:extLst>
              <a:ext uri="{FF2B5EF4-FFF2-40B4-BE49-F238E27FC236}">
                <a16:creationId xmlns:a16="http://schemas.microsoft.com/office/drawing/2014/main" id="{56AE9612-BC38-2B25-6763-A5974CFAB65F}"/>
              </a:ext>
            </a:extLst>
          </p:cNvPr>
          <p:cNvSpPr/>
          <p:nvPr/>
        </p:nvSpPr>
        <p:spPr>
          <a:xfrm>
            <a:off x="7419234" y="807551"/>
            <a:ext cx="144000" cy="5691444"/>
          </a:xfrm>
          <a:prstGeom prst="can">
            <a:avLst/>
          </a:prstGeom>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21594000" scaled="0"/>
            <a:tileRect/>
          </a:gradFill>
          <a:ln w="31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0" name="テキスト ボックス 29">
            <a:extLst>
              <a:ext uri="{FF2B5EF4-FFF2-40B4-BE49-F238E27FC236}">
                <a16:creationId xmlns:a16="http://schemas.microsoft.com/office/drawing/2014/main" id="{08A84038-696C-5A1D-E07E-9F614DDAFC5B}"/>
              </a:ext>
            </a:extLst>
          </p:cNvPr>
          <p:cNvSpPr txBox="1"/>
          <p:nvPr/>
        </p:nvSpPr>
        <p:spPr>
          <a:xfrm>
            <a:off x="5648206" y="2590467"/>
            <a:ext cx="1088760" cy="276999"/>
          </a:xfrm>
          <a:prstGeom prst="rect">
            <a:avLst/>
          </a:prstGeom>
          <a:noFill/>
        </p:spPr>
        <p:txBody>
          <a:bodyPr wrap="none" rtlCol="0">
            <a:spAutoFit/>
          </a:bodyPr>
          <a:lstStyle/>
          <a:p>
            <a:r>
              <a:rPr kumimoji="1" lang="en-US" altLang="ja-JP" sz="1200"/>
              <a:t>PI DA Server</a:t>
            </a:r>
            <a:endParaRPr kumimoji="1" lang="ja-JP" altLang="en-US" sz="1200"/>
          </a:p>
        </p:txBody>
      </p:sp>
      <p:sp>
        <p:nvSpPr>
          <p:cNvPr id="33" name="テキスト ボックス 32">
            <a:extLst>
              <a:ext uri="{FF2B5EF4-FFF2-40B4-BE49-F238E27FC236}">
                <a16:creationId xmlns:a16="http://schemas.microsoft.com/office/drawing/2014/main" id="{8E51E0A1-F14A-53B1-7E31-00B9EF893E40}"/>
              </a:ext>
            </a:extLst>
          </p:cNvPr>
          <p:cNvSpPr txBox="1"/>
          <p:nvPr/>
        </p:nvSpPr>
        <p:spPr>
          <a:xfrm>
            <a:off x="8403668" y="4313203"/>
            <a:ext cx="808235" cy="276999"/>
          </a:xfrm>
          <a:prstGeom prst="rect">
            <a:avLst/>
          </a:prstGeom>
          <a:noFill/>
        </p:spPr>
        <p:txBody>
          <a:bodyPr wrap="none" rtlCol="0">
            <a:spAutoFit/>
          </a:bodyPr>
          <a:lstStyle/>
          <a:p>
            <a:r>
              <a:rPr kumimoji="1" lang="en-US" altLang="ja-JP" sz="1200"/>
              <a:t>PI Vision</a:t>
            </a:r>
            <a:endParaRPr kumimoji="1" lang="ja-JP" altLang="en-US" sz="1200"/>
          </a:p>
        </p:txBody>
      </p:sp>
      <p:sp>
        <p:nvSpPr>
          <p:cNvPr id="34" name="テキスト ボックス 33">
            <a:extLst>
              <a:ext uri="{FF2B5EF4-FFF2-40B4-BE49-F238E27FC236}">
                <a16:creationId xmlns:a16="http://schemas.microsoft.com/office/drawing/2014/main" id="{2689F83E-28BD-A517-45C0-FDC36942A0A1}"/>
              </a:ext>
            </a:extLst>
          </p:cNvPr>
          <p:cNvSpPr txBox="1"/>
          <p:nvPr/>
        </p:nvSpPr>
        <p:spPr>
          <a:xfrm>
            <a:off x="8403668" y="4538867"/>
            <a:ext cx="981359" cy="276999"/>
          </a:xfrm>
          <a:prstGeom prst="rect">
            <a:avLst/>
          </a:prstGeom>
          <a:noFill/>
        </p:spPr>
        <p:txBody>
          <a:bodyPr wrap="none" rtlCol="0">
            <a:spAutoFit/>
          </a:bodyPr>
          <a:lstStyle/>
          <a:p>
            <a:r>
              <a:rPr kumimoji="1" lang="en-US" altLang="ja-JP" sz="1200"/>
              <a:t>PI Web API</a:t>
            </a:r>
            <a:endParaRPr kumimoji="1" lang="ja-JP" altLang="en-US" sz="1200"/>
          </a:p>
        </p:txBody>
      </p:sp>
      <p:sp>
        <p:nvSpPr>
          <p:cNvPr id="35" name="テキスト ボックス 34">
            <a:extLst>
              <a:ext uri="{FF2B5EF4-FFF2-40B4-BE49-F238E27FC236}">
                <a16:creationId xmlns:a16="http://schemas.microsoft.com/office/drawing/2014/main" id="{4384A058-EA4B-0A90-2A41-793239244C4A}"/>
              </a:ext>
            </a:extLst>
          </p:cNvPr>
          <p:cNvSpPr txBox="1"/>
          <p:nvPr/>
        </p:nvSpPr>
        <p:spPr>
          <a:xfrm>
            <a:off x="8403668" y="4751860"/>
            <a:ext cx="968535" cy="276999"/>
          </a:xfrm>
          <a:prstGeom prst="rect">
            <a:avLst/>
          </a:prstGeom>
          <a:noFill/>
        </p:spPr>
        <p:txBody>
          <a:bodyPr wrap="none" rtlCol="0">
            <a:spAutoFit/>
          </a:bodyPr>
          <a:lstStyle/>
          <a:p>
            <a:r>
              <a:rPr kumimoji="1" lang="en-US" altLang="ja-JP" sz="1200" dirty="0"/>
              <a:t>PI Datalink</a:t>
            </a:r>
            <a:endParaRPr kumimoji="1" lang="ja-JP" altLang="en-US" sz="1200" dirty="0"/>
          </a:p>
        </p:txBody>
      </p:sp>
      <p:sp>
        <p:nvSpPr>
          <p:cNvPr id="36" name="テキスト ボックス 35">
            <a:extLst>
              <a:ext uri="{FF2B5EF4-FFF2-40B4-BE49-F238E27FC236}">
                <a16:creationId xmlns:a16="http://schemas.microsoft.com/office/drawing/2014/main" id="{094384AD-CB95-E77E-55E9-DC6158F6FD39}"/>
              </a:ext>
            </a:extLst>
          </p:cNvPr>
          <p:cNvSpPr txBox="1"/>
          <p:nvPr/>
        </p:nvSpPr>
        <p:spPr>
          <a:xfrm>
            <a:off x="5343114" y="5223723"/>
            <a:ext cx="1295547" cy="276999"/>
          </a:xfrm>
          <a:prstGeom prst="rect">
            <a:avLst/>
          </a:prstGeom>
          <a:noFill/>
        </p:spPr>
        <p:txBody>
          <a:bodyPr wrap="none" rtlCol="0">
            <a:spAutoFit/>
          </a:bodyPr>
          <a:lstStyle/>
          <a:p>
            <a:r>
              <a:rPr kumimoji="1" lang="en-US" altLang="ja-JP" sz="1200" dirty="0"/>
              <a:t>PI Point Builder</a:t>
            </a:r>
            <a:endParaRPr kumimoji="1" lang="ja-JP" altLang="en-US" sz="1200" dirty="0"/>
          </a:p>
        </p:txBody>
      </p:sp>
      <p:sp>
        <p:nvSpPr>
          <p:cNvPr id="37" name="テキスト ボックス 36">
            <a:extLst>
              <a:ext uri="{FF2B5EF4-FFF2-40B4-BE49-F238E27FC236}">
                <a16:creationId xmlns:a16="http://schemas.microsoft.com/office/drawing/2014/main" id="{329180D8-DF94-4587-0313-EDDE72D38AEC}"/>
              </a:ext>
            </a:extLst>
          </p:cNvPr>
          <p:cNvSpPr txBox="1"/>
          <p:nvPr/>
        </p:nvSpPr>
        <p:spPr>
          <a:xfrm>
            <a:off x="3361767" y="3114140"/>
            <a:ext cx="1870218" cy="461665"/>
          </a:xfrm>
          <a:prstGeom prst="rect">
            <a:avLst/>
          </a:prstGeom>
          <a:noFill/>
        </p:spPr>
        <p:txBody>
          <a:bodyPr wrap="square" rtlCol="0">
            <a:spAutoFit/>
          </a:bodyPr>
          <a:lstStyle/>
          <a:p>
            <a:r>
              <a:rPr kumimoji="1" lang="en-US" altLang="ja-JP" sz="1200" dirty="0"/>
              <a:t>PI Interfaces/</a:t>
            </a:r>
          </a:p>
          <a:p>
            <a:r>
              <a:rPr lang="en-US" altLang="ja-JP" sz="1200" dirty="0"/>
              <a:t>Connectors/Adapters</a:t>
            </a:r>
          </a:p>
        </p:txBody>
      </p:sp>
      <p:sp>
        <p:nvSpPr>
          <p:cNvPr id="38" name="テキスト ボックス 37">
            <a:extLst>
              <a:ext uri="{FF2B5EF4-FFF2-40B4-BE49-F238E27FC236}">
                <a16:creationId xmlns:a16="http://schemas.microsoft.com/office/drawing/2014/main" id="{E0B716CA-01E2-5C0E-5D01-BC84D7D9E270}"/>
              </a:ext>
            </a:extLst>
          </p:cNvPr>
          <p:cNvSpPr txBox="1"/>
          <p:nvPr/>
        </p:nvSpPr>
        <p:spPr>
          <a:xfrm>
            <a:off x="5348803" y="4858610"/>
            <a:ext cx="2143536" cy="461665"/>
          </a:xfrm>
          <a:prstGeom prst="rect">
            <a:avLst/>
          </a:prstGeom>
          <a:noFill/>
        </p:spPr>
        <p:txBody>
          <a:bodyPr wrap="none" rtlCol="0">
            <a:spAutoFit/>
          </a:bodyPr>
          <a:lstStyle/>
          <a:p>
            <a:r>
              <a:rPr kumimoji="1" lang="en-US" altLang="ja-JP" sz="1200" dirty="0"/>
              <a:t>PI Connector Relay</a:t>
            </a:r>
          </a:p>
          <a:p>
            <a:r>
              <a:rPr lang="en-US" altLang="ja-JP" sz="1200" dirty="0"/>
              <a:t>PI Data Collection Manager</a:t>
            </a:r>
            <a:endParaRPr kumimoji="1" lang="en-US" altLang="ja-JP" sz="1200" dirty="0"/>
          </a:p>
        </p:txBody>
      </p:sp>
      <p:sp>
        <p:nvSpPr>
          <p:cNvPr id="39" name="テキスト ボックス 38">
            <a:extLst>
              <a:ext uri="{FF2B5EF4-FFF2-40B4-BE49-F238E27FC236}">
                <a16:creationId xmlns:a16="http://schemas.microsoft.com/office/drawing/2014/main" id="{496F434C-32B6-E36D-586C-FF28BED0BB65}"/>
              </a:ext>
            </a:extLst>
          </p:cNvPr>
          <p:cNvSpPr txBox="1"/>
          <p:nvPr/>
        </p:nvSpPr>
        <p:spPr>
          <a:xfrm>
            <a:off x="188448" y="976182"/>
            <a:ext cx="1433406" cy="438582"/>
          </a:xfrm>
          <a:prstGeom prst="rect">
            <a:avLst/>
          </a:prstGeom>
          <a:noFill/>
        </p:spPr>
        <p:txBody>
          <a:bodyPr wrap="square" rtlCol="0">
            <a:spAutoFit/>
          </a:bodyPr>
          <a:lstStyle/>
          <a:p>
            <a:r>
              <a:rPr kumimoji="1" lang="en-US" altLang="ja-JP" sz="1200"/>
              <a:t>Network Devices </a:t>
            </a:r>
            <a:endParaRPr lang="en-US" altLang="ja-JP" sz="1200"/>
          </a:p>
          <a:p>
            <a:r>
              <a:rPr kumimoji="1" lang="en-US" altLang="ja-JP" sz="1050"/>
              <a:t>Monitor</a:t>
            </a:r>
            <a:r>
              <a:rPr kumimoji="1" lang="ja-JP" altLang="en-US" sz="1050"/>
              <a:t>（既存）</a:t>
            </a:r>
            <a:endParaRPr kumimoji="1" lang="en-US" altLang="ja-JP" sz="1050"/>
          </a:p>
        </p:txBody>
      </p:sp>
      <p:sp>
        <p:nvSpPr>
          <p:cNvPr id="40" name="テキスト ボックス 39">
            <a:extLst>
              <a:ext uri="{FF2B5EF4-FFF2-40B4-BE49-F238E27FC236}">
                <a16:creationId xmlns:a16="http://schemas.microsoft.com/office/drawing/2014/main" id="{5C1BC857-AFA5-E049-7B73-64F0D5361F64}"/>
              </a:ext>
            </a:extLst>
          </p:cNvPr>
          <p:cNvSpPr txBox="1"/>
          <p:nvPr/>
        </p:nvSpPr>
        <p:spPr>
          <a:xfrm>
            <a:off x="188448" y="1719764"/>
            <a:ext cx="1391728" cy="600164"/>
          </a:xfrm>
          <a:prstGeom prst="rect">
            <a:avLst/>
          </a:prstGeom>
          <a:noFill/>
        </p:spPr>
        <p:txBody>
          <a:bodyPr wrap="square" rtlCol="0">
            <a:spAutoFit/>
          </a:bodyPr>
          <a:lstStyle/>
          <a:p>
            <a:r>
              <a:rPr kumimoji="1" lang="en-US" altLang="ja-JP" sz="1200"/>
              <a:t>Process Controls</a:t>
            </a:r>
          </a:p>
          <a:p>
            <a:r>
              <a:rPr lang="en-US" altLang="ja-JP" sz="1050"/>
              <a:t>DCS/SCADA/PLC</a:t>
            </a:r>
            <a:r>
              <a:rPr lang="ja-JP" altLang="en-US" sz="1050"/>
              <a:t> （既存）</a:t>
            </a:r>
            <a:endParaRPr kumimoji="1" lang="en-US" altLang="ja-JP" sz="1050"/>
          </a:p>
        </p:txBody>
      </p:sp>
      <p:sp>
        <p:nvSpPr>
          <p:cNvPr id="41" name="テキスト ボックス 40">
            <a:extLst>
              <a:ext uri="{FF2B5EF4-FFF2-40B4-BE49-F238E27FC236}">
                <a16:creationId xmlns:a16="http://schemas.microsoft.com/office/drawing/2014/main" id="{576CA4E8-91FF-E760-67D6-858594A8653E}"/>
              </a:ext>
            </a:extLst>
          </p:cNvPr>
          <p:cNvSpPr txBox="1"/>
          <p:nvPr/>
        </p:nvSpPr>
        <p:spPr>
          <a:xfrm>
            <a:off x="188448" y="3323674"/>
            <a:ext cx="1511552" cy="623248"/>
          </a:xfrm>
          <a:prstGeom prst="rect">
            <a:avLst/>
          </a:prstGeom>
          <a:noFill/>
        </p:spPr>
        <p:txBody>
          <a:bodyPr wrap="square" rtlCol="0">
            <a:spAutoFit/>
          </a:bodyPr>
          <a:lstStyle/>
          <a:p>
            <a:r>
              <a:rPr kumimoji="1" lang="en-US" altLang="ja-JP" sz="1200"/>
              <a:t>Relational</a:t>
            </a:r>
            <a:r>
              <a:rPr lang="ja-JP" altLang="en-US" sz="1200"/>
              <a:t> </a:t>
            </a:r>
            <a:r>
              <a:rPr kumimoji="1" lang="en-US" altLang="ja-JP" sz="1200"/>
              <a:t>Database</a:t>
            </a:r>
            <a:r>
              <a:rPr lang="ja-JP" altLang="en-US" sz="1050"/>
              <a:t> （既存</a:t>
            </a:r>
            <a:r>
              <a:rPr lang="en-US" altLang="ja-JP" sz="1050" dirty="0"/>
              <a:t>-</a:t>
            </a:r>
            <a:r>
              <a:rPr lang="ja-JP" altLang="en-US" sz="1050" dirty="0"/>
              <a:t>保守支援装置</a:t>
            </a:r>
            <a:r>
              <a:rPr lang="ja-JP" altLang="en-US" sz="1050"/>
              <a:t>）</a:t>
            </a:r>
            <a:endParaRPr kumimoji="1" lang="en-US" altLang="ja-JP" sz="1050"/>
          </a:p>
        </p:txBody>
      </p:sp>
      <p:sp>
        <p:nvSpPr>
          <p:cNvPr id="42" name="テキスト ボックス 41">
            <a:extLst>
              <a:ext uri="{FF2B5EF4-FFF2-40B4-BE49-F238E27FC236}">
                <a16:creationId xmlns:a16="http://schemas.microsoft.com/office/drawing/2014/main" id="{F6621ADE-FDA4-D56F-5E42-91B1AF2CBAAC}"/>
              </a:ext>
            </a:extLst>
          </p:cNvPr>
          <p:cNvSpPr txBox="1"/>
          <p:nvPr/>
        </p:nvSpPr>
        <p:spPr>
          <a:xfrm>
            <a:off x="188448" y="4002218"/>
            <a:ext cx="1674165" cy="646331"/>
          </a:xfrm>
          <a:prstGeom prst="rect">
            <a:avLst/>
          </a:prstGeom>
          <a:noFill/>
        </p:spPr>
        <p:txBody>
          <a:bodyPr wrap="square" rtlCol="0">
            <a:spAutoFit/>
          </a:bodyPr>
          <a:lstStyle/>
          <a:p>
            <a:r>
              <a:rPr kumimoji="1" lang="en-US" altLang="ja-JP" sz="1200"/>
              <a:t>HTML/Web Service/PI Cloud Connect</a:t>
            </a:r>
            <a:r>
              <a:rPr lang="ja-JP" altLang="en-US" sz="1050"/>
              <a:t> （既存）</a:t>
            </a:r>
            <a:endParaRPr kumimoji="1" lang="en-US" altLang="ja-JP" sz="1050"/>
          </a:p>
        </p:txBody>
      </p:sp>
      <p:sp>
        <p:nvSpPr>
          <p:cNvPr id="43" name="テキスト ボックス 42">
            <a:extLst>
              <a:ext uri="{FF2B5EF4-FFF2-40B4-BE49-F238E27FC236}">
                <a16:creationId xmlns:a16="http://schemas.microsoft.com/office/drawing/2014/main" id="{636209BE-9904-6C27-B5CD-B91DE2223DFC}"/>
              </a:ext>
            </a:extLst>
          </p:cNvPr>
          <p:cNvSpPr txBox="1"/>
          <p:nvPr/>
        </p:nvSpPr>
        <p:spPr>
          <a:xfrm>
            <a:off x="188448" y="4822648"/>
            <a:ext cx="1334143" cy="438582"/>
          </a:xfrm>
          <a:prstGeom prst="rect">
            <a:avLst/>
          </a:prstGeom>
          <a:noFill/>
        </p:spPr>
        <p:txBody>
          <a:bodyPr wrap="square" rtlCol="0">
            <a:spAutoFit/>
          </a:bodyPr>
          <a:lstStyle/>
          <a:p>
            <a:r>
              <a:rPr kumimoji="1" lang="en-US" altLang="ja-JP" sz="1200"/>
              <a:t>Text/Flat Files</a:t>
            </a:r>
            <a:r>
              <a:rPr lang="ja-JP" altLang="en-US" sz="1050"/>
              <a:t> （既存）</a:t>
            </a:r>
            <a:endParaRPr kumimoji="1" lang="en-US" altLang="ja-JP" sz="1050"/>
          </a:p>
        </p:txBody>
      </p:sp>
      <p:sp>
        <p:nvSpPr>
          <p:cNvPr id="44" name="テキスト ボックス 43">
            <a:extLst>
              <a:ext uri="{FF2B5EF4-FFF2-40B4-BE49-F238E27FC236}">
                <a16:creationId xmlns:a16="http://schemas.microsoft.com/office/drawing/2014/main" id="{3D43E4C9-7900-7C91-EA0C-A403B9514CF8}"/>
              </a:ext>
            </a:extLst>
          </p:cNvPr>
          <p:cNvSpPr txBox="1"/>
          <p:nvPr/>
        </p:nvSpPr>
        <p:spPr>
          <a:xfrm>
            <a:off x="188448" y="5533404"/>
            <a:ext cx="1787566" cy="461665"/>
          </a:xfrm>
          <a:prstGeom prst="rect">
            <a:avLst/>
          </a:prstGeom>
          <a:noFill/>
        </p:spPr>
        <p:txBody>
          <a:bodyPr wrap="square" rtlCol="0">
            <a:spAutoFit/>
          </a:bodyPr>
          <a:lstStyle/>
          <a:p>
            <a:r>
              <a:rPr kumimoji="1" lang="en-US" altLang="ja-JP" sz="1200"/>
              <a:t>PI to PI/PI Syste</a:t>
            </a:r>
            <a:r>
              <a:rPr lang="en-US" altLang="ja-JP" sz="1200"/>
              <a:t>m Connector</a:t>
            </a:r>
            <a:r>
              <a:rPr lang="ja-JP" altLang="en-US" sz="1050"/>
              <a:t> （既存）</a:t>
            </a:r>
            <a:endParaRPr kumimoji="1" lang="en-US" altLang="ja-JP" sz="1050"/>
          </a:p>
        </p:txBody>
      </p:sp>
      <p:sp>
        <p:nvSpPr>
          <p:cNvPr id="45" name="テキスト ボックス 44">
            <a:extLst>
              <a:ext uri="{FF2B5EF4-FFF2-40B4-BE49-F238E27FC236}">
                <a16:creationId xmlns:a16="http://schemas.microsoft.com/office/drawing/2014/main" id="{F24AD1C7-D8BE-DC17-A316-9C575138D065}"/>
              </a:ext>
            </a:extLst>
          </p:cNvPr>
          <p:cNvSpPr txBox="1"/>
          <p:nvPr/>
        </p:nvSpPr>
        <p:spPr>
          <a:xfrm>
            <a:off x="5487534" y="5832294"/>
            <a:ext cx="1843774" cy="461665"/>
          </a:xfrm>
          <a:prstGeom prst="rect">
            <a:avLst/>
          </a:prstGeom>
          <a:noFill/>
        </p:spPr>
        <p:txBody>
          <a:bodyPr wrap="none" rtlCol="0">
            <a:spAutoFit/>
          </a:bodyPr>
          <a:lstStyle/>
          <a:p>
            <a:pPr algn="ctr"/>
            <a:r>
              <a:rPr lang="ja-JP" altLang="en-US" sz="1200" b="1" dirty="0"/>
              <a:t>生産専用区</a:t>
            </a:r>
            <a:r>
              <a:rPr lang="en-US" altLang="ja-JP" sz="1200" b="1" dirty="0"/>
              <a:t>/inner-</a:t>
            </a:r>
            <a:r>
              <a:rPr kumimoji="1" lang="en-US" altLang="ja-JP" sz="1200" b="1" dirty="0"/>
              <a:t>DMZ</a:t>
            </a:r>
          </a:p>
          <a:p>
            <a:pPr algn="ctr"/>
            <a:r>
              <a:rPr kumimoji="1" lang="ja-JP" altLang="en-US" sz="1200" b="1" dirty="0"/>
              <a:t>（</a:t>
            </a:r>
            <a:r>
              <a:rPr lang="ja-JP" altLang="en-US" sz="1200" b="1" dirty="0"/>
              <a:t>親局</a:t>
            </a:r>
            <a:r>
              <a:rPr lang="en-US" altLang="ja-JP" sz="1200" b="1" dirty="0"/>
              <a:t>-1</a:t>
            </a:r>
            <a:r>
              <a:rPr lang="ja-JP" altLang="en-US" sz="1200" b="1" dirty="0"/>
              <a:t>箇所</a:t>
            </a:r>
            <a:r>
              <a:rPr kumimoji="1" lang="ja-JP" altLang="en-US" sz="1200" b="1" dirty="0"/>
              <a:t>）</a:t>
            </a:r>
          </a:p>
        </p:txBody>
      </p:sp>
      <p:sp>
        <p:nvSpPr>
          <p:cNvPr id="47" name="テキスト ボックス 46">
            <a:extLst>
              <a:ext uri="{FF2B5EF4-FFF2-40B4-BE49-F238E27FC236}">
                <a16:creationId xmlns:a16="http://schemas.microsoft.com/office/drawing/2014/main" id="{E5DC07BE-3A6E-9CC5-5F04-7393B722ABE3}"/>
              </a:ext>
            </a:extLst>
          </p:cNvPr>
          <p:cNvSpPr txBox="1"/>
          <p:nvPr/>
        </p:nvSpPr>
        <p:spPr>
          <a:xfrm>
            <a:off x="8098598" y="5832029"/>
            <a:ext cx="1635383" cy="461665"/>
          </a:xfrm>
          <a:prstGeom prst="rect">
            <a:avLst/>
          </a:prstGeom>
          <a:noFill/>
        </p:spPr>
        <p:txBody>
          <a:bodyPr wrap="none" rtlCol="0">
            <a:spAutoFit/>
          </a:bodyPr>
          <a:lstStyle/>
          <a:p>
            <a:pPr algn="ctr"/>
            <a:r>
              <a:rPr kumimoji="1" lang="en-US" altLang="ja-JP" sz="1200" b="1"/>
              <a:t>Corporate Network</a:t>
            </a:r>
          </a:p>
          <a:p>
            <a:pPr algn="ctr"/>
            <a:r>
              <a:rPr kumimoji="1" lang="ja-JP" altLang="en-US" sz="1200" b="1"/>
              <a:t>（親局</a:t>
            </a:r>
            <a:r>
              <a:rPr lang="en-US" altLang="ja-JP" sz="1200" b="1"/>
              <a:t>-1</a:t>
            </a:r>
            <a:r>
              <a:rPr lang="ja-JP" altLang="en-US" sz="1200" b="1"/>
              <a:t>箇所</a:t>
            </a:r>
            <a:r>
              <a:rPr kumimoji="1" lang="ja-JP" altLang="en-US" sz="1200" b="1"/>
              <a:t>）</a:t>
            </a:r>
          </a:p>
        </p:txBody>
      </p:sp>
      <p:sp>
        <p:nvSpPr>
          <p:cNvPr id="48" name="テキスト ボックス 47">
            <a:extLst>
              <a:ext uri="{FF2B5EF4-FFF2-40B4-BE49-F238E27FC236}">
                <a16:creationId xmlns:a16="http://schemas.microsoft.com/office/drawing/2014/main" id="{259A82A9-76FA-E5BF-54C5-836C66E2CC6D}"/>
              </a:ext>
            </a:extLst>
          </p:cNvPr>
          <p:cNvSpPr txBox="1"/>
          <p:nvPr/>
        </p:nvSpPr>
        <p:spPr>
          <a:xfrm>
            <a:off x="3117525" y="5832294"/>
            <a:ext cx="2056973" cy="461665"/>
          </a:xfrm>
          <a:prstGeom prst="rect">
            <a:avLst/>
          </a:prstGeom>
          <a:noFill/>
        </p:spPr>
        <p:txBody>
          <a:bodyPr wrap="none" rtlCol="0">
            <a:spAutoFit/>
          </a:bodyPr>
          <a:lstStyle/>
          <a:p>
            <a:pPr algn="ctr"/>
            <a:r>
              <a:rPr kumimoji="1" lang="en-US" altLang="ja-JP" sz="1200" b="1"/>
              <a:t>Process Control Network</a:t>
            </a:r>
          </a:p>
          <a:p>
            <a:pPr algn="ctr"/>
            <a:r>
              <a:rPr lang="ja-JP" altLang="en-US" sz="1200" b="1"/>
              <a:t>（子局</a:t>
            </a:r>
            <a:r>
              <a:rPr lang="en-US" altLang="ja-JP" sz="1200" b="1"/>
              <a:t>-N</a:t>
            </a:r>
            <a:r>
              <a:rPr lang="ja-JP" altLang="en-US" sz="1200" b="1"/>
              <a:t>箇所）</a:t>
            </a:r>
            <a:endParaRPr kumimoji="1" lang="ja-JP" altLang="en-US" sz="1200" b="1"/>
          </a:p>
        </p:txBody>
      </p:sp>
      <p:sp>
        <p:nvSpPr>
          <p:cNvPr id="51" name="テキスト ボックス 50">
            <a:extLst>
              <a:ext uri="{FF2B5EF4-FFF2-40B4-BE49-F238E27FC236}">
                <a16:creationId xmlns:a16="http://schemas.microsoft.com/office/drawing/2014/main" id="{B657CFBD-E1AD-8BD0-B1C3-E137D5285354}"/>
              </a:ext>
            </a:extLst>
          </p:cNvPr>
          <p:cNvSpPr txBox="1"/>
          <p:nvPr/>
        </p:nvSpPr>
        <p:spPr>
          <a:xfrm>
            <a:off x="576428" y="5877315"/>
            <a:ext cx="2056973" cy="461665"/>
          </a:xfrm>
          <a:prstGeom prst="rect">
            <a:avLst/>
          </a:prstGeom>
          <a:noFill/>
        </p:spPr>
        <p:txBody>
          <a:bodyPr wrap="none" rtlCol="0">
            <a:spAutoFit/>
          </a:bodyPr>
          <a:lstStyle/>
          <a:p>
            <a:pPr algn="ctr"/>
            <a:r>
              <a:rPr lang="en-US" altLang="ja-JP" sz="1200" b="1" dirty="0"/>
              <a:t>Process Control Network</a:t>
            </a:r>
          </a:p>
          <a:p>
            <a:r>
              <a:rPr lang="ja-JP" altLang="en-US" sz="1200" b="1" dirty="0"/>
              <a:t>（発電所</a:t>
            </a:r>
            <a:r>
              <a:rPr lang="en-US" altLang="ja-JP" sz="1200" b="1" dirty="0"/>
              <a:t>-N</a:t>
            </a:r>
            <a:r>
              <a:rPr lang="ja-JP" altLang="en-US" sz="1200" b="1" dirty="0"/>
              <a:t>箇所）</a:t>
            </a:r>
            <a:endParaRPr kumimoji="1" lang="ja-JP" altLang="en-US" sz="1200" b="1" dirty="0"/>
          </a:p>
        </p:txBody>
      </p:sp>
      <p:sp>
        <p:nvSpPr>
          <p:cNvPr id="53" name="テキスト ボックス 52">
            <a:extLst>
              <a:ext uri="{FF2B5EF4-FFF2-40B4-BE49-F238E27FC236}">
                <a16:creationId xmlns:a16="http://schemas.microsoft.com/office/drawing/2014/main" id="{399F95DB-8A58-9042-76A4-91819A37912C}"/>
              </a:ext>
            </a:extLst>
          </p:cNvPr>
          <p:cNvSpPr txBox="1"/>
          <p:nvPr/>
        </p:nvSpPr>
        <p:spPr>
          <a:xfrm>
            <a:off x="188448" y="2531527"/>
            <a:ext cx="1692061" cy="461665"/>
          </a:xfrm>
          <a:prstGeom prst="rect">
            <a:avLst/>
          </a:prstGeom>
          <a:noFill/>
        </p:spPr>
        <p:txBody>
          <a:bodyPr wrap="square" rtlCol="0">
            <a:spAutoFit/>
          </a:bodyPr>
          <a:lstStyle/>
          <a:p>
            <a:r>
              <a:rPr kumimoji="1" lang="en-US" altLang="ja-JP" sz="1200"/>
              <a:t>Edge Gateway/</a:t>
            </a:r>
            <a:r>
              <a:rPr kumimoji="1" lang="en-US" altLang="ja-JP" sz="1200" err="1"/>
              <a:t>Opc</a:t>
            </a:r>
            <a:r>
              <a:rPr kumimoji="1" lang="en-US" altLang="ja-JP" sz="1200"/>
              <a:t> </a:t>
            </a:r>
            <a:r>
              <a:rPr kumimoji="1" lang="en-US" altLang="ja-JP" sz="1200" err="1"/>
              <a:t>Ua</a:t>
            </a:r>
            <a:r>
              <a:rPr kumimoji="1" lang="en-US" altLang="ja-JP" sz="1200"/>
              <a:t> Server</a:t>
            </a:r>
            <a:r>
              <a:rPr lang="ja-JP" altLang="en-US" sz="1050"/>
              <a:t> </a:t>
            </a:r>
            <a:r>
              <a:rPr lang="ja-JP" altLang="en-US" sz="1050">
                <a:solidFill>
                  <a:schemeClr val="tx2"/>
                </a:solidFill>
              </a:rPr>
              <a:t>（新規）</a:t>
            </a:r>
            <a:endParaRPr kumimoji="1" lang="en-US" altLang="ja-JP" sz="1050">
              <a:solidFill>
                <a:schemeClr val="tx2"/>
              </a:solidFill>
            </a:endParaRPr>
          </a:p>
        </p:txBody>
      </p:sp>
      <p:cxnSp>
        <p:nvCxnSpPr>
          <p:cNvPr id="57" name="コネクタ: カギ線 56">
            <a:extLst>
              <a:ext uri="{FF2B5EF4-FFF2-40B4-BE49-F238E27FC236}">
                <a16:creationId xmlns:a16="http://schemas.microsoft.com/office/drawing/2014/main" id="{826D1519-54E6-E92E-BBCC-59D4BA73EEC1}"/>
              </a:ext>
            </a:extLst>
          </p:cNvPr>
          <p:cNvCxnSpPr>
            <a:stCxn id="10" idx="1"/>
            <a:endCxn id="26" idx="2"/>
          </p:cNvCxnSpPr>
          <p:nvPr/>
        </p:nvCxnSpPr>
        <p:spPr>
          <a:xfrm>
            <a:off x="2373412" y="1231693"/>
            <a:ext cx="600112" cy="2421885"/>
          </a:xfrm>
          <a:prstGeom prst="bentConnector3">
            <a:avLst>
              <a:gd name="adj1" fmla="val 47884"/>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8" name="コネクタ: カギ線 57">
            <a:extLst>
              <a:ext uri="{FF2B5EF4-FFF2-40B4-BE49-F238E27FC236}">
                <a16:creationId xmlns:a16="http://schemas.microsoft.com/office/drawing/2014/main" id="{D60A9114-4490-1FFB-7CCD-E70718B2EA35}"/>
              </a:ext>
            </a:extLst>
          </p:cNvPr>
          <p:cNvCxnSpPr>
            <a:cxnSpLocks/>
            <a:stCxn id="12" idx="1"/>
            <a:endCxn id="26" idx="2"/>
          </p:cNvCxnSpPr>
          <p:nvPr/>
        </p:nvCxnSpPr>
        <p:spPr>
          <a:xfrm>
            <a:off x="2376289" y="2014350"/>
            <a:ext cx="597235" cy="1639228"/>
          </a:xfrm>
          <a:prstGeom prst="bentConnector3">
            <a:avLst>
              <a:gd name="adj1" fmla="val 47874"/>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2" name="コネクタ: カギ線 61">
            <a:extLst>
              <a:ext uri="{FF2B5EF4-FFF2-40B4-BE49-F238E27FC236}">
                <a16:creationId xmlns:a16="http://schemas.microsoft.com/office/drawing/2014/main" id="{BE3BD592-F851-5EFA-8359-46BF51853799}"/>
              </a:ext>
            </a:extLst>
          </p:cNvPr>
          <p:cNvCxnSpPr>
            <a:cxnSpLocks/>
            <a:stCxn id="13" idx="1"/>
            <a:endCxn id="26" idx="2"/>
          </p:cNvCxnSpPr>
          <p:nvPr/>
        </p:nvCxnSpPr>
        <p:spPr>
          <a:xfrm>
            <a:off x="2376277" y="3359811"/>
            <a:ext cx="597247" cy="293767"/>
          </a:xfrm>
          <a:prstGeom prst="bentConnector3">
            <a:avLst>
              <a:gd name="adj1" fmla="val 47874"/>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5" name="コネクタ: カギ線 64">
            <a:extLst>
              <a:ext uri="{FF2B5EF4-FFF2-40B4-BE49-F238E27FC236}">
                <a16:creationId xmlns:a16="http://schemas.microsoft.com/office/drawing/2014/main" id="{B81FCD07-56CE-E42E-420A-375F025562C5}"/>
              </a:ext>
            </a:extLst>
          </p:cNvPr>
          <p:cNvCxnSpPr>
            <a:cxnSpLocks/>
            <a:stCxn id="14" idx="2"/>
            <a:endCxn id="26" idx="2"/>
          </p:cNvCxnSpPr>
          <p:nvPr/>
        </p:nvCxnSpPr>
        <p:spPr>
          <a:xfrm flipV="1">
            <a:off x="2371196" y="3653578"/>
            <a:ext cx="602328" cy="635986"/>
          </a:xfrm>
          <a:prstGeom prst="bentConnector3">
            <a:avLst>
              <a:gd name="adj1" fmla="val 48946"/>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9" name="コネクタ: カギ線 68">
            <a:extLst>
              <a:ext uri="{FF2B5EF4-FFF2-40B4-BE49-F238E27FC236}">
                <a16:creationId xmlns:a16="http://schemas.microsoft.com/office/drawing/2014/main" id="{4163D180-3580-5C57-8F24-F40160BA182A}"/>
              </a:ext>
            </a:extLst>
          </p:cNvPr>
          <p:cNvCxnSpPr>
            <a:cxnSpLocks/>
            <a:stCxn id="11" idx="1"/>
            <a:endCxn id="26" idx="2"/>
          </p:cNvCxnSpPr>
          <p:nvPr/>
        </p:nvCxnSpPr>
        <p:spPr>
          <a:xfrm flipV="1">
            <a:off x="2165056" y="3653578"/>
            <a:ext cx="808468" cy="1158386"/>
          </a:xfrm>
          <a:prstGeom prst="bentConnector3">
            <a:avLst>
              <a:gd name="adj1" fmla="val 61624"/>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3" name="コネクタ: カギ線 72">
            <a:extLst>
              <a:ext uri="{FF2B5EF4-FFF2-40B4-BE49-F238E27FC236}">
                <a16:creationId xmlns:a16="http://schemas.microsoft.com/office/drawing/2014/main" id="{9A73F627-A011-4AB4-BF8B-F8D5B83F6D34}"/>
              </a:ext>
            </a:extLst>
          </p:cNvPr>
          <p:cNvCxnSpPr>
            <a:cxnSpLocks/>
            <a:stCxn id="15" idx="1"/>
            <a:endCxn id="26" idx="2"/>
          </p:cNvCxnSpPr>
          <p:nvPr/>
        </p:nvCxnSpPr>
        <p:spPr>
          <a:xfrm flipV="1">
            <a:off x="2410340" y="3653578"/>
            <a:ext cx="563184" cy="1893489"/>
          </a:xfrm>
          <a:prstGeom prst="bentConnector3">
            <a:avLst>
              <a:gd name="adj1" fmla="val 43912"/>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9" name="直線コネクタ 88">
            <a:extLst>
              <a:ext uri="{FF2B5EF4-FFF2-40B4-BE49-F238E27FC236}">
                <a16:creationId xmlns:a16="http://schemas.microsoft.com/office/drawing/2014/main" id="{E4B02C4B-3BF8-3C2C-ED1E-007BBEEB25AC}"/>
              </a:ext>
            </a:extLst>
          </p:cNvPr>
          <p:cNvCxnSpPr>
            <a:cxnSpLocks/>
          </p:cNvCxnSpPr>
          <p:nvPr/>
        </p:nvCxnSpPr>
        <p:spPr>
          <a:xfrm>
            <a:off x="4360783" y="2387435"/>
            <a:ext cx="828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 name="図 19">
            <a:extLst>
              <a:ext uri="{FF2B5EF4-FFF2-40B4-BE49-F238E27FC236}">
                <a16:creationId xmlns:a16="http://schemas.microsoft.com/office/drawing/2014/main" id="{E915DE4A-9692-6CA7-5AE5-A9868770DA1D}"/>
              </a:ext>
            </a:extLst>
          </p:cNvPr>
          <p:cNvPicPr>
            <a:picLocks noChangeAspect="1"/>
          </p:cNvPicPr>
          <p:nvPr/>
        </p:nvPicPr>
        <p:blipFill>
          <a:blip r:embed="rId4"/>
          <a:srcRect l="41603" t="22593" r="53791" b="66528"/>
          <a:stretch>
            <a:fillRect/>
          </a:stretch>
        </p:blipFill>
        <p:spPr>
          <a:xfrm>
            <a:off x="4615098" y="2121408"/>
            <a:ext cx="388838" cy="621612"/>
          </a:xfrm>
          <a:custGeom>
            <a:avLst/>
            <a:gdLst>
              <a:gd name="csX0" fmla="*/ 107950 w 466725"/>
              <a:gd name="csY0" fmla="*/ 0 h 746125"/>
              <a:gd name="csX1" fmla="*/ 460375 w 466725"/>
              <a:gd name="csY1" fmla="*/ 193675 h 746125"/>
              <a:gd name="csX2" fmla="*/ 466725 w 466725"/>
              <a:gd name="csY2" fmla="*/ 654050 h 746125"/>
              <a:gd name="csX3" fmla="*/ 336550 w 466725"/>
              <a:gd name="csY3" fmla="*/ 746125 h 746125"/>
              <a:gd name="csX4" fmla="*/ 3175 w 466725"/>
              <a:gd name="csY4" fmla="*/ 546100 h 746125"/>
              <a:gd name="csX5" fmla="*/ 0 w 466725"/>
              <a:gd name="csY5" fmla="*/ 69850 h 746125"/>
            </a:gdLst>
            <a:ahLst/>
            <a:cxnLst>
              <a:cxn ang="0">
                <a:pos x="csX0" y="csY0"/>
              </a:cxn>
              <a:cxn ang="0">
                <a:pos x="csX1" y="csY1"/>
              </a:cxn>
              <a:cxn ang="0">
                <a:pos x="csX2" y="csY2"/>
              </a:cxn>
              <a:cxn ang="0">
                <a:pos x="csX3" y="csY3"/>
              </a:cxn>
              <a:cxn ang="0">
                <a:pos x="csX4" y="csY4"/>
              </a:cxn>
              <a:cxn ang="0">
                <a:pos x="csX5" y="csY5"/>
              </a:cxn>
            </a:cxnLst>
            <a:rect l="l" t="t" r="r" b="b"/>
            <a:pathLst>
              <a:path w="466725" h="746125">
                <a:moveTo>
                  <a:pt x="107950" y="0"/>
                </a:moveTo>
                <a:lnTo>
                  <a:pt x="460375" y="193675"/>
                </a:lnTo>
                <a:cubicBezTo>
                  <a:pt x="462492" y="347133"/>
                  <a:pt x="464608" y="500592"/>
                  <a:pt x="466725" y="654050"/>
                </a:cubicBezTo>
                <a:lnTo>
                  <a:pt x="336550" y="746125"/>
                </a:lnTo>
                <a:lnTo>
                  <a:pt x="3175" y="546100"/>
                </a:lnTo>
                <a:cubicBezTo>
                  <a:pt x="2117" y="387350"/>
                  <a:pt x="1058" y="228600"/>
                  <a:pt x="0" y="69850"/>
                </a:cubicBezTo>
                <a:close/>
              </a:path>
            </a:pathLst>
          </a:custGeom>
        </p:spPr>
      </p:pic>
      <p:cxnSp>
        <p:nvCxnSpPr>
          <p:cNvPr id="91" name="直線コネクタ 90">
            <a:extLst>
              <a:ext uri="{FF2B5EF4-FFF2-40B4-BE49-F238E27FC236}">
                <a16:creationId xmlns:a16="http://schemas.microsoft.com/office/drawing/2014/main" id="{3277AC66-8025-5196-AAF0-8CF399062788}"/>
              </a:ext>
            </a:extLst>
          </p:cNvPr>
          <p:cNvCxnSpPr>
            <a:cxnSpLocks/>
          </p:cNvCxnSpPr>
          <p:nvPr/>
        </p:nvCxnSpPr>
        <p:spPr>
          <a:xfrm>
            <a:off x="5308728" y="1979283"/>
            <a:ext cx="180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18" name="図 17">
            <a:extLst>
              <a:ext uri="{FF2B5EF4-FFF2-40B4-BE49-F238E27FC236}">
                <a16:creationId xmlns:a16="http://schemas.microsoft.com/office/drawing/2014/main" id="{F9827BF5-B687-9DF9-7E4D-BA2E4E2FB228}"/>
              </a:ext>
            </a:extLst>
          </p:cNvPr>
          <p:cNvPicPr>
            <a:picLocks noChangeAspect="1"/>
          </p:cNvPicPr>
          <p:nvPr/>
        </p:nvPicPr>
        <p:blipFill>
          <a:blip r:embed="rId4"/>
          <a:srcRect l="56392" t="19769" r="34553" b="68889"/>
          <a:stretch>
            <a:fillRect/>
          </a:stretch>
        </p:blipFill>
        <p:spPr>
          <a:xfrm>
            <a:off x="5830896" y="1535877"/>
            <a:ext cx="833937" cy="706971"/>
          </a:xfrm>
          <a:custGeom>
            <a:avLst/>
            <a:gdLst>
              <a:gd name="csX0" fmla="*/ 504825 w 917575"/>
              <a:gd name="csY0" fmla="*/ 0 h 777875"/>
              <a:gd name="csX1" fmla="*/ 914400 w 917575"/>
              <a:gd name="csY1" fmla="*/ 228600 h 777875"/>
              <a:gd name="csX2" fmla="*/ 917575 w 917575"/>
              <a:gd name="csY2" fmla="*/ 492125 h 777875"/>
              <a:gd name="csX3" fmla="*/ 838200 w 917575"/>
              <a:gd name="csY3" fmla="*/ 546100 h 777875"/>
              <a:gd name="csX4" fmla="*/ 838200 w 917575"/>
              <a:gd name="csY4" fmla="*/ 673100 h 777875"/>
              <a:gd name="csX5" fmla="*/ 806450 w 917575"/>
              <a:gd name="csY5" fmla="*/ 695325 h 777875"/>
              <a:gd name="csX6" fmla="*/ 768350 w 917575"/>
              <a:gd name="csY6" fmla="*/ 708025 h 777875"/>
              <a:gd name="csX7" fmla="*/ 704850 w 917575"/>
              <a:gd name="csY7" fmla="*/ 701675 h 777875"/>
              <a:gd name="csX8" fmla="*/ 682625 w 917575"/>
              <a:gd name="csY8" fmla="*/ 692150 h 777875"/>
              <a:gd name="csX9" fmla="*/ 654050 w 917575"/>
              <a:gd name="csY9" fmla="*/ 654050 h 777875"/>
              <a:gd name="csX10" fmla="*/ 574675 w 917575"/>
              <a:gd name="csY10" fmla="*/ 701675 h 777875"/>
              <a:gd name="csX11" fmla="*/ 577850 w 917575"/>
              <a:gd name="csY11" fmla="*/ 777875 h 777875"/>
              <a:gd name="csX12" fmla="*/ 482600 w 917575"/>
              <a:gd name="csY12" fmla="*/ 714375 h 777875"/>
              <a:gd name="csX13" fmla="*/ 428625 w 917575"/>
              <a:gd name="csY13" fmla="*/ 739775 h 777875"/>
              <a:gd name="csX14" fmla="*/ 400050 w 917575"/>
              <a:gd name="csY14" fmla="*/ 739775 h 777875"/>
              <a:gd name="csX15" fmla="*/ 396875 w 917575"/>
              <a:gd name="csY15" fmla="*/ 673100 h 777875"/>
              <a:gd name="csX16" fmla="*/ 98425 w 917575"/>
              <a:gd name="csY16" fmla="*/ 495300 h 777875"/>
              <a:gd name="csX17" fmla="*/ 63500 w 917575"/>
              <a:gd name="csY17" fmla="*/ 530225 h 777875"/>
              <a:gd name="csX18" fmla="*/ 25400 w 917575"/>
              <a:gd name="csY18" fmla="*/ 514350 h 777875"/>
              <a:gd name="csX19" fmla="*/ 25400 w 917575"/>
              <a:gd name="csY19" fmla="*/ 466725 h 777875"/>
              <a:gd name="csX20" fmla="*/ 12700 w 917575"/>
              <a:gd name="csY20" fmla="*/ 463550 h 777875"/>
              <a:gd name="csX21" fmla="*/ 0 w 917575"/>
              <a:gd name="csY21" fmla="*/ 200025 h 777875"/>
              <a:gd name="csX22" fmla="*/ 101600 w 917575"/>
              <a:gd name="csY22" fmla="*/ 238125 h 77787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Lst>
            <a:rect l="l" t="t" r="r" b="b"/>
            <a:pathLst>
              <a:path w="917575" h="777875">
                <a:moveTo>
                  <a:pt x="504825" y="0"/>
                </a:moveTo>
                <a:lnTo>
                  <a:pt x="914400" y="228600"/>
                </a:lnTo>
                <a:cubicBezTo>
                  <a:pt x="915458" y="316442"/>
                  <a:pt x="916517" y="404283"/>
                  <a:pt x="917575" y="492125"/>
                </a:cubicBezTo>
                <a:lnTo>
                  <a:pt x="838200" y="546100"/>
                </a:lnTo>
                <a:lnTo>
                  <a:pt x="838200" y="673100"/>
                </a:lnTo>
                <a:lnTo>
                  <a:pt x="806450" y="695325"/>
                </a:lnTo>
                <a:lnTo>
                  <a:pt x="768350" y="708025"/>
                </a:lnTo>
                <a:lnTo>
                  <a:pt x="704850" y="701675"/>
                </a:lnTo>
                <a:lnTo>
                  <a:pt x="682625" y="692150"/>
                </a:lnTo>
                <a:lnTo>
                  <a:pt x="654050" y="654050"/>
                </a:lnTo>
                <a:lnTo>
                  <a:pt x="574675" y="701675"/>
                </a:lnTo>
                <a:lnTo>
                  <a:pt x="577850" y="777875"/>
                </a:lnTo>
                <a:lnTo>
                  <a:pt x="482600" y="714375"/>
                </a:lnTo>
                <a:lnTo>
                  <a:pt x="428625" y="739775"/>
                </a:lnTo>
                <a:lnTo>
                  <a:pt x="400050" y="739775"/>
                </a:lnTo>
                <a:lnTo>
                  <a:pt x="396875" y="673100"/>
                </a:lnTo>
                <a:lnTo>
                  <a:pt x="98425" y="495300"/>
                </a:lnTo>
                <a:lnTo>
                  <a:pt x="63500" y="530225"/>
                </a:lnTo>
                <a:lnTo>
                  <a:pt x="25400" y="514350"/>
                </a:lnTo>
                <a:lnTo>
                  <a:pt x="25400" y="466725"/>
                </a:lnTo>
                <a:lnTo>
                  <a:pt x="12700" y="463550"/>
                </a:lnTo>
                <a:lnTo>
                  <a:pt x="0" y="200025"/>
                </a:lnTo>
                <a:lnTo>
                  <a:pt x="101600" y="238125"/>
                </a:lnTo>
                <a:close/>
              </a:path>
            </a:pathLst>
          </a:custGeom>
        </p:spPr>
      </p:pic>
      <p:pic>
        <p:nvPicPr>
          <p:cNvPr id="19" name="図 18">
            <a:extLst>
              <a:ext uri="{FF2B5EF4-FFF2-40B4-BE49-F238E27FC236}">
                <a16:creationId xmlns:a16="http://schemas.microsoft.com/office/drawing/2014/main" id="{49088287-D10E-8E83-7AEA-0029B5257866}"/>
              </a:ext>
            </a:extLst>
          </p:cNvPr>
          <p:cNvPicPr>
            <a:picLocks noChangeAspect="1"/>
          </p:cNvPicPr>
          <p:nvPr/>
        </p:nvPicPr>
        <p:blipFill>
          <a:blip r:embed="rId4"/>
          <a:srcRect l="56392" t="19769" r="34553" b="68889"/>
          <a:stretch>
            <a:fillRect/>
          </a:stretch>
        </p:blipFill>
        <p:spPr>
          <a:xfrm>
            <a:off x="5830896" y="1932374"/>
            <a:ext cx="833937" cy="706971"/>
          </a:xfrm>
          <a:custGeom>
            <a:avLst/>
            <a:gdLst>
              <a:gd name="csX0" fmla="*/ 504825 w 917575"/>
              <a:gd name="csY0" fmla="*/ 0 h 777875"/>
              <a:gd name="csX1" fmla="*/ 914400 w 917575"/>
              <a:gd name="csY1" fmla="*/ 228600 h 777875"/>
              <a:gd name="csX2" fmla="*/ 917575 w 917575"/>
              <a:gd name="csY2" fmla="*/ 492125 h 777875"/>
              <a:gd name="csX3" fmla="*/ 838200 w 917575"/>
              <a:gd name="csY3" fmla="*/ 546100 h 777875"/>
              <a:gd name="csX4" fmla="*/ 838200 w 917575"/>
              <a:gd name="csY4" fmla="*/ 673100 h 777875"/>
              <a:gd name="csX5" fmla="*/ 806450 w 917575"/>
              <a:gd name="csY5" fmla="*/ 695325 h 777875"/>
              <a:gd name="csX6" fmla="*/ 768350 w 917575"/>
              <a:gd name="csY6" fmla="*/ 708025 h 777875"/>
              <a:gd name="csX7" fmla="*/ 704850 w 917575"/>
              <a:gd name="csY7" fmla="*/ 701675 h 777875"/>
              <a:gd name="csX8" fmla="*/ 682625 w 917575"/>
              <a:gd name="csY8" fmla="*/ 692150 h 777875"/>
              <a:gd name="csX9" fmla="*/ 654050 w 917575"/>
              <a:gd name="csY9" fmla="*/ 654050 h 777875"/>
              <a:gd name="csX10" fmla="*/ 574675 w 917575"/>
              <a:gd name="csY10" fmla="*/ 701675 h 777875"/>
              <a:gd name="csX11" fmla="*/ 577850 w 917575"/>
              <a:gd name="csY11" fmla="*/ 777875 h 777875"/>
              <a:gd name="csX12" fmla="*/ 482600 w 917575"/>
              <a:gd name="csY12" fmla="*/ 714375 h 777875"/>
              <a:gd name="csX13" fmla="*/ 428625 w 917575"/>
              <a:gd name="csY13" fmla="*/ 739775 h 777875"/>
              <a:gd name="csX14" fmla="*/ 400050 w 917575"/>
              <a:gd name="csY14" fmla="*/ 739775 h 777875"/>
              <a:gd name="csX15" fmla="*/ 396875 w 917575"/>
              <a:gd name="csY15" fmla="*/ 673100 h 777875"/>
              <a:gd name="csX16" fmla="*/ 98425 w 917575"/>
              <a:gd name="csY16" fmla="*/ 495300 h 777875"/>
              <a:gd name="csX17" fmla="*/ 63500 w 917575"/>
              <a:gd name="csY17" fmla="*/ 530225 h 777875"/>
              <a:gd name="csX18" fmla="*/ 25400 w 917575"/>
              <a:gd name="csY18" fmla="*/ 514350 h 777875"/>
              <a:gd name="csX19" fmla="*/ 25400 w 917575"/>
              <a:gd name="csY19" fmla="*/ 466725 h 777875"/>
              <a:gd name="csX20" fmla="*/ 12700 w 917575"/>
              <a:gd name="csY20" fmla="*/ 463550 h 777875"/>
              <a:gd name="csX21" fmla="*/ 0 w 917575"/>
              <a:gd name="csY21" fmla="*/ 200025 h 777875"/>
              <a:gd name="csX22" fmla="*/ 101600 w 917575"/>
              <a:gd name="csY22" fmla="*/ 238125 h 77787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Lst>
            <a:rect l="l" t="t" r="r" b="b"/>
            <a:pathLst>
              <a:path w="917575" h="777875">
                <a:moveTo>
                  <a:pt x="504825" y="0"/>
                </a:moveTo>
                <a:lnTo>
                  <a:pt x="914400" y="228600"/>
                </a:lnTo>
                <a:cubicBezTo>
                  <a:pt x="915458" y="316442"/>
                  <a:pt x="916517" y="404283"/>
                  <a:pt x="917575" y="492125"/>
                </a:cubicBezTo>
                <a:lnTo>
                  <a:pt x="838200" y="546100"/>
                </a:lnTo>
                <a:lnTo>
                  <a:pt x="838200" y="673100"/>
                </a:lnTo>
                <a:lnTo>
                  <a:pt x="806450" y="695325"/>
                </a:lnTo>
                <a:lnTo>
                  <a:pt x="768350" y="708025"/>
                </a:lnTo>
                <a:lnTo>
                  <a:pt x="704850" y="701675"/>
                </a:lnTo>
                <a:lnTo>
                  <a:pt x="682625" y="692150"/>
                </a:lnTo>
                <a:lnTo>
                  <a:pt x="654050" y="654050"/>
                </a:lnTo>
                <a:lnTo>
                  <a:pt x="574675" y="701675"/>
                </a:lnTo>
                <a:lnTo>
                  <a:pt x="577850" y="777875"/>
                </a:lnTo>
                <a:lnTo>
                  <a:pt x="482600" y="714375"/>
                </a:lnTo>
                <a:lnTo>
                  <a:pt x="428625" y="739775"/>
                </a:lnTo>
                <a:lnTo>
                  <a:pt x="400050" y="739775"/>
                </a:lnTo>
                <a:lnTo>
                  <a:pt x="396875" y="673100"/>
                </a:lnTo>
                <a:lnTo>
                  <a:pt x="98425" y="495300"/>
                </a:lnTo>
                <a:lnTo>
                  <a:pt x="63500" y="530225"/>
                </a:lnTo>
                <a:lnTo>
                  <a:pt x="25400" y="514350"/>
                </a:lnTo>
                <a:lnTo>
                  <a:pt x="25400" y="466725"/>
                </a:lnTo>
                <a:lnTo>
                  <a:pt x="12700" y="463550"/>
                </a:lnTo>
                <a:lnTo>
                  <a:pt x="0" y="200025"/>
                </a:lnTo>
                <a:lnTo>
                  <a:pt x="101600" y="238125"/>
                </a:lnTo>
                <a:close/>
              </a:path>
            </a:pathLst>
          </a:custGeom>
        </p:spPr>
      </p:pic>
      <p:cxnSp>
        <p:nvCxnSpPr>
          <p:cNvPr id="93" name="直線コネクタ 92">
            <a:extLst>
              <a:ext uri="{FF2B5EF4-FFF2-40B4-BE49-F238E27FC236}">
                <a16:creationId xmlns:a16="http://schemas.microsoft.com/office/drawing/2014/main" id="{D7CCA07B-3A7F-3B2B-369C-897EADC07040}"/>
              </a:ext>
            </a:extLst>
          </p:cNvPr>
          <p:cNvCxnSpPr>
            <a:cxnSpLocks/>
          </p:cNvCxnSpPr>
          <p:nvPr/>
        </p:nvCxnSpPr>
        <p:spPr>
          <a:xfrm>
            <a:off x="5327978" y="3582355"/>
            <a:ext cx="2088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2" name="図 21">
            <a:extLst>
              <a:ext uri="{FF2B5EF4-FFF2-40B4-BE49-F238E27FC236}">
                <a16:creationId xmlns:a16="http://schemas.microsoft.com/office/drawing/2014/main" id="{5B741C78-FF3F-C249-8050-E42E397542C1}"/>
              </a:ext>
            </a:extLst>
          </p:cNvPr>
          <p:cNvPicPr>
            <a:picLocks noChangeAspect="1"/>
          </p:cNvPicPr>
          <p:nvPr/>
        </p:nvPicPr>
        <p:blipFill>
          <a:blip r:embed="rId4"/>
          <a:srcRect l="41603" t="22593" r="53791" b="66528"/>
          <a:stretch>
            <a:fillRect/>
          </a:stretch>
        </p:blipFill>
        <p:spPr>
          <a:xfrm>
            <a:off x="6830738" y="3266571"/>
            <a:ext cx="388838" cy="621612"/>
          </a:xfrm>
          <a:custGeom>
            <a:avLst/>
            <a:gdLst>
              <a:gd name="csX0" fmla="*/ 107950 w 466725"/>
              <a:gd name="csY0" fmla="*/ 0 h 746125"/>
              <a:gd name="csX1" fmla="*/ 460375 w 466725"/>
              <a:gd name="csY1" fmla="*/ 193675 h 746125"/>
              <a:gd name="csX2" fmla="*/ 466725 w 466725"/>
              <a:gd name="csY2" fmla="*/ 654050 h 746125"/>
              <a:gd name="csX3" fmla="*/ 336550 w 466725"/>
              <a:gd name="csY3" fmla="*/ 746125 h 746125"/>
              <a:gd name="csX4" fmla="*/ 3175 w 466725"/>
              <a:gd name="csY4" fmla="*/ 546100 h 746125"/>
              <a:gd name="csX5" fmla="*/ 0 w 466725"/>
              <a:gd name="csY5" fmla="*/ 69850 h 746125"/>
            </a:gdLst>
            <a:ahLst/>
            <a:cxnLst>
              <a:cxn ang="0">
                <a:pos x="csX0" y="csY0"/>
              </a:cxn>
              <a:cxn ang="0">
                <a:pos x="csX1" y="csY1"/>
              </a:cxn>
              <a:cxn ang="0">
                <a:pos x="csX2" y="csY2"/>
              </a:cxn>
              <a:cxn ang="0">
                <a:pos x="csX3" y="csY3"/>
              </a:cxn>
              <a:cxn ang="0">
                <a:pos x="csX4" y="csY4"/>
              </a:cxn>
              <a:cxn ang="0">
                <a:pos x="csX5" y="csY5"/>
              </a:cxn>
            </a:cxnLst>
            <a:rect l="l" t="t" r="r" b="b"/>
            <a:pathLst>
              <a:path w="466725" h="746125">
                <a:moveTo>
                  <a:pt x="107950" y="0"/>
                </a:moveTo>
                <a:lnTo>
                  <a:pt x="460375" y="193675"/>
                </a:lnTo>
                <a:cubicBezTo>
                  <a:pt x="462492" y="347133"/>
                  <a:pt x="464608" y="500592"/>
                  <a:pt x="466725" y="654050"/>
                </a:cubicBezTo>
                <a:lnTo>
                  <a:pt x="336550" y="746125"/>
                </a:lnTo>
                <a:lnTo>
                  <a:pt x="3175" y="546100"/>
                </a:lnTo>
                <a:cubicBezTo>
                  <a:pt x="2117" y="387350"/>
                  <a:pt x="1058" y="228600"/>
                  <a:pt x="0" y="69850"/>
                </a:cubicBezTo>
                <a:close/>
              </a:path>
            </a:pathLst>
          </a:custGeom>
        </p:spPr>
      </p:pic>
      <p:cxnSp>
        <p:nvCxnSpPr>
          <p:cNvPr id="94" name="直線コネクタ 93">
            <a:extLst>
              <a:ext uri="{FF2B5EF4-FFF2-40B4-BE49-F238E27FC236}">
                <a16:creationId xmlns:a16="http://schemas.microsoft.com/office/drawing/2014/main" id="{C117FBFA-08D4-9D33-FB22-284554051B2F}"/>
              </a:ext>
            </a:extLst>
          </p:cNvPr>
          <p:cNvCxnSpPr>
            <a:cxnSpLocks/>
          </p:cNvCxnSpPr>
          <p:nvPr/>
        </p:nvCxnSpPr>
        <p:spPr>
          <a:xfrm>
            <a:off x="5327978" y="4516912"/>
            <a:ext cx="828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5" name="四角形: 角を丸くする 94">
            <a:extLst>
              <a:ext uri="{FF2B5EF4-FFF2-40B4-BE49-F238E27FC236}">
                <a16:creationId xmlns:a16="http://schemas.microsoft.com/office/drawing/2014/main" id="{6983BC23-6277-DE6E-38F8-3088B7D2066C}"/>
              </a:ext>
            </a:extLst>
          </p:cNvPr>
          <p:cNvSpPr/>
          <p:nvPr/>
        </p:nvSpPr>
        <p:spPr>
          <a:xfrm>
            <a:off x="7908153" y="1449338"/>
            <a:ext cx="1663789" cy="1418128"/>
          </a:xfrm>
          <a:prstGeom prst="roundRect">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1" name="テキスト ボックス 30">
            <a:extLst>
              <a:ext uri="{FF2B5EF4-FFF2-40B4-BE49-F238E27FC236}">
                <a16:creationId xmlns:a16="http://schemas.microsoft.com/office/drawing/2014/main" id="{4831CCF4-5332-81C1-884D-95E4073686EF}"/>
              </a:ext>
            </a:extLst>
          </p:cNvPr>
          <p:cNvSpPr txBox="1"/>
          <p:nvPr/>
        </p:nvSpPr>
        <p:spPr>
          <a:xfrm>
            <a:off x="7792701" y="3034178"/>
            <a:ext cx="992739" cy="461665"/>
          </a:xfrm>
          <a:prstGeom prst="rect">
            <a:avLst/>
          </a:prstGeom>
          <a:noFill/>
        </p:spPr>
        <p:txBody>
          <a:bodyPr wrap="square" rtlCol="0">
            <a:spAutoFit/>
          </a:bodyPr>
          <a:lstStyle/>
          <a:p>
            <a:r>
              <a:rPr kumimoji="1" lang="en-US" altLang="ja-JP" sz="1200"/>
              <a:t>PI FD</a:t>
            </a:r>
            <a:r>
              <a:rPr lang="ja-JP" altLang="en-US" sz="1200"/>
              <a:t> </a:t>
            </a:r>
            <a:r>
              <a:rPr lang="en-US" altLang="ja-JP" sz="1200"/>
              <a:t>Database</a:t>
            </a:r>
            <a:endParaRPr kumimoji="1" lang="en-US" altLang="ja-JP" sz="1200"/>
          </a:p>
        </p:txBody>
      </p:sp>
      <p:sp>
        <p:nvSpPr>
          <p:cNvPr id="32" name="テキスト ボックス 31">
            <a:extLst>
              <a:ext uri="{FF2B5EF4-FFF2-40B4-BE49-F238E27FC236}">
                <a16:creationId xmlns:a16="http://schemas.microsoft.com/office/drawing/2014/main" id="{F013FD31-1E65-C772-B005-9709872CE10E}"/>
              </a:ext>
            </a:extLst>
          </p:cNvPr>
          <p:cNvSpPr txBox="1"/>
          <p:nvPr/>
        </p:nvSpPr>
        <p:spPr>
          <a:xfrm>
            <a:off x="8877133" y="3004361"/>
            <a:ext cx="2509324" cy="461665"/>
          </a:xfrm>
          <a:prstGeom prst="rect">
            <a:avLst/>
          </a:prstGeom>
          <a:noFill/>
        </p:spPr>
        <p:txBody>
          <a:bodyPr wrap="square" rtlCol="0">
            <a:spAutoFit/>
          </a:bodyPr>
          <a:lstStyle/>
          <a:p>
            <a:r>
              <a:rPr kumimoji="1" lang="en-US" altLang="ja-JP" sz="1200"/>
              <a:t>PI Asset Analytics Service</a:t>
            </a:r>
          </a:p>
          <a:p>
            <a:r>
              <a:rPr lang="en-US" altLang="ja-JP" sz="1200"/>
              <a:t>PI Notification Service</a:t>
            </a:r>
            <a:endParaRPr kumimoji="1" lang="ja-JP" altLang="en-US" sz="1200"/>
          </a:p>
        </p:txBody>
      </p:sp>
      <p:pic>
        <p:nvPicPr>
          <p:cNvPr id="54" name="図 53">
            <a:extLst>
              <a:ext uri="{FF2B5EF4-FFF2-40B4-BE49-F238E27FC236}">
                <a16:creationId xmlns:a16="http://schemas.microsoft.com/office/drawing/2014/main" id="{B56974CA-8AC3-65DD-2DAB-2C4D928F0E37}"/>
              </a:ext>
            </a:extLst>
          </p:cNvPr>
          <p:cNvPicPr>
            <a:picLocks noChangeAspect="1"/>
          </p:cNvPicPr>
          <p:nvPr/>
        </p:nvPicPr>
        <p:blipFill>
          <a:blip r:embed="rId3"/>
          <a:srcRect l="56495" t="56497" r="32738" b="31528"/>
          <a:stretch>
            <a:fillRect/>
          </a:stretch>
        </p:blipFill>
        <p:spPr>
          <a:xfrm>
            <a:off x="8905546" y="2372289"/>
            <a:ext cx="840452" cy="633195"/>
          </a:xfrm>
          <a:custGeom>
            <a:avLst/>
            <a:gdLst>
              <a:gd name="csX0" fmla="*/ 524934 w 1090084"/>
              <a:gd name="csY0" fmla="*/ 0 h 821267"/>
              <a:gd name="csX1" fmla="*/ 950384 w 1090084"/>
              <a:gd name="csY1" fmla="*/ 262467 h 821267"/>
              <a:gd name="csX2" fmla="*/ 941917 w 1090084"/>
              <a:gd name="csY2" fmla="*/ 480483 h 821267"/>
              <a:gd name="csX3" fmla="*/ 954617 w 1090084"/>
              <a:gd name="csY3" fmla="*/ 503767 h 821267"/>
              <a:gd name="csX4" fmla="*/ 980017 w 1090084"/>
              <a:gd name="csY4" fmla="*/ 501650 h 821267"/>
              <a:gd name="csX5" fmla="*/ 988484 w 1090084"/>
              <a:gd name="csY5" fmla="*/ 459317 h 821267"/>
              <a:gd name="csX6" fmla="*/ 1016000 w 1090084"/>
              <a:gd name="csY6" fmla="*/ 480483 h 821267"/>
              <a:gd name="csX7" fmla="*/ 1022350 w 1090084"/>
              <a:gd name="csY7" fmla="*/ 503767 h 821267"/>
              <a:gd name="csX8" fmla="*/ 1018117 w 1090084"/>
              <a:gd name="csY8" fmla="*/ 518583 h 821267"/>
              <a:gd name="csX9" fmla="*/ 1028700 w 1090084"/>
              <a:gd name="csY9" fmla="*/ 524933 h 821267"/>
              <a:gd name="csX10" fmla="*/ 1054100 w 1090084"/>
              <a:gd name="csY10" fmla="*/ 512233 h 821267"/>
              <a:gd name="csX11" fmla="*/ 1073150 w 1090084"/>
              <a:gd name="csY11" fmla="*/ 529167 h 821267"/>
              <a:gd name="csX12" fmla="*/ 1047750 w 1090084"/>
              <a:gd name="csY12" fmla="*/ 563033 h 821267"/>
              <a:gd name="csX13" fmla="*/ 1051984 w 1090084"/>
              <a:gd name="csY13" fmla="*/ 577850 h 821267"/>
              <a:gd name="csX14" fmla="*/ 1090084 w 1090084"/>
              <a:gd name="csY14" fmla="*/ 592667 h 821267"/>
              <a:gd name="csX15" fmla="*/ 1079500 w 1090084"/>
              <a:gd name="csY15" fmla="*/ 620183 h 821267"/>
              <a:gd name="csX16" fmla="*/ 1051984 w 1090084"/>
              <a:gd name="csY16" fmla="*/ 645583 h 821267"/>
              <a:gd name="csX17" fmla="*/ 1051984 w 1090084"/>
              <a:gd name="csY17" fmla="*/ 666750 h 821267"/>
              <a:gd name="csX18" fmla="*/ 1075267 w 1090084"/>
              <a:gd name="csY18" fmla="*/ 694267 h 821267"/>
              <a:gd name="csX19" fmla="*/ 1041400 w 1090084"/>
              <a:gd name="csY19" fmla="*/ 709083 h 821267"/>
              <a:gd name="csX20" fmla="*/ 1009650 w 1090084"/>
              <a:gd name="csY20" fmla="*/ 694267 h 821267"/>
              <a:gd name="csX21" fmla="*/ 990600 w 1090084"/>
              <a:gd name="csY21" fmla="*/ 711200 h 821267"/>
              <a:gd name="csX22" fmla="*/ 1001184 w 1090084"/>
              <a:gd name="csY22" fmla="*/ 738717 h 821267"/>
              <a:gd name="csX23" fmla="*/ 956734 w 1090084"/>
              <a:gd name="csY23" fmla="*/ 742950 h 821267"/>
              <a:gd name="csX24" fmla="*/ 937684 w 1090084"/>
              <a:gd name="csY24" fmla="*/ 721783 h 821267"/>
              <a:gd name="csX25" fmla="*/ 924984 w 1090084"/>
              <a:gd name="csY25" fmla="*/ 723900 h 821267"/>
              <a:gd name="csX26" fmla="*/ 918634 w 1090084"/>
              <a:gd name="csY26" fmla="*/ 740833 h 821267"/>
              <a:gd name="csX27" fmla="*/ 872067 w 1090084"/>
              <a:gd name="csY27" fmla="*/ 728133 h 821267"/>
              <a:gd name="csX28" fmla="*/ 880534 w 1090084"/>
              <a:gd name="csY28" fmla="*/ 704850 h 821267"/>
              <a:gd name="csX29" fmla="*/ 863600 w 1090084"/>
              <a:gd name="csY29" fmla="*/ 685800 h 821267"/>
              <a:gd name="csX30" fmla="*/ 836084 w 1090084"/>
              <a:gd name="csY30" fmla="*/ 675217 h 821267"/>
              <a:gd name="csX31" fmla="*/ 844550 w 1090084"/>
              <a:gd name="csY31" fmla="*/ 649817 h 821267"/>
              <a:gd name="csX32" fmla="*/ 831850 w 1090084"/>
              <a:gd name="csY32" fmla="*/ 594783 h 821267"/>
              <a:gd name="csX33" fmla="*/ 590550 w 1090084"/>
              <a:gd name="csY33" fmla="*/ 732367 h 821267"/>
              <a:gd name="csX34" fmla="*/ 586317 w 1090084"/>
              <a:gd name="csY34" fmla="*/ 821267 h 821267"/>
              <a:gd name="csX35" fmla="*/ 499534 w 1090084"/>
              <a:gd name="csY35" fmla="*/ 768350 h 821267"/>
              <a:gd name="csX36" fmla="*/ 429684 w 1090084"/>
              <a:gd name="csY36" fmla="*/ 778933 h 821267"/>
              <a:gd name="csX37" fmla="*/ 408517 w 1090084"/>
              <a:gd name="csY37" fmla="*/ 764117 h 821267"/>
              <a:gd name="csX38" fmla="*/ 402167 w 1090084"/>
              <a:gd name="csY38" fmla="*/ 709083 h 821267"/>
              <a:gd name="csX39" fmla="*/ 86784 w 1090084"/>
              <a:gd name="csY39" fmla="*/ 520700 h 821267"/>
              <a:gd name="csX40" fmla="*/ 50800 w 1090084"/>
              <a:gd name="csY40" fmla="*/ 546100 h 821267"/>
              <a:gd name="csX41" fmla="*/ 21167 w 1090084"/>
              <a:gd name="csY41" fmla="*/ 543983 h 821267"/>
              <a:gd name="csX42" fmla="*/ 12700 w 1090084"/>
              <a:gd name="csY42" fmla="*/ 520700 h 821267"/>
              <a:gd name="csX43" fmla="*/ 14817 w 1090084"/>
              <a:gd name="csY43" fmla="*/ 488950 h 821267"/>
              <a:gd name="csX44" fmla="*/ 0 w 1090084"/>
              <a:gd name="csY44" fmla="*/ 465667 h 821267"/>
              <a:gd name="csX45" fmla="*/ 4234 w 1090084"/>
              <a:gd name="csY45" fmla="*/ 207433 h 821267"/>
              <a:gd name="csX46" fmla="*/ 88900 w 1090084"/>
              <a:gd name="csY46" fmla="*/ 249767 h 82126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Lst>
            <a:rect l="l" t="t" r="r" b="b"/>
            <a:pathLst>
              <a:path w="1090084" h="821267">
                <a:moveTo>
                  <a:pt x="524934" y="0"/>
                </a:moveTo>
                <a:lnTo>
                  <a:pt x="950384" y="262467"/>
                </a:lnTo>
                <a:lnTo>
                  <a:pt x="941917" y="480483"/>
                </a:lnTo>
                <a:lnTo>
                  <a:pt x="954617" y="503767"/>
                </a:lnTo>
                <a:lnTo>
                  <a:pt x="980017" y="501650"/>
                </a:lnTo>
                <a:lnTo>
                  <a:pt x="988484" y="459317"/>
                </a:lnTo>
                <a:lnTo>
                  <a:pt x="1016000" y="480483"/>
                </a:lnTo>
                <a:lnTo>
                  <a:pt x="1022350" y="503767"/>
                </a:lnTo>
                <a:lnTo>
                  <a:pt x="1018117" y="518583"/>
                </a:lnTo>
                <a:lnTo>
                  <a:pt x="1028700" y="524933"/>
                </a:lnTo>
                <a:lnTo>
                  <a:pt x="1054100" y="512233"/>
                </a:lnTo>
                <a:lnTo>
                  <a:pt x="1073150" y="529167"/>
                </a:lnTo>
                <a:lnTo>
                  <a:pt x="1047750" y="563033"/>
                </a:lnTo>
                <a:lnTo>
                  <a:pt x="1051984" y="577850"/>
                </a:lnTo>
                <a:lnTo>
                  <a:pt x="1090084" y="592667"/>
                </a:lnTo>
                <a:lnTo>
                  <a:pt x="1079500" y="620183"/>
                </a:lnTo>
                <a:lnTo>
                  <a:pt x="1051984" y="645583"/>
                </a:lnTo>
                <a:lnTo>
                  <a:pt x="1051984" y="666750"/>
                </a:lnTo>
                <a:lnTo>
                  <a:pt x="1075267" y="694267"/>
                </a:lnTo>
                <a:lnTo>
                  <a:pt x="1041400" y="709083"/>
                </a:lnTo>
                <a:lnTo>
                  <a:pt x="1009650" y="694267"/>
                </a:lnTo>
                <a:lnTo>
                  <a:pt x="990600" y="711200"/>
                </a:lnTo>
                <a:lnTo>
                  <a:pt x="1001184" y="738717"/>
                </a:lnTo>
                <a:lnTo>
                  <a:pt x="956734" y="742950"/>
                </a:lnTo>
                <a:lnTo>
                  <a:pt x="937684" y="721783"/>
                </a:lnTo>
                <a:lnTo>
                  <a:pt x="924984" y="723900"/>
                </a:lnTo>
                <a:lnTo>
                  <a:pt x="918634" y="740833"/>
                </a:lnTo>
                <a:lnTo>
                  <a:pt x="872067" y="728133"/>
                </a:lnTo>
                <a:lnTo>
                  <a:pt x="880534" y="704850"/>
                </a:lnTo>
                <a:lnTo>
                  <a:pt x="863600" y="685800"/>
                </a:lnTo>
                <a:lnTo>
                  <a:pt x="836084" y="675217"/>
                </a:lnTo>
                <a:lnTo>
                  <a:pt x="844550" y="649817"/>
                </a:lnTo>
                <a:lnTo>
                  <a:pt x="831850" y="594783"/>
                </a:lnTo>
                <a:lnTo>
                  <a:pt x="590550" y="732367"/>
                </a:lnTo>
                <a:lnTo>
                  <a:pt x="586317" y="821267"/>
                </a:lnTo>
                <a:lnTo>
                  <a:pt x="499534" y="768350"/>
                </a:lnTo>
                <a:lnTo>
                  <a:pt x="429684" y="778933"/>
                </a:lnTo>
                <a:lnTo>
                  <a:pt x="408517" y="764117"/>
                </a:lnTo>
                <a:lnTo>
                  <a:pt x="402167" y="709083"/>
                </a:lnTo>
                <a:lnTo>
                  <a:pt x="86784" y="520700"/>
                </a:lnTo>
                <a:lnTo>
                  <a:pt x="50800" y="546100"/>
                </a:lnTo>
                <a:lnTo>
                  <a:pt x="21167" y="543983"/>
                </a:lnTo>
                <a:lnTo>
                  <a:pt x="12700" y="520700"/>
                </a:lnTo>
                <a:lnTo>
                  <a:pt x="14817" y="488950"/>
                </a:lnTo>
                <a:lnTo>
                  <a:pt x="0" y="465667"/>
                </a:lnTo>
                <a:cubicBezTo>
                  <a:pt x="1411" y="379589"/>
                  <a:pt x="2823" y="293511"/>
                  <a:pt x="4234" y="207433"/>
                </a:cubicBezTo>
                <a:lnTo>
                  <a:pt x="88900" y="249767"/>
                </a:lnTo>
                <a:close/>
              </a:path>
            </a:pathLst>
          </a:custGeom>
        </p:spPr>
      </p:pic>
      <p:pic>
        <p:nvPicPr>
          <p:cNvPr id="21" name="図 20">
            <a:extLst>
              <a:ext uri="{FF2B5EF4-FFF2-40B4-BE49-F238E27FC236}">
                <a16:creationId xmlns:a16="http://schemas.microsoft.com/office/drawing/2014/main" id="{D8EC6074-5CA6-7113-A5E0-FA021343158F}"/>
              </a:ext>
            </a:extLst>
          </p:cNvPr>
          <p:cNvPicPr>
            <a:picLocks noChangeAspect="1"/>
          </p:cNvPicPr>
          <p:nvPr/>
        </p:nvPicPr>
        <p:blipFill>
          <a:blip r:embed="rId4"/>
          <a:srcRect l="82244" t="12014" r="9500" b="77546"/>
          <a:stretch>
            <a:fillRect/>
          </a:stretch>
        </p:blipFill>
        <p:spPr>
          <a:xfrm>
            <a:off x="8384777" y="1111383"/>
            <a:ext cx="742624" cy="635527"/>
          </a:xfrm>
          <a:custGeom>
            <a:avLst/>
            <a:gdLst>
              <a:gd name="csX0" fmla="*/ 455613 w 836613"/>
              <a:gd name="csY0" fmla="*/ 0 h 715962"/>
              <a:gd name="csX1" fmla="*/ 835025 w 836613"/>
              <a:gd name="csY1" fmla="*/ 217487 h 715962"/>
              <a:gd name="csX2" fmla="*/ 836613 w 836613"/>
              <a:gd name="csY2" fmla="*/ 447675 h 715962"/>
              <a:gd name="csX3" fmla="*/ 519113 w 836613"/>
              <a:gd name="csY3" fmla="*/ 638175 h 715962"/>
              <a:gd name="csX4" fmla="*/ 519113 w 836613"/>
              <a:gd name="csY4" fmla="*/ 715962 h 715962"/>
              <a:gd name="csX5" fmla="*/ 425450 w 836613"/>
              <a:gd name="csY5" fmla="*/ 658812 h 715962"/>
              <a:gd name="csX6" fmla="*/ 387350 w 836613"/>
              <a:gd name="csY6" fmla="*/ 676275 h 715962"/>
              <a:gd name="csX7" fmla="*/ 352425 w 836613"/>
              <a:gd name="csY7" fmla="*/ 655637 h 715962"/>
              <a:gd name="csX8" fmla="*/ 357188 w 836613"/>
              <a:gd name="csY8" fmla="*/ 608012 h 715962"/>
              <a:gd name="csX9" fmla="*/ 85725 w 836613"/>
              <a:gd name="csY9" fmla="*/ 457200 h 715962"/>
              <a:gd name="csX10" fmla="*/ 47625 w 836613"/>
              <a:gd name="csY10" fmla="*/ 482600 h 715962"/>
              <a:gd name="csX11" fmla="*/ 14288 w 836613"/>
              <a:gd name="csY11" fmla="*/ 466725 h 715962"/>
              <a:gd name="csX12" fmla="*/ 19050 w 836613"/>
              <a:gd name="csY12" fmla="*/ 417512 h 715962"/>
              <a:gd name="csX13" fmla="*/ 0 w 836613"/>
              <a:gd name="csY13" fmla="*/ 400050 h 715962"/>
              <a:gd name="csX14" fmla="*/ 7938 w 836613"/>
              <a:gd name="csY14" fmla="*/ 173037 h 715962"/>
              <a:gd name="csX15" fmla="*/ 77788 w 836613"/>
              <a:gd name="csY15" fmla="*/ 214312 h 71596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Lst>
            <a:rect l="l" t="t" r="r" b="b"/>
            <a:pathLst>
              <a:path w="836613" h="715962">
                <a:moveTo>
                  <a:pt x="455613" y="0"/>
                </a:moveTo>
                <a:lnTo>
                  <a:pt x="835025" y="217487"/>
                </a:lnTo>
                <a:cubicBezTo>
                  <a:pt x="835554" y="294216"/>
                  <a:pt x="836084" y="370946"/>
                  <a:pt x="836613" y="447675"/>
                </a:cubicBezTo>
                <a:lnTo>
                  <a:pt x="519113" y="638175"/>
                </a:lnTo>
                <a:lnTo>
                  <a:pt x="519113" y="715962"/>
                </a:lnTo>
                <a:lnTo>
                  <a:pt x="425450" y="658812"/>
                </a:lnTo>
                <a:lnTo>
                  <a:pt x="387350" y="676275"/>
                </a:lnTo>
                <a:lnTo>
                  <a:pt x="352425" y="655637"/>
                </a:lnTo>
                <a:lnTo>
                  <a:pt x="357188" y="608012"/>
                </a:lnTo>
                <a:lnTo>
                  <a:pt x="85725" y="457200"/>
                </a:lnTo>
                <a:lnTo>
                  <a:pt x="47625" y="482600"/>
                </a:lnTo>
                <a:lnTo>
                  <a:pt x="14288" y="466725"/>
                </a:lnTo>
                <a:lnTo>
                  <a:pt x="19050" y="417512"/>
                </a:lnTo>
                <a:lnTo>
                  <a:pt x="0" y="400050"/>
                </a:lnTo>
                <a:lnTo>
                  <a:pt x="7938" y="173037"/>
                </a:lnTo>
                <a:lnTo>
                  <a:pt x="77788" y="214312"/>
                </a:lnTo>
                <a:close/>
              </a:path>
            </a:pathLst>
          </a:custGeom>
        </p:spPr>
      </p:pic>
      <p:sp>
        <p:nvSpPr>
          <p:cNvPr id="29" name="テキスト ボックス 28">
            <a:extLst>
              <a:ext uri="{FF2B5EF4-FFF2-40B4-BE49-F238E27FC236}">
                <a16:creationId xmlns:a16="http://schemas.microsoft.com/office/drawing/2014/main" id="{01CD071B-9586-9D17-AB2F-3002D23AA82D}"/>
              </a:ext>
            </a:extLst>
          </p:cNvPr>
          <p:cNvSpPr txBox="1"/>
          <p:nvPr/>
        </p:nvSpPr>
        <p:spPr>
          <a:xfrm>
            <a:off x="8258144" y="1716511"/>
            <a:ext cx="1066318" cy="276999"/>
          </a:xfrm>
          <a:prstGeom prst="rect">
            <a:avLst/>
          </a:prstGeom>
          <a:noFill/>
        </p:spPr>
        <p:txBody>
          <a:bodyPr wrap="none" rtlCol="0">
            <a:spAutoFit/>
          </a:bodyPr>
          <a:lstStyle/>
          <a:p>
            <a:r>
              <a:rPr kumimoji="1" lang="en-US" altLang="ja-JP" sz="1200"/>
              <a:t>PI AF Server</a:t>
            </a:r>
            <a:endParaRPr kumimoji="1" lang="ja-JP" altLang="en-US" sz="1200"/>
          </a:p>
        </p:txBody>
      </p:sp>
      <p:cxnSp>
        <p:nvCxnSpPr>
          <p:cNvPr id="96" name="直線コネクタ 95">
            <a:extLst>
              <a:ext uri="{FF2B5EF4-FFF2-40B4-BE49-F238E27FC236}">
                <a16:creationId xmlns:a16="http://schemas.microsoft.com/office/drawing/2014/main" id="{04CDB50D-BA76-700D-7162-6C9D1AFAB7C8}"/>
              </a:ext>
            </a:extLst>
          </p:cNvPr>
          <p:cNvCxnSpPr>
            <a:cxnSpLocks/>
          </p:cNvCxnSpPr>
          <p:nvPr/>
        </p:nvCxnSpPr>
        <p:spPr>
          <a:xfrm>
            <a:off x="7563234" y="4002218"/>
            <a:ext cx="828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98" name="図 97">
            <a:extLst>
              <a:ext uri="{FF2B5EF4-FFF2-40B4-BE49-F238E27FC236}">
                <a16:creationId xmlns:a16="http://schemas.microsoft.com/office/drawing/2014/main" id="{7FA2FB0F-0574-F77E-5123-5D101B0B0A8C}"/>
              </a:ext>
            </a:extLst>
          </p:cNvPr>
          <p:cNvPicPr>
            <a:picLocks noChangeAspect="1"/>
          </p:cNvPicPr>
          <p:nvPr/>
        </p:nvPicPr>
        <p:blipFill>
          <a:blip r:embed="rId5">
            <a:clrChange>
              <a:clrFrom>
                <a:srgbClr val="F5F6F9"/>
              </a:clrFrom>
              <a:clrTo>
                <a:srgbClr val="F5F6F9">
                  <a:alpha val="0"/>
                </a:srgbClr>
              </a:clrTo>
            </a:clrChange>
            <a:duotone>
              <a:prstClr val="black"/>
              <a:schemeClr val="tx2">
                <a:tint val="45000"/>
                <a:satMod val="400000"/>
              </a:schemeClr>
            </a:duotone>
          </a:blip>
          <a:stretch>
            <a:fillRect/>
          </a:stretch>
        </p:blipFill>
        <p:spPr>
          <a:xfrm>
            <a:off x="11029875" y="5295196"/>
            <a:ext cx="591283" cy="519921"/>
          </a:xfrm>
          <a:prstGeom prst="rect">
            <a:avLst/>
          </a:prstGeom>
        </p:spPr>
      </p:pic>
      <p:grpSp>
        <p:nvGrpSpPr>
          <p:cNvPr id="103" name="グループ化 102">
            <a:extLst>
              <a:ext uri="{FF2B5EF4-FFF2-40B4-BE49-F238E27FC236}">
                <a16:creationId xmlns:a16="http://schemas.microsoft.com/office/drawing/2014/main" id="{A063D9D4-35CE-9B62-4E21-47D2E17405D0}"/>
              </a:ext>
            </a:extLst>
          </p:cNvPr>
          <p:cNvGrpSpPr/>
          <p:nvPr/>
        </p:nvGrpSpPr>
        <p:grpSpPr>
          <a:xfrm>
            <a:off x="10867252" y="4840285"/>
            <a:ext cx="871306" cy="616533"/>
            <a:chOff x="10856474" y="4453937"/>
            <a:chExt cx="871306" cy="616533"/>
          </a:xfrm>
        </p:grpSpPr>
        <p:pic>
          <p:nvPicPr>
            <p:cNvPr id="99" name="图片 7">
              <a:extLst>
                <a:ext uri="{FF2B5EF4-FFF2-40B4-BE49-F238E27FC236}">
                  <a16:creationId xmlns:a16="http://schemas.microsoft.com/office/drawing/2014/main" id="{0A810CAB-7F43-C384-3F6D-ABE8906A967F}"/>
                </a:ext>
              </a:extLst>
            </p:cNvPr>
            <p:cNvPicPr>
              <a:picLocks noChangeAspect="1" noChangeArrowheads="1"/>
            </p:cNvPicPr>
            <p:nvPr/>
          </p:nvPicPr>
          <p:blipFill>
            <a:blip r:embed="rId6">
              <a:extLst>
                <a:ext uri="{28A0092B-C50C-407E-A947-70E740481C1C}">
                  <a14:useLocalDpi xmlns:a14="http://schemas.microsoft.com/office/drawing/2010/main" val="0"/>
                </a:ext>
              </a:extLst>
            </a:blip>
            <a:srcRect b="17409"/>
            <a:stretch>
              <a:fillRect/>
            </a:stretch>
          </p:blipFill>
          <p:spPr bwMode="auto">
            <a:xfrm>
              <a:off x="10856474" y="4453937"/>
              <a:ext cx="871306" cy="6165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0" name="Picture 16">
              <a:extLst>
                <a:ext uri="{FF2B5EF4-FFF2-40B4-BE49-F238E27FC236}">
                  <a16:creationId xmlns:a16="http://schemas.microsoft.com/office/drawing/2014/main" id="{29434543-8FCD-A422-4128-C9F7F1A8C9BC}"/>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10879177" y="4487405"/>
              <a:ext cx="813624" cy="3807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cxnSp>
        <p:nvCxnSpPr>
          <p:cNvPr id="104" name="直線コネクタ 103">
            <a:extLst>
              <a:ext uri="{FF2B5EF4-FFF2-40B4-BE49-F238E27FC236}">
                <a16:creationId xmlns:a16="http://schemas.microsoft.com/office/drawing/2014/main" id="{53ADA059-CB2F-4F6A-2274-BC05E61DA2C1}"/>
              </a:ext>
            </a:extLst>
          </p:cNvPr>
          <p:cNvCxnSpPr>
            <a:cxnSpLocks/>
          </p:cNvCxnSpPr>
          <p:nvPr/>
        </p:nvCxnSpPr>
        <p:spPr>
          <a:xfrm>
            <a:off x="7575668" y="1932374"/>
            <a:ext cx="342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7" name="円柱 26">
            <a:extLst>
              <a:ext uri="{FF2B5EF4-FFF2-40B4-BE49-F238E27FC236}">
                <a16:creationId xmlns:a16="http://schemas.microsoft.com/office/drawing/2014/main" id="{B1645FF7-73EC-BB3F-47EE-E1DE68D28ED1}"/>
              </a:ext>
            </a:extLst>
          </p:cNvPr>
          <p:cNvSpPr/>
          <p:nvPr/>
        </p:nvSpPr>
        <p:spPr>
          <a:xfrm>
            <a:off x="5183978" y="807856"/>
            <a:ext cx="144000" cy="5691444"/>
          </a:xfrm>
          <a:prstGeom prst="can">
            <a:avLst/>
          </a:prstGeom>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21594000" scaled="0"/>
            <a:tileRect/>
          </a:gradFill>
          <a:ln w="31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105" name="図 104">
            <a:extLst>
              <a:ext uri="{FF2B5EF4-FFF2-40B4-BE49-F238E27FC236}">
                <a16:creationId xmlns:a16="http://schemas.microsoft.com/office/drawing/2014/main" id="{42983C4D-A526-2ADF-1236-F16C4A9C08AE}"/>
              </a:ext>
            </a:extLst>
          </p:cNvPr>
          <p:cNvPicPr>
            <a:picLocks noChangeAspect="1"/>
          </p:cNvPicPr>
          <p:nvPr/>
        </p:nvPicPr>
        <p:blipFill>
          <a:blip r:embed="rId3"/>
          <a:srcRect l="56495" t="56497" r="32738" b="31528"/>
          <a:stretch>
            <a:fillRect/>
          </a:stretch>
        </p:blipFill>
        <p:spPr>
          <a:xfrm>
            <a:off x="5803673" y="3834286"/>
            <a:ext cx="962011" cy="724777"/>
          </a:xfrm>
          <a:custGeom>
            <a:avLst/>
            <a:gdLst>
              <a:gd name="csX0" fmla="*/ 524934 w 1090084"/>
              <a:gd name="csY0" fmla="*/ 0 h 821267"/>
              <a:gd name="csX1" fmla="*/ 950384 w 1090084"/>
              <a:gd name="csY1" fmla="*/ 262467 h 821267"/>
              <a:gd name="csX2" fmla="*/ 941917 w 1090084"/>
              <a:gd name="csY2" fmla="*/ 480483 h 821267"/>
              <a:gd name="csX3" fmla="*/ 954617 w 1090084"/>
              <a:gd name="csY3" fmla="*/ 503767 h 821267"/>
              <a:gd name="csX4" fmla="*/ 980017 w 1090084"/>
              <a:gd name="csY4" fmla="*/ 501650 h 821267"/>
              <a:gd name="csX5" fmla="*/ 988484 w 1090084"/>
              <a:gd name="csY5" fmla="*/ 459317 h 821267"/>
              <a:gd name="csX6" fmla="*/ 1016000 w 1090084"/>
              <a:gd name="csY6" fmla="*/ 480483 h 821267"/>
              <a:gd name="csX7" fmla="*/ 1022350 w 1090084"/>
              <a:gd name="csY7" fmla="*/ 503767 h 821267"/>
              <a:gd name="csX8" fmla="*/ 1018117 w 1090084"/>
              <a:gd name="csY8" fmla="*/ 518583 h 821267"/>
              <a:gd name="csX9" fmla="*/ 1028700 w 1090084"/>
              <a:gd name="csY9" fmla="*/ 524933 h 821267"/>
              <a:gd name="csX10" fmla="*/ 1054100 w 1090084"/>
              <a:gd name="csY10" fmla="*/ 512233 h 821267"/>
              <a:gd name="csX11" fmla="*/ 1073150 w 1090084"/>
              <a:gd name="csY11" fmla="*/ 529167 h 821267"/>
              <a:gd name="csX12" fmla="*/ 1047750 w 1090084"/>
              <a:gd name="csY12" fmla="*/ 563033 h 821267"/>
              <a:gd name="csX13" fmla="*/ 1051984 w 1090084"/>
              <a:gd name="csY13" fmla="*/ 577850 h 821267"/>
              <a:gd name="csX14" fmla="*/ 1090084 w 1090084"/>
              <a:gd name="csY14" fmla="*/ 592667 h 821267"/>
              <a:gd name="csX15" fmla="*/ 1079500 w 1090084"/>
              <a:gd name="csY15" fmla="*/ 620183 h 821267"/>
              <a:gd name="csX16" fmla="*/ 1051984 w 1090084"/>
              <a:gd name="csY16" fmla="*/ 645583 h 821267"/>
              <a:gd name="csX17" fmla="*/ 1051984 w 1090084"/>
              <a:gd name="csY17" fmla="*/ 666750 h 821267"/>
              <a:gd name="csX18" fmla="*/ 1075267 w 1090084"/>
              <a:gd name="csY18" fmla="*/ 694267 h 821267"/>
              <a:gd name="csX19" fmla="*/ 1041400 w 1090084"/>
              <a:gd name="csY19" fmla="*/ 709083 h 821267"/>
              <a:gd name="csX20" fmla="*/ 1009650 w 1090084"/>
              <a:gd name="csY20" fmla="*/ 694267 h 821267"/>
              <a:gd name="csX21" fmla="*/ 990600 w 1090084"/>
              <a:gd name="csY21" fmla="*/ 711200 h 821267"/>
              <a:gd name="csX22" fmla="*/ 1001184 w 1090084"/>
              <a:gd name="csY22" fmla="*/ 738717 h 821267"/>
              <a:gd name="csX23" fmla="*/ 956734 w 1090084"/>
              <a:gd name="csY23" fmla="*/ 742950 h 821267"/>
              <a:gd name="csX24" fmla="*/ 937684 w 1090084"/>
              <a:gd name="csY24" fmla="*/ 721783 h 821267"/>
              <a:gd name="csX25" fmla="*/ 924984 w 1090084"/>
              <a:gd name="csY25" fmla="*/ 723900 h 821267"/>
              <a:gd name="csX26" fmla="*/ 918634 w 1090084"/>
              <a:gd name="csY26" fmla="*/ 740833 h 821267"/>
              <a:gd name="csX27" fmla="*/ 872067 w 1090084"/>
              <a:gd name="csY27" fmla="*/ 728133 h 821267"/>
              <a:gd name="csX28" fmla="*/ 880534 w 1090084"/>
              <a:gd name="csY28" fmla="*/ 704850 h 821267"/>
              <a:gd name="csX29" fmla="*/ 863600 w 1090084"/>
              <a:gd name="csY29" fmla="*/ 685800 h 821267"/>
              <a:gd name="csX30" fmla="*/ 836084 w 1090084"/>
              <a:gd name="csY30" fmla="*/ 675217 h 821267"/>
              <a:gd name="csX31" fmla="*/ 844550 w 1090084"/>
              <a:gd name="csY31" fmla="*/ 649817 h 821267"/>
              <a:gd name="csX32" fmla="*/ 831850 w 1090084"/>
              <a:gd name="csY32" fmla="*/ 594783 h 821267"/>
              <a:gd name="csX33" fmla="*/ 590550 w 1090084"/>
              <a:gd name="csY33" fmla="*/ 732367 h 821267"/>
              <a:gd name="csX34" fmla="*/ 586317 w 1090084"/>
              <a:gd name="csY34" fmla="*/ 821267 h 821267"/>
              <a:gd name="csX35" fmla="*/ 499534 w 1090084"/>
              <a:gd name="csY35" fmla="*/ 768350 h 821267"/>
              <a:gd name="csX36" fmla="*/ 429684 w 1090084"/>
              <a:gd name="csY36" fmla="*/ 778933 h 821267"/>
              <a:gd name="csX37" fmla="*/ 408517 w 1090084"/>
              <a:gd name="csY37" fmla="*/ 764117 h 821267"/>
              <a:gd name="csX38" fmla="*/ 402167 w 1090084"/>
              <a:gd name="csY38" fmla="*/ 709083 h 821267"/>
              <a:gd name="csX39" fmla="*/ 86784 w 1090084"/>
              <a:gd name="csY39" fmla="*/ 520700 h 821267"/>
              <a:gd name="csX40" fmla="*/ 50800 w 1090084"/>
              <a:gd name="csY40" fmla="*/ 546100 h 821267"/>
              <a:gd name="csX41" fmla="*/ 21167 w 1090084"/>
              <a:gd name="csY41" fmla="*/ 543983 h 821267"/>
              <a:gd name="csX42" fmla="*/ 12700 w 1090084"/>
              <a:gd name="csY42" fmla="*/ 520700 h 821267"/>
              <a:gd name="csX43" fmla="*/ 14817 w 1090084"/>
              <a:gd name="csY43" fmla="*/ 488950 h 821267"/>
              <a:gd name="csX44" fmla="*/ 0 w 1090084"/>
              <a:gd name="csY44" fmla="*/ 465667 h 821267"/>
              <a:gd name="csX45" fmla="*/ 4234 w 1090084"/>
              <a:gd name="csY45" fmla="*/ 207433 h 821267"/>
              <a:gd name="csX46" fmla="*/ 88900 w 1090084"/>
              <a:gd name="csY46" fmla="*/ 249767 h 82126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Lst>
            <a:rect l="l" t="t" r="r" b="b"/>
            <a:pathLst>
              <a:path w="1090084" h="821267">
                <a:moveTo>
                  <a:pt x="524934" y="0"/>
                </a:moveTo>
                <a:lnTo>
                  <a:pt x="950384" y="262467"/>
                </a:lnTo>
                <a:lnTo>
                  <a:pt x="941917" y="480483"/>
                </a:lnTo>
                <a:lnTo>
                  <a:pt x="954617" y="503767"/>
                </a:lnTo>
                <a:lnTo>
                  <a:pt x="980017" y="501650"/>
                </a:lnTo>
                <a:lnTo>
                  <a:pt x="988484" y="459317"/>
                </a:lnTo>
                <a:lnTo>
                  <a:pt x="1016000" y="480483"/>
                </a:lnTo>
                <a:lnTo>
                  <a:pt x="1022350" y="503767"/>
                </a:lnTo>
                <a:lnTo>
                  <a:pt x="1018117" y="518583"/>
                </a:lnTo>
                <a:lnTo>
                  <a:pt x="1028700" y="524933"/>
                </a:lnTo>
                <a:lnTo>
                  <a:pt x="1054100" y="512233"/>
                </a:lnTo>
                <a:lnTo>
                  <a:pt x="1073150" y="529167"/>
                </a:lnTo>
                <a:lnTo>
                  <a:pt x="1047750" y="563033"/>
                </a:lnTo>
                <a:lnTo>
                  <a:pt x="1051984" y="577850"/>
                </a:lnTo>
                <a:lnTo>
                  <a:pt x="1090084" y="592667"/>
                </a:lnTo>
                <a:lnTo>
                  <a:pt x="1079500" y="620183"/>
                </a:lnTo>
                <a:lnTo>
                  <a:pt x="1051984" y="645583"/>
                </a:lnTo>
                <a:lnTo>
                  <a:pt x="1051984" y="666750"/>
                </a:lnTo>
                <a:lnTo>
                  <a:pt x="1075267" y="694267"/>
                </a:lnTo>
                <a:lnTo>
                  <a:pt x="1041400" y="709083"/>
                </a:lnTo>
                <a:lnTo>
                  <a:pt x="1009650" y="694267"/>
                </a:lnTo>
                <a:lnTo>
                  <a:pt x="990600" y="711200"/>
                </a:lnTo>
                <a:lnTo>
                  <a:pt x="1001184" y="738717"/>
                </a:lnTo>
                <a:lnTo>
                  <a:pt x="956734" y="742950"/>
                </a:lnTo>
                <a:lnTo>
                  <a:pt x="937684" y="721783"/>
                </a:lnTo>
                <a:lnTo>
                  <a:pt x="924984" y="723900"/>
                </a:lnTo>
                <a:lnTo>
                  <a:pt x="918634" y="740833"/>
                </a:lnTo>
                <a:lnTo>
                  <a:pt x="872067" y="728133"/>
                </a:lnTo>
                <a:lnTo>
                  <a:pt x="880534" y="704850"/>
                </a:lnTo>
                <a:lnTo>
                  <a:pt x="863600" y="685800"/>
                </a:lnTo>
                <a:lnTo>
                  <a:pt x="836084" y="675217"/>
                </a:lnTo>
                <a:lnTo>
                  <a:pt x="844550" y="649817"/>
                </a:lnTo>
                <a:lnTo>
                  <a:pt x="831850" y="594783"/>
                </a:lnTo>
                <a:lnTo>
                  <a:pt x="590550" y="732367"/>
                </a:lnTo>
                <a:lnTo>
                  <a:pt x="586317" y="821267"/>
                </a:lnTo>
                <a:lnTo>
                  <a:pt x="499534" y="768350"/>
                </a:lnTo>
                <a:lnTo>
                  <a:pt x="429684" y="778933"/>
                </a:lnTo>
                <a:lnTo>
                  <a:pt x="408517" y="764117"/>
                </a:lnTo>
                <a:lnTo>
                  <a:pt x="402167" y="709083"/>
                </a:lnTo>
                <a:lnTo>
                  <a:pt x="86784" y="520700"/>
                </a:lnTo>
                <a:lnTo>
                  <a:pt x="50800" y="546100"/>
                </a:lnTo>
                <a:lnTo>
                  <a:pt x="21167" y="543983"/>
                </a:lnTo>
                <a:lnTo>
                  <a:pt x="12700" y="520700"/>
                </a:lnTo>
                <a:lnTo>
                  <a:pt x="14817" y="488950"/>
                </a:lnTo>
                <a:lnTo>
                  <a:pt x="0" y="465667"/>
                </a:lnTo>
                <a:cubicBezTo>
                  <a:pt x="1411" y="379589"/>
                  <a:pt x="2823" y="293511"/>
                  <a:pt x="4234" y="207433"/>
                </a:cubicBezTo>
                <a:lnTo>
                  <a:pt x="88900" y="249767"/>
                </a:lnTo>
                <a:close/>
              </a:path>
            </a:pathLst>
          </a:custGeom>
        </p:spPr>
      </p:pic>
      <p:pic>
        <p:nvPicPr>
          <p:cNvPr id="24" name="図 23">
            <a:extLst>
              <a:ext uri="{FF2B5EF4-FFF2-40B4-BE49-F238E27FC236}">
                <a16:creationId xmlns:a16="http://schemas.microsoft.com/office/drawing/2014/main" id="{FE2707AD-72E2-3EF1-C480-FEFC79C19847}"/>
              </a:ext>
            </a:extLst>
          </p:cNvPr>
          <p:cNvPicPr>
            <a:picLocks noChangeAspect="1"/>
          </p:cNvPicPr>
          <p:nvPr/>
        </p:nvPicPr>
        <p:blipFill>
          <a:blip r:embed="rId3"/>
          <a:srcRect l="56495" t="56497" r="32738" b="31528"/>
          <a:stretch>
            <a:fillRect/>
          </a:stretch>
        </p:blipFill>
        <p:spPr>
          <a:xfrm>
            <a:off x="5830896" y="4152727"/>
            <a:ext cx="962011" cy="724777"/>
          </a:xfrm>
          <a:custGeom>
            <a:avLst/>
            <a:gdLst>
              <a:gd name="csX0" fmla="*/ 524934 w 1090084"/>
              <a:gd name="csY0" fmla="*/ 0 h 821267"/>
              <a:gd name="csX1" fmla="*/ 950384 w 1090084"/>
              <a:gd name="csY1" fmla="*/ 262467 h 821267"/>
              <a:gd name="csX2" fmla="*/ 941917 w 1090084"/>
              <a:gd name="csY2" fmla="*/ 480483 h 821267"/>
              <a:gd name="csX3" fmla="*/ 954617 w 1090084"/>
              <a:gd name="csY3" fmla="*/ 503767 h 821267"/>
              <a:gd name="csX4" fmla="*/ 980017 w 1090084"/>
              <a:gd name="csY4" fmla="*/ 501650 h 821267"/>
              <a:gd name="csX5" fmla="*/ 988484 w 1090084"/>
              <a:gd name="csY5" fmla="*/ 459317 h 821267"/>
              <a:gd name="csX6" fmla="*/ 1016000 w 1090084"/>
              <a:gd name="csY6" fmla="*/ 480483 h 821267"/>
              <a:gd name="csX7" fmla="*/ 1022350 w 1090084"/>
              <a:gd name="csY7" fmla="*/ 503767 h 821267"/>
              <a:gd name="csX8" fmla="*/ 1018117 w 1090084"/>
              <a:gd name="csY8" fmla="*/ 518583 h 821267"/>
              <a:gd name="csX9" fmla="*/ 1028700 w 1090084"/>
              <a:gd name="csY9" fmla="*/ 524933 h 821267"/>
              <a:gd name="csX10" fmla="*/ 1054100 w 1090084"/>
              <a:gd name="csY10" fmla="*/ 512233 h 821267"/>
              <a:gd name="csX11" fmla="*/ 1073150 w 1090084"/>
              <a:gd name="csY11" fmla="*/ 529167 h 821267"/>
              <a:gd name="csX12" fmla="*/ 1047750 w 1090084"/>
              <a:gd name="csY12" fmla="*/ 563033 h 821267"/>
              <a:gd name="csX13" fmla="*/ 1051984 w 1090084"/>
              <a:gd name="csY13" fmla="*/ 577850 h 821267"/>
              <a:gd name="csX14" fmla="*/ 1090084 w 1090084"/>
              <a:gd name="csY14" fmla="*/ 592667 h 821267"/>
              <a:gd name="csX15" fmla="*/ 1079500 w 1090084"/>
              <a:gd name="csY15" fmla="*/ 620183 h 821267"/>
              <a:gd name="csX16" fmla="*/ 1051984 w 1090084"/>
              <a:gd name="csY16" fmla="*/ 645583 h 821267"/>
              <a:gd name="csX17" fmla="*/ 1051984 w 1090084"/>
              <a:gd name="csY17" fmla="*/ 666750 h 821267"/>
              <a:gd name="csX18" fmla="*/ 1075267 w 1090084"/>
              <a:gd name="csY18" fmla="*/ 694267 h 821267"/>
              <a:gd name="csX19" fmla="*/ 1041400 w 1090084"/>
              <a:gd name="csY19" fmla="*/ 709083 h 821267"/>
              <a:gd name="csX20" fmla="*/ 1009650 w 1090084"/>
              <a:gd name="csY20" fmla="*/ 694267 h 821267"/>
              <a:gd name="csX21" fmla="*/ 990600 w 1090084"/>
              <a:gd name="csY21" fmla="*/ 711200 h 821267"/>
              <a:gd name="csX22" fmla="*/ 1001184 w 1090084"/>
              <a:gd name="csY22" fmla="*/ 738717 h 821267"/>
              <a:gd name="csX23" fmla="*/ 956734 w 1090084"/>
              <a:gd name="csY23" fmla="*/ 742950 h 821267"/>
              <a:gd name="csX24" fmla="*/ 937684 w 1090084"/>
              <a:gd name="csY24" fmla="*/ 721783 h 821267"/>
              <a:gd name="csX25" fmla="*/ 924984 w 1090084"/>
              <a:gd name="csY25" fmla="*/ 723900 h 821267"/>
              <a:gd name="csX26" fmla="*/ 918634 w 1090084"/>
              <a:gd name="csY26" fmla="*/ 740833 h 821267"/>
              <a:gd name="csX27" fmla="*/ 872067 w 1090084"/>
              <a:gd name="csY27" fmla="*/ 728133 h 821267"/>
              <a:gd name="csX28" fmla="*/ 880534 w 1090084"/>
              <a:gd name="csY28" fmla="*/ 704850 h 821267"/>
              <a:gd name="csX29" fmla="*/ 863600 w 1090084"/>
              <a:gd name="csY29" fmla="*/ 685800 h 821267"/>
              <a:gd name="csX30" fmla="*/ 836084 w 1090084"/>
              <a:gd name="csY30" fmla="*/ 675217 h 821267"/>
              <a:gd name="csX31" fmla="*/ 844550 w 1090084"/>
              <a:gd name="csY31" fmla="*/ 649817 h 821267"/>
              <a:gd name="csX32" fmla="*/ 831850 w 1090084"/>
              <a:gd name="csY32" fmla="*/ 594783 h 821267"/>
              <a:gd name="csX33" fmla="*/ 590550 w 1090084"/>
              <a:gd name="csY33" fmla="*/ 732367 h 821267"/>
              <a:gd name="csX34" fmla="*/ 586317 w 1090084"/>
              <a:gd name="csY34" fmla="*/ 821267 h 821267"/>
              <a:gd name="csX35" fmla="*/ 499534 w 1090084"/>
              <a:gd name="csY35" fmla="*/ 768350 h 821267"/>
              <a:gd name="csX36" fmla="*/ 429684 w 1090084"/>
              <a:gd name="csY36" fmla="*/ 778933 h 821267"/>
              <a:gd name="csX37" fmla="*/ 408517 w 1090084"/>
              <a:gd name="csY37" fmla="*/ 764117 h 821267"/>
              <a:gd name="csX38" fmla="*/ 402167 w 1090084"/>
              <a:gd name="csY38" fmla="*/ 709083 h 821267"/>
              <a:gd name="csX39" fmla="*/ 86784 w 1090084"/>
              <a:gd name="csY39" fmla="*/ 520700 h 821267"/>
              <a:gd name="csX40" fmla="*/ 50800 w 1090084"/>
              <a:gd name="csY40" fmla="*/ 546100 h 821267"/>
              <a:gd name="csX41" fmla="*/ 21167 w 1090084"/>
              <a:gd name="csY41" fmla="*/ 543983 h 821267"/>
              <a:gd name="csX42" fmla="*/ 12700 w 1090084"/>
              <a:gd name="csY42" fmla="*/ 520700 h 821267"/>
              <a:gd name="csX43" fmla="*/ 14817 w 1090084"/>
              <a:gd name="csY43" fmla="*/ 488950 h 821267"/>
              <a:gd name="csX44" fmla="*/ 0 w 1090084"/>
              <a:gd name="csY44" fmla="*/ 465667 h 821267"/>
              <a:gd name="csX45" fmla="*/ 4234 w 1090084"/>
              <a:gd name="csY45" fmla="*/ 207433 h 821267"/>
              <a:gd name="csX46" fmla="*/ 88900 w 1090084"/>
              <a:gd name="csY46" fmla="*/ 249767 h 82126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Lst>
            <a:rect l="l" t="t" r="r" b="b"/>
            <a:pathLst>
              <a:path w="1090084" h="821267">
                <a:moveTo>
                  <a:pt x="524934" y="0"/>
                </a:moveTo>
                <a:lnTo>
                  <a:pt x="950384" y="262467"/>
                </a:lnTo>
                <a:lnTo>
                  <a:pt x="941917" y="480483"/>
                </a:lnTo>
                <a:lnTo>
                  <a:pt x="954617" y="503767"/>
                </a:lnTo>
                <a:lnTo>
                  <a:pt x="980017" y="501650"/>
                </a:lnTo>
                <a:lnTo>
                  <a:pt x="988484" y="459317"/>
                </a:lnTo>
                <a:lnTo>
                  <a:pt x="1016000" y="480483"/>
                </a:lnTo>
                <a:lnTo>
                  <a:pt x="1022350" y="503767"/>
                </a:lnTo>
                <a:lnTo>
                  <a:pt x="1018117" y="518583"/>
                </a:lnTo>
                <a:lnTo>
                  <a:pt x="1028700" y="524933"/>
                </a:lnTo>
                <a:lnTo>
                  <a:pt x="1054100" y="512233"/>
                </a:lnTo>
                <a:lnTo>
                  <a:pt x="1073150" y="529167"/>
                </a:lnTo>
                <a:lnTo>
                  <a:pt x="1047750" y="563033"/>
                </a:lnTo>
                <a:lnTo>
                  <a:pt x="1051984" y="577850"/>
                </a:lnTo>
                <a:lnTo>
                  <a:pt x="1090084" y="592667"/>
                </a:lnTo>
                <a:lnTo>
                  <a:pt x="1079500" y="620183"/>
                </a:lnTo>
                <a:lnTo>
                  <a:pt x="1051984" y="645583"/>
                </a:lnTo>
                <a:lnTo>
                  <a:pt x="1051984" y="666750"/>
                </a:lnTo>
                <a:lnTo>
                  <a:pt x="1075267" y="694267"/>
                </a:lnTo>
                <a:lnTo>
                  <a:pt x="1041400" y="709083"/>
                </a:lnTo>
                <a:lnTo>
                  <a:pt x="1009650" y="694267"/>
                </a:lnTo>
                <a:lnTo>
                  <a:pt x="990600" y="711200"/>
                </a:lnTo>
                <a:lnTo>
                  <a:pt x="1001184" y="738717"/>
                </a:lnTo>
                <a:lnTo>
                  <a:pt x="956734" y="742950"/>
                </a:lnTo>
                <a:lnTo>
                  <a:pt x="937684" y="721783"/>
                </a:lnTo>
                <a:lnTo>
                  <a:pt x="924984" y="723900"/>
                </a:lnTo>
                <a:lnTo>
                  <a:pt x="918634" y="740833"/>
                </a:lnTo>
                <a:lnTo>
                  <a:pt x="872067" y="728133"/>
                </a:lnTo>
                <a:lnTo>
                  <a:pt x="880534" y="704850"/>
                </a:lnTo>
                <a:lnTo>
                  <a:pt x="863600" y="685800"/>
                </a:lnTo>
                <a:lnTo>
                  <a:pt x="836084" y="675217"/>
                </a:lnTo>
                <a:lnTo>
                  <a:pt x="844550" y="649817"/>
                </a:lnTo>
                <a:lnTo>
                  <a:pt x="831850" y="594783"/>
                </a:lnTo>
                <a:lnTo>
                  <a:pt x="590550" y="732367"/>
                </a:lnTo>
                <a:lnTo>
                  <a:pt x="586317" y="821267"/>
                </a:lnTo>
                <a:lnTo>
                  <a:pt x="499534" y="768350"/>
                </a:lnTo>
                <a:lnTo>
                  <a:pt x="429684" y="778933"/>
                </a:lnTo>
                <a:lnTo>
                  <a:pt x="408517" y="764117"/>
                </a:lnTo>
                <a:lnTo>
                  <a:pt x="402167" y="709083"/>
                </a:lnTo>
                <a:lnTo>
                  <a:pt x="86784" y="520700"/>
                </a:lnTo>
                <a:lnTo>
                  <a:pt x="50800" y="546100"/>
                </a:lnTo>
                <a:lnTo>
                  <a:pt x="21167" y="543983"/>
                </a:lnTo>
                <a:lnTo>
                  <a:pt x="12700" y="520700"/>
                </a:lnTo>
                <a:lnTo>
                  <a:pt x="14817" y="488950"/>
                </a:lnTo>
                <a:lnTo>
                  <a:pt x="0" y="465667"/>
                </a:lnTo>
                <a:cubicBezTo>
                  <a:pt x="1411" y="379589"/>
                  <a:pt x="2823" y="293511"/>
                  <a:pt x="4234" y="207433"/>
                </a:cubicBezTo>
                <a:lnTo>
                  <a:pt x="88900" y="249767"/>
                </a:lnTo>
                <a:close/>
              </a:path>
            </a:pathLst>
          </a:custGeom>
        </p:spPr>
      </p:pic>
      <p:pic>
        <p:nvPicPr>
          <p:cNvPr id="106" name="図 105">
            <a:extLst>
              <a:ext uri="{FF2B5EF4-FFF2-40B4-BE49-F238E27FC236}">
                <a16:creationId xmlns:a16="http://schemas.microsoft.com/office/drawing/2014/main" id="{3841F391-9571-314C-1CC3-C7D68C1AB1EA}"/>
              </a:ext>
            </a:extLst>
          </p:cNvPr>
          <p:cNvPicPr>
            <a:picLocks noChangeAspect="1"/>
          </p:cNvPicPr>
          <p:nvPr/>
        </p:nvPicPr>
        <p:blipFill>
          <a:blip r:embed="rId4"/>
          <a:srcRect l="79290" t="28519" r="13440" b="62222"/>
          <a:stretch>
            <a:fillRect/>
          </a:stretch>
        </p:blipFill>
        <p:spPr>
          <a:xfrm>
            <a:off x="7966827" y="2203323"/>
            <a:ext cx="736600" cy="635000"/>
          </a:xfrm>
          <a:custGeom>
            <a:avLst/>
            <a:gdLst>
              <a:gd name="csX0" fmla="*/ 401637 w 736600"/>
              <a:gd name="csY0" fmla="*/ 0 h 635000"/>
              <a:gd name="csX1" fmla="*/ 736600 w 736600"/>
              <a:gd name="csY1" fmla="*/ 190500 h 635000"/>
              <a:gd name="csX2" fmla="*/ 736600 w 736600"/>
              <a:gd name="csY2" fmla="*/ 404813 h 635000"/>
              <a:gd name="csX3" fmla="*/ 661987 w 736600"/>
              <a:gd name="csY3" fmla="*/ 442913 h 635000"/>
              <a:gd name="csX4" fmla="*/ 666750 w 736600"/>
              <a:gd name="csY4" fmla="*/ 539750 h 635000"/>
              <a:gd name="csX5" fmla="*/ 652462 w 736600"/>
              <a:gd name="csY5" fmla="*/ 563563 h 635000"/>
              <a:gd name="csX6" fmla="*/ 619125 w 736600"/>
              <a:gd name="csY6" fmla="*/ 579438 h 635000"/>
              <a:gd name="csX7" fmla="*/ 587375 w 736600"/>
              <a:gd name="csY7" fmla="*/ 579438 h 635000"/>
              <a:gd name="csX8" fmla="*/ 525462 w 736600"/>
              <a:gd name="csY8" fmla="*/ 550863 h 635000"/>
              <a:gd name="csX9" fmla="*/ 457200 w 736600"/>
              <a:gd name="csY9" fmla="*/ 568325 h 635000"/>
              <a:gd name="csX10" fmla="*/ 460375 w 736600"/>
              <a:gd name="csY10" fmla="*/ 635000 h 635000"/>
              <a:gd name="csX11" fmla="*/ 365125 w 736600"/>
              <a:gd name="csY11" fmla="*/ 592138 h 635000"/>
              <a:gd name="csX12" fmla="*/ 328612 w 736600"/>
              <a:gd name="csY12" fmla="*/ 614363 h 635000"/>
              <a:gd name="csX13" fmla="*/ 303212 w 736600"/>
              <a:gd name="csY13" fmla="*/ 590550 h 635000"/>
              <a:gd name="csX14" fmla="*/ 307975 w 736600"/>
              <a:gd name="csY14" fmla="*/ 549275 h 635000"/>
              <a:gd name="csX15" fmla="*/ 84137 w 736600"/>
              <a:gd name="csY15" fmla="*/ 412750 h 635000"/>
              <a:gd name="csX16" fmla="*/ 20637 w 736600"/>
              <a:gd name="csY16" fmla="*/ 428625 h 635000"/>
              <a:gd name="csX17" fmla="*/ 4762 w 736600"/>
              <a:gd name="csY17" fmla="*/ 409575 h 635000"/>
              <a:gd name="csX18" fmla="*/ 14287 w 736600"/>
              <a:gd name="csY18" fmla="*/ 390525 h 635000"/>
              <a:gd name="csX19" fmla="*/ 0 w 736600"/>
              <a:gd name="csY19" fmla="*/ 373063 h 635000"/>
              <a:gd name="csX20" fmla="*/ 0 w 736600"/>
              <a:gd name="csY20" fmla="*/ 158750 h 635000"/>
              <a:gd name="csX21" fmla="*/ 58737 w 736600"/>
              <a:gd name="csY21" fmla="*/ 198438 h 635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Lst>
            <a:rect l="l" t="t" r="r" b="b"/>
            <a:pathLst>
              <a:path w="736600" h="635000">
                <a:moveTo>
                  <a:pt x="401637" y="0"/>
                </a:moveTo>
                <a:lnTo>
                  <a:pt x="736600" y="190500"/>
                </a:lnTo>
                <a:lnTo>
                  <a:pt x="736600" y="404813"/>
                </a:lnTo>
                <a:lnTo>
                  <a:pt x="661987" y="442913"/>
                </a:lnTo>
                <a:lnTo>
                  <a:pt x="666750" y="539750"/>
                </a:lnTo>
                <a:lnTo>
                  <a:pt x="652462" y="563563"/>
                </a:lnTo>
                <a:lnTo>
                  <a:pt x="619125" y="579438"/>
                </a:lnTo>
                <a:lnTo>
                  <a:pt x="587375" y="579438"/>
                </a:lnTo>
                <a:lnTo>
                  <a:pt x="525462" y="550863"/>
                </a:lnTo>
                <a:lnTo>
                  <a:pt x="457200" y="568325"/>
                </a:lnTo>
                <a:lnTo>
                  <a:pt x="460375" y="635000"/>
                </a:lnTo>
                <a:lnTo>
                  <a:pt x="365125" y="592138"/>
                </a:lnTo>
                <a:lnTo>
                  <a:pt x="328612" y="614363"/>
                </a:lnTo>
                <a:lnTo>
                  <a:pt x="303212" y="590550"/>
                </a:lnTo>
                <a:lnTo>
                  <a:pt x="307975" y="549275"/>
                </a:lnTo>
                <a:lnTo>
                  <a:pt x="84137" y="412750"/>
                </a:lnTo>
                <a:lnTo>
                  <a:pt x="20637" y="428625"/>
                </a:lnTo>
                <a:lnTo>
                  <a:pt x="4762" y="409575"/>
                </a:lnTo>
                <a:lnTo>
                  <a:pt x="14287" y="390525"/>
                </a:lnTo>
                <a:lnTo>
                  <a:pt x="0" y="373063"/>
                </a:lnTo>
                <a:lnTo>
                  <a:pt x="0" y="158750"/>
                </a:lnTo>
                <a:lnTo>
                  <a:pt x="58737" y="198438"/>
                </a:lnTo>
                <a:close/>
              </a:path>
            </a:pathLst>
          </a:custGeom>
        </p:spPr>
      </p:pic>
      <p:pic>
        <p:nvPicPr>
          <p:cNvPr id="55" name="図 54">
            <a:extLst>
              <a:ext uri="{FF2B5EF4-FFF2-40B4-BE49-F238E27FC236}">
                <a16:creationId xmlns:a16="http://schemas.microsoft.com/office/drawing/2014/main" id="{EDEEDDF5-6C37-E7CA-C0BD-AFA511DD4DE3}"/>
              </a:ext>
            </a:extLst>
          </p:cNvPr>
          <p:cNvPicPr>
            <a:picLocks noChangeAspect="1"/>
          </p:cNvPicPr>
          <p:nvPr/>
        </p:nvPicPr>
        <p:blipFill>
          <a:blip r:embed="rId4"/>
          <a:srcRect l="79290" t="28519" r="13440" b="62222"/>
          <a:stretch>
            <a:fillRect/>
          </a:stretch>
        </p:blipFill>
        <p:spPr>
          <a:xfrm>
            <a:off x="7850723" y="2404662"/>
            <a:ext cx="736600" cy="635000"/>
          </a:xfrm>
          <a:custGeom>
            <a:avLst/>
            <a:gdLst>
              <a:gd name="csX0" fmla="*/ 401637 w 736600"/>
              <a:gd name="csY0" fmla="*/ 0 h 635000"/>
              <a:gd name="csX1" fmla="*/ 736600 w 736600"/>
              <a:gd name="csY1" fmla="*/ 190500 h 635000"/>
              <a:gd name="csX2" fmla="*/ 736600 w 736600"/>
              <a:gd name="csY2" fmla="*/ 404813 h 635000"/>
              <a:gd name="csX3" fmla="*/ 661987 w 736600"/>
              <a:gd name="csY3" fmla="*/ 442913 h 635000"/>
              <a:gd name="csX4" fmla="*/ 666750 w 736600"/>
              <a:gd name="csY4" fmla="*/ 539750 h 635000"/>
              <a:gd name="csX5" fmla="*/ 652462 w 736600"/>
              <a:gd name="csY5" fmla="*/ 563563 h 635000"/>
              <a:gd name="csX6" fmla="*/ 619125 w 736600"/>
              <a:gd name="csY6" fmla="*/ 579438 h 635000"/>
              <a:gd name="csX7" fmla="*/ 587375 w 736600"/>
              <a:gd name="csY7" fmla="*/ 579438 h 635000"/>
              <a:gd name="csX8" fmla="*/ 525462 w 736600"/>
              <a:gd name="csY8" fmla="*/ 550863 h 635000"/>
              <a:gd name="csX9" fmla="*/ 457200 w 736600"/>
              <a:gd name="csY9" fmla="*/ 568325 h 635000"/>
              <a:gd name="csX10" fmla="*/ 460375 w 736600"/>
              <a:gd name="csY10" fmla="*/ 635000 h 635000"/>
              <a:gd name="csX11" fmla="*/ 365125 w 736600"/>
              <a:gd name="csY11" fmla="*/ 592138 h 635000"/>
              <a:gd name="csX12" fmla="*/ 328612 w 736600"/>
              <a:gd name="csY12" fmla="*/ 614363 h 635000"/>
              <a:gd name="csX13" fmla="*/ 303212 w 736600"/>
              <a:gd name="csY13" fmla="*/ 590550 h 635000"/>
              <a:gd name="csX14" fmla="*/ 307975 w 736600"/>
              <a:gd name="csY14" fmla="*/ 549275 h 635000"/>
              <a:gd name="csX15" fmla="*/ 84137 w 736600"/>
              <a:gd name="csY15" fmla="*/ 412750 h 635000"/>
              <a:gd name="csX16" fmla="*/ 20637 w 736600"/>
              <a:gd name="csY16" fmla="*/ 428625 h 635000"/>
              <a:gd name="csX17" fmla="*/ 4762 w 736600"/>
              <a:gd name="csY17" fmla="*/ 409575 h 635000"/>
              <a:gd name="csX18" fmla="*/ 14287 w 736600"/>
              <a:gd name="csY18" fmla="*/ 390525 h 635000"/>
              <a:gd name="csX19" fmla="*/ 0 w 736600"/>
              <a:gd name="csY19" fmla="*/ 373063 h 635000"/>
              <a:gd name="csX20" fmla="*/ 0 w 736600"/>
              <a:gd name="csY20" fmla="*/ 158750 h 635000"/>
              <a:gd name="csX21" fmla="*/ 58737 w 736600"/>
              <a:gd name="csY21" fmla="*/ 198438 h 635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Lst>
            <a:rect l="l" t="t" r="r" b="b"/>
            <a:pathLst>
              <a:path w="736600" h="635000">
                <a:moveTo>
                  <a:pt x="401637" y="0"/>
                </a:moveTo>
                <a:lnTo>
                  <a:pt x="736600" y="190500"/>
                </a:lnTo>
                <a:lnTo>
                  <a:pt x="736600" y="404813"/>
                </a:lnTo>
                <a:lnTo>
                  <a:pt x="661987" y="442913"/>
                </a:lnTo>
                <a:lnTo>
                  <a:pt x="666750" y="539750"/>
                </a:lnTo>
                <a:lnTo>
                  <a:pt x="652462" y="563563"/>
                </a:lnTo>
                <a:lnTo>
                  <a:pt x="619125" y="579438"/>
                </a:lnTo>
                <a:lnTo>
                  <a:pt x="587375" y="579438"/>
                </a:lnTo>
                <a:lnTo>
                  <a:pt x="525462" y="550863"/>
                </a:lnTo>
                <a:lnTo>
                  <a:pt x="457200" y="568325"/>
                </a:lnTo>
                <a:lnTo>
                  <a:pt x="460375" y="635000"/>
                </a:lnTo>
                <a:lnTo>
                  <a:pt x="365125" y="592138"/>
                </a:lnTo>
                <a:lnTo>
                  <a:pt x="328612" y="614363"/>
                </a:lnTo>
                <a:lnTo>
                  <a:pt x="303212" y="590550"/>
                </a:lnTo>
                <a:lnTo>
                  <a:pt x="307975" y="549275"/>
                </a:lnTo>
                <a:lnTo>
                  <a:pt x="84137" y="412750"/>
                </a:lnTo>
                <a:lnTo>
                  <a:pt x="20637" y="428625"/>
                </a:lnTo>
                <a:lnTo>
                  <a:pt x="4762" y="409575"/>
                </a:lnTo>
                <a:lnTo>
                  <a:pt x="14287" y="390525"/>
                </a:lnTo>
                <a:lnTo>
                  <a:pt x="0" y="373063"/>
                </a:lnTo>
                <a:lnTo>
                  <a:pt x="0" y="158750"/>
                </a:lnTo>
                <a:lnTo>
                  <a:pt x="58737" y="198438"/>
                </a:lnTo>
                <a:close/>
              </a:path>
            </a:pathLst>
          </a:custGeom>
        </p:spPr>
      </p:pic>
      <p:cxnSp>
        <p:nvCxnSpPr>
          <p:cNvPr id="107" name="コネクタ: カギ線 106">
            <a:extLst>
              <a:ext uri="{FF2B5EF4-FFF2-40B4-BE49-F238E27FC236}">
                <a16:creationId xmlns:a16="http://schemas.microsoft.com/office/drawing/2014/main" id="{2DF84E7A-738A-1164-857C-BB57EA49027E}"/>
              </a:ext>
            </a:extLst>
          </p:cNvPr>
          <p:cNvCxnSpPr>
            <a:cxnSpLocks/>
            <a:endCxn id="26" idx="2"/>
          </p:cNvCxnSpPr>
          <p:nvPr/>
        </p:nvCxnSpPr>
        <p:spPr>
          <a:xfrm>
            <a:off x="2472976" y="2717252"/>
            <a:ext cx="500548" cy="936326"/>
          </a:xfrm>
          <a:prstGeom prst="bentConnector3">
            <a:avLst>
              <a:gd name="adj1" fmla="val 38462"/>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11" name="図 10">
            <a:extLst>
              <a:ext uri="{FF2B5EF4-FFF2-40B4-BE49-F238E27FC236}">
                <a16:creationId xmlns:a16="http://schemas.microsoft.com/office/drawing/2014/main" id="{9DBE8C98-BDDA-077D-23E3-63621EB9079C}"/>
              </a:ext>
            </a:extLst>
          </p:cNvPr>
          <p:cNvPicPr>
            <a:picLocks noChangeAspect="1"/>
          </p:cNvPicPr>
          <p:nvPr/>
        </p:nvPicPr>
        <p:blipFill>
          <a:blip r:embed="rId4"/>
          <a:srcRect l="11097" t="66444" r="83790" b="23778"/>
          <a:stretch>
            <a:fillRect/>
          </a:stretch>
        </p:blipFill>
        <p:spPr>
          <a:xfrm>
            <a:off x="1700000" y="4655410"/>
            <a:ext cx="469661" cy="607797"/>
          </a:xfrm>
          <a:custGeom>
            <a:avLst/>
            <a:gdLst>
              <a:gd name="csX0" fmla="*/ 330200 w 518160"/>
              <a:gd name="csY0" fmla="*/ 0 h 670560"/>
              <a:gd name="csX1" fmla="*/ 513080 w 518160"/>
              <a:gd name="csY1" fmla="*/ 172720 h 670560"/>
              <a:gd name="csX2" fmla="*/ 518160 w 518160"/>
              <a:gd name="csY2" fmla="*/ 670560 h 670560"/>
              <a:gd name="csX3" fmla="*/ 10160 w 518160"/>
              <a:gd name="csY3" fmla="*/ 665480 h 670560"/>
              <a:gd name="csX4" fmla="*/ 0 w 518160"/>
              <a:gd name="csY4" fmla="*/ 5080 h 670560"/>
            </a:gdLst>
            <a:ahLst/>
            <a:cxnLst>
              <a:cxn ang="0">
                <a:pos x="csX0" y="csY0"/>
              </a:cxn>
              <a:cxn ang="0">
                <a:pos x="csX1" y="csY1"/>
              </a:cxn>
              <a:cxn ang="0">
                <a:pos x="csX2" y="csY2"/>
              </a:cxn>
              <a:cxn ang="0">
                <a:pos x="csX3" y="csY3"/>
              </a:cxn>
              <a:cxn ang="0">
                <a:pos x="csX4" y="csY4"/>
              </a:cxn>
            </a:cxnLst>
            <a:rect l="l" t="t" r="r" b="b"/>
            <a:pathLst>
              <a:path w="518160" h="670560">
                <a:moveTo>
                  <a:pt x="330200" y="0"/>
                </a:moveTo>
                <a:lnTo>
                  <a:pt x="513080" y="172720"/>
                </a:lnTo>
                <a:cubicBezTo>
                  <a:pt x="514773" y="338667"/>
                  <a:pt x="516467" y="504613"/>
                  <a:pt x="518160" y="670560"/>
                </a:cubicBezTo>
                <a:lnTo>
                  <a:pt x="10160" y="665480"/>
                </a:lnTo>
                <a:lnTo>
                  <a:pt x="0" y="5080"/>
                </a:lnTo>
                <a:close/>
              </a:path>
            </a:pathLst>
          </a:custGeom>
        </p:spPr>
      </p:pic>
      <p:pic>
        <p:nvPicPr>
          <p:cNvPr id="1030" name="Picture 6">
            <a:extLst>
              <a:ext uri="{FF2B5EF4-FFF2-40B4-BE49-F238E27FC236}">
                <a16:creationId xmlns:a16="http://schemas.microsoft.com/office/drawing/2014/main" id="{7C6E1563-FA8D-631A-5BB4-E1BC62A9C4F2}"/>
              </a:ext>
            </a:extLst>
          </p:cNvPr>
          <p:cNvPicPr>
            <a:picLocks noChangeAspect="1" noChangeArrowheads="1"/>
          </p:cNvPicPr>
          <p:nvPr/>
        </p:nvPicPr>
        <p:blipFill>
          <a:blip r:embed="rId8">
            <a:clrChange>
              <a:clrFrom>
                <a:srgbClr val="FFFFFF"/>
              </a:clrFrom>
              <a:clrTo>
                <a:srgbClr val="FFFFFF">
                  <a:alpha val="0"/>
                </a:srgbClr>
              </a:clrTo>
            </a:clrChange>
            <a:duotone>
              <a:prstClr val="black"/>
              <a:schemeClr val="tx2">
                <a:tint val="45000"/>
                <a:satMod val="400000"/>
              </a:schemeClr>
            </a:duotone>
            <a:alphaModFix amt="85000"/>
            <a:extLst>
              <a:ext uri="{BEBA8EAE-BF5A-486C-A8C5-ECC9F3942E4B}">
                <a14:imgProps xmlns:a14="http://schemas.microsoft.com/office/drawing/2010/main">
                  <a14:imgLayer r:embed="rId9">
                    <a14:imgEffect>
                      <a14:sharpenSoften amount="50000"/>
                    </a14:imgEffect>
                  </a14:imgLayer>
                </a14:imgProps>
              </a:ext>
              <a:ext uri="{28A0092B-C50C-407E-A947-70E740481C1C}">
                <a14:useLocalDpi xmlns:a14="http://schemas.microsoft.com/office/drawing/2010/main" val="0"/>
              </a:ext>
            </a:extLst>
          </a:blip>
          <a:srcRect/>
          <a:stretch>
            <a:fillRect/>
          </a:stretch>
        </p:blipFill>
        <p:spPr bwMode="auto">
          <a:xfrm>
            <a:off x="1534047" y="2297182"/>
            <a:ext cx="1127864" cy="845898"/>
          </a:xfrm>
          <a:prstGeom prst="rect">
            <a:avLst/>
          </a:prstGeom>
          <a:noFill/>
          <a:extLst>
            <a:ext uri="{909E8E84-426E-40DD-AFC4-6F175D3DCCD1}">
              <a14:hiddenFill xmlns:a14="http://schemas.microsoft.com/office/drawing/2010/main">
                <a:solidFill>
                  <a:srgbClr val="FFFFFF"/>
                </a:solidFill>
              </a14:hiddenFill>
            </a:ext>
          </a:extLst>
        </p:spPr>
      </p:pic>
      <p:sp>
        <p:nvSpPr>
          <p:cNvPr id="4" name="テキスト ボックス 3">
            <a:extLst>
              <a:ext uri="{FF2B5EF4-FFF2-40B4-BE49-F238E27FC236}">
                <a16:creationId xmlns:a16="http://schemas.microsoft.com/office/drawing/2014/main" id="{0BA8AC42-4393-11B7-4C69-BB99227F36FD}"/>
              </a:ext>
            </a:extLst>
          </p:cNvPr>
          <p:cNvSpPr txBox="1"/>
          <p:nvPr/>
        </p:nvSpPr>
        <p:spPr>
          <a:xfrm>
            <a:off x="3060126" y="790568"/>
            <a:ext cx="1601188" cy="276999"/>
          </a:xfrm>
          <a:prstGeom prst="rect">
            <a:avLst/>
          </a:prstGeom>
          <a:noFill/>
        </p:spPr>
        <p:txBody>
          <a:bodyPr wrap="square" rtlCol="0">
            <a:spAutoFit/>
          </a:bodyPr>
          <a:lstStyle/>
          <a:p>
            <a:r>
              <a:rPr kumimoji="1" lang="ja-JP" altLang="en-US" sz="1200" b="1">
                <a:solidFill>
                  <a:srgbClr val="06A2D9"/>
                </a:solidFill>
              </a:rPr>
              <a:t>内部光ファイバー</a:t>
            </a:r>
            <a:endParaRPr kumimoji="1" lang="en-US" altLang="ja-JP" sz="1200" b="1">
              <a:solidFill>
                <a:srgbClr val="06A2D9"/>
              </a:solidFill>
            </a:endParaRPr>
          </a:p>
        </p:txBody>
      </p:sp>
      <p:sp>
        <p:nvSpPr>
          <p:cNvPr id="5" name="テキスト ボックス 4">
            <a:extLst>
              <a:ext uri="{FF2B5EF4-FFF2-40B4-BE49-F238E27FC236}">
                <a16:creationId xmlns:a16="http://schemas.microsoft.com/office/drawing/2014/main" id="{D35B6843-9CBA-E1C5-8271-8ECBAAF14EEB}"/>
              </a:ext>
            </a:extLst>
          </p:cNvPr>
          <p:cNvSpPr txBox="1"/>
          <p:nvPr/>
        </p:nvSpPr>
        <p:spPr>
          <a:xfrm>
            <a:off x="5306809" y="790568"/>
            <a:ext cx="1912767" cy="276999"/>
          </a:xfrm>
          <a:prstGeom prst="rect">
            <a:avLst/>
          </a:prstGeom>
          <a:noFill/>
        </p:spPr>
        <p:txBody>
          <a:bodyPr wrap="square" rtlCol="0">
            <a:spAutoFit/>
          </a:bodyPr>
          <a:lstStyle/>
          <a:p>
            <a:r>
              <a:rPr kumimoji="1" lang="en-US" altLang="zh-CN" sz="1200" b="1">
                <a:solidFill>
                  <a:srgbClr val="06A2D9"/>
                </a:solidFill>
              </a:rPr>
              <a:t>VPN</a:t>
            </a:r>
            <a:r>
              <a:rPr kumimoji="1" lang="ja-JP" altLang="en-US" sz="1200" b="1">
                <a:solidFill>
                  <a:srgbClr val="06A2D9"/>
                </a:solidFill>
              </a:rPr>
              <a:t>広域ネットワーク</a:t>
            </a:r>
            <a:endParaRPr kumimoji="1" lang="en-US" altLang="ja-JP" sz="1200" b="1">
              <a:solidFill>
                <a:srgbClr val="06A2D9"/>
              </a:solidFill>
            </a:endParaRPr>
          </a:p>
        </p:txBody>
      </p:sp>
      <p:sp>
        <p:nvSpPr>
          <p:cNvPr id="6" name="テキスト ボックス 5">
            <a:extLst>
              <a:ext uri="{FF2B5EF4-FFF2-40B4-BE49-F238E27FC236}">
                <a16:creationId xmlns:a16="http://schemas.microsoft.com/office/drawing/2014/main" id="{73796C89-9F98-E99C-6ABC-B33CDF5E403C}"/>
              </a:ext>
            </a:extLst>
          </p:cNvPr>
          <p:cNvSpPr txBox="1"/>
          <p:nvPr/>
        </p:nvSpPr>
        <p:spPr>
          <a:xfrm>
            <a:off x="7563234" y="790568"/>
            <a:ext cx="1912767" cy="276999"/>
          </a:xfrm>
          <a:prstGeom prst="rect">
            <a:avLst/>
          </a:prstGeom>
          <a:noFill/>
        </p:spPr>
        <p:txBody>
          <a:bodyPr wrap="square" rtlCol="0">
            <a:spAutoFit/>
          </a:bodyPr>
          <a:lstStyle/>
          <a:p>
            <a:r>
              <a:rPr lang="en-US" altLang="zh-CN" sz="1200" b="1" dirty="0">
                <a:solidFill>
                  <a:srgbClr val="06A2D9"/>
                </a:solidFill>
              </a:rPr>
              <a:t>VPN</a:t>
            </a:r>
            <a:r>
              <a:rPr lang="ja-JP" altLang="en-US" sz="1200" b="1" dirty="0">
                <a:solidFill>
                  <a:srgbClr val="06A2D9"/>
                </a:solidFill>
              </a:rPr>
              <a:t>広域ネットワーク</a:t>
            </a:r>
            <a:endParaRPr lang="en-US" altLang="ja-JP" sz="1200" b="1" dirty="0">
              <a:solidFill>
                <a:srgbClr val="06A2D9"/>
              </a:solidFill>
            </a:endParaRPr>
          </a:p>
        </p:txBody>
      </p:sp>
      <p:pic>
        <p:nvPicPr>
          <p:cNvPr id="7" name="図 6">
            <a:extLst>
              <a:ext uri="{FF2B5EF4-FFF2-40B4-BE49-F238E27FC236}">
                <a16:creationId xmlns:a16="http://schemas.microsoft.com/office/drawing/2014/main" id="{4CD6DC1B-3DD0-50A2-A4C1-49CF3B3AAE1E}"/>
              </a:ext>
            </a:extLst>
          </p:cNvPr>
          <p:cNvPicPr>
            <a:picLocks noChangeAspect="1"/>
          </p:cNvPicPr>
          <p:nvPr/>
        </p:nvPicPr>
        <p:blipFill>
          <a:blip r:embed="rId4"/>
          <a:srcRect l="41603" t="22593" r="53791" b="66528"/>
          <a:stretch>
            <a:fillRect/>
          </a:stretch>
        </p:blipFill>
        <p:spPr>
          <a:xfrm>
            <a:off x="8650976" y="5051416"/>
            <a:ext cx="388838" cy="621612"/>
          </a:xfrm>
          <a:custGeom>
            <a:avLst/>
            <a:gdLst>
              <a:gd name="csX0" fmla="*/ 107950 w 466725"/>
              <a:gd name="csY0" fmla="*/ 0 h 746125"/>
              <a:gd name="csX1" fmla="*/ 460375 w 466725"/>
              <a:gd name="csY1" fmla="*/ 193675 h 746125"/>
              <a:gd name="csX2" fmla="*/ 466725 w 466725"/>
              <a:gd name="csY2" fmla="*/ 654050 h 746125"/>
              <a:gd name="csX3" fmla="*/ 336550 w 466725"/>
              <a:gd name="csY3" fmla="*/ 746125 h 746125"/>
              <a:gd name="csX4" fmla="*/ 3175 w 466725"/>
              <a:gd name="csY4" fmla="*/ 546100 h 746125"/>
              <a:gd name="csX5" fmla="*/ 0 w 466725"/>
              <a:gd name="csY5" fmla="*/ 69850 h 746125"/>
            </a:gdLst>
            <a:ahLst/>
            <a:cxnLst>
              <a:cxn ang="0">
                <a:pos x="csX0" y="csY0"/>
              </a:cxn>
              <a:cxn ang="0">
                <a:pos x="csX1" y="csY1"/>
              </a:cxn>
              <a:cxn ang="0">
                <a:pos x="csX2" y="csY2"/>
              </a:cxn>
              <a:cxn ang="0">
                <a:pos x="csX3" y="csY3"/>
              </a:cxn>
              <a:cxn ang="0">
                <a:pos x="csX4" y="csY4"/>
              </a:cxn>
              <a:cxn ang="0">
                <a:pos x="csX5" y="csY5"/>
              </a:cxn>
            </a:cxnLst>
            <a:rect l="l" t="t" r="r" b="b"/>
            <a:pathLst>
              <a:path w="466725" h="746125">
                <a:moveTo>
                  <a:pt x="107950" y="0"/>
                </a:moveTo>
                <a:lnTo>
                  <a:pt x="460375" y="193675"/>
                </a:lnTo>
                <a:cubicBezTo>
                  <a:pt x="462492" y="347133"/>
                  <a:pt x="464608" y="500592"/>
                  <a:pt x="466725" y="654050"/>
                </a:cubicBezTo>
                <a:lnTo>
                  <a:pt x="336550" y="746125"/>
                </a:lnTo>
                <a:lnTo>
                  <a:pt x="3175" y="546100"/>
                </a:lnTo>
                <a:cubicBezTo>
                  <a:pt x="2117" y="387350"/>
                  <a:pt x="1058" y="228600"/>
                  <a:pt x="0" y="69850"/>
                </a:cubicBezTo>
                <a:close/>
              </a:path>
            </a:pathLst>
          </a:custGeom>
        </p:spPr>
      </p:pic>
      <p:pic>
        <p:nvPicPr>
          <p:cNvPr id="9" name="図 8">
            <a:extLst>
              <a:ext uri="{FF2B5EF4-FFF2-40B4-BE49-F238E27FC236}">
                <a16:creationId xmlns:a16="http://schemas.microsoft.com/office/drawing/2014/main" id="{32A809D7-3D2F-07B5-14D1-EDE7B8BDF210}"/>
              </a:ext>
            </a:extLst>
          </p:cNvPr>
          <p:cNvPicPr>
            <a:picLocks noChangeAspect="1"/>
          </p:cNvPicPr>
          <p:nvPr/>
        </p:nvPicPr>
        <p:blipFill>
          <a:blip r:embed="rId4"/>
          <a:srcRect l="9649" t="33463" r="82298" b="56537"/>
          <a:stretch>
            <a:fillRect/>
          </a:stretch>
        </p:blipFill>
        <p:spPr>
          <a:xfrm>
            <a:off x="3534920" y="4130249"/>
            <a:ext cx="739602" cy="621611"/>
          </a:xfrm>
          <a:custGeom>
            <a:avLst/>
            <a:gdLst>
              <a:gd name="csX0" fmla="*/ 447675 w 815975"/>
              <a:gd name="csY0" fmla="*/ 0 h 685800"/>
              <a:gd name="csX1" fmla="*/ 815975 w 815975"/>
              <a:gd name="csY1" fmla="*/ 206375 h 685800"/>
              <a:gd name="csX2" fmla="*/ 815975 w 815975"/>
              <a:gd name="csY2" fmla="*/ 434975 h 685800"/>
              <a:gd name="csX3" fmla="*/ 733425 w 815975"/>
              <a:gd name="csY3" fmla="*/ 476250 h 685800"/>
              <a:gd name="csX4" fmla="*/ 742950 w 815975"/>
              <a:gd name="csY4" fmla="*/ 593725 h 685800"/>
              <a:gd name="csX5" fmla="*/ 708025 w 815975"/>
              <a:gd name="csY5" fmla="*/ 615950 h 685800"/>
              <a:gd name="csX6" fmla="*/ 628650 w 815975"/>
              <a:gd name="csY6" fmla="*/ 622300 h 685800"/>
              <a:gd name="csX7" fmla="*/ 603250 w 815975"/>
              <a:gd name="csY7" fmla="*/ 596900 h 685800"/>
              <a:gd name="csX8" fmla="*/ 577850 w 815975"/>
              <a:gd name="csY8" fmla="*/ 587375 h 685800"/>
              <a:gd name="csX9" fmla="*/ 577850 w 815975"/>
              <a:gd name="csY9" fmla="*/ 561975 h 685800"/>
              <a:gd name="csX10" fmla="*/ 501650 w 815975"/>
              <a:gd name="csY10" fmla="*/ 606425 h 685800"/>
              <a:gd name="csX11" fmla="*/ 511175 w 815975"/>
              <a:gd name="csY11" fmla="*/ 685800 h 685800"/>
              <a:gd name="csX12" fmla="*/ 419100 w 815975"/>
              <a:gd name="csY12" fmla="*/ 622300 h 685800"/>
              <a:gd name="csX13" fmla="*/ 403225 w 815975"/>
              <a:gd name="csY13" fmla="*/ 647700 h 685800"/>
              <a:gd name="csX14" fmla="*/ 374650 w 815975"/>
              <a:gd name="csY14" fmla="*/ 647700 h 685800"/>
              <a:gd name="csX15" fmla="*/ 349250 w 815975"/>
              <a:gd name="csY15" fmla="*/ 631825 h 685800"/>
              <a:gd name="csX16" fmla="*/ 349250 w 815975"/>
              <a:gd name="csY16" fmla="*/ 581025 h 685800"/>
              <a:gd name="csX17" fmla="*/ 85725 w 815975"/>
              <a:gd name="csY17" fmla="*/ 444500 h 685800"/>
              <a:gd name="csX18" fmla="*/ 38100 w 815975"/>
              <a:gd name="csY18" fmla="*/ 457200 h 685800"/>
              <a:gd name="csX19" fmla="*/ 19050 w 815975"/>
              <a:gd name="csY19" fmla="*/ 447675 h 685800"/>
              <a:gd name="csX20" fmla="*/ 12700 w 815975"/>
              <a:gd name="csY20" fmla="*/ 400050 h 685800"/>
              <a:gd name="csX21" fmla="*/ 0 w 815975"/>
              <a:gd name="csY21" fmla="*/ 384175 h 685800"/>
              <a:gd name="csX22" fmla="*/ 9525 w 815975"/>
              <a:gd name="csY22" fmla="*/ 146050 h 685800"/>
              <a:gd name="csX23" fmla="*/ 82550 w 815975"/>
              <a:gd name="csY23" fmla="*/ 200025 h 6858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Lst>
            <a:rect l="l" t="t" r="r" b="b"/>
            <a:pathLst>
              <a:path w="815975" h="685800">
                <a:moveTo>
                  <a:pt x="447675" y="0"/>
                </a:moveTo>
                <a:lnTo>
                  <a:pt x="815975" y="206375"/>
                </a:lnTo>
                <a:lnTo>
                  <a:pt x="815975" y="434975"/>
                </a:lnTo>
                <a:lnTo>
                  <a:pt x="733425" y="476250"/>
                </a:lnTo>
                <a:lnTo>
                  <a:pt x="742950" y="593725"/>
                </a:lnTo>
                <a:lnTo>
                  <a:pt x="708025" y="615950"/>
                </a:lnTo>
                <a:lnTo>
                  <a:pt x="628650" y="622300"/>
                </a:lnTo>
                <a:lnTo>
                  <a:pt x="603250" y="596900"/>
                </a:lnTo>
                <a:lnTo>
                  <a:pt x="577850" y="587375"/>
                </a:lnTo>
                <a:lnTo>
                  <a:pt x="577850" y="561975"/>
                </a:lnTo>
                <a:lnTo>
                  <a:pt x="501650" y="606425"/>
                </a:lnTo>
                <a:lnTo>
                  <a:pt x="511175" y="685800"/>
                </a:lnTo>
                <a:lnTo>
                  <a:pt x="419100" y="622300"/>
                </a:lnTo>
                <a:lnTo>
                  <a:pt x="403225" y="647700"/>
                </a:lnTo>
                <a:lnTo>
                  <a:pt x="374650" y="647700"/>
                </a:lnTo>
                <a:lnTo>
                  <a:pt x="349250" y="631825"/>
                </a:lnTo>
                <a:lnTo>
                  <a:pt x="349250" y="581025"/>
                </a:lnTo>
                <a:lnTo>
                  <a:pt x="85725" y="444500"/>
                </a:lnTo>
                <a:lnTo>
                  <a:pt x="38100" y="457200"/>
                </a:lnTo>
                <a:lnTo>
                  <a:pt x="19050" y="447675"/>
                </a:lnTo>
                <a:lnTo>
                  <a:pt x="12700" y="400050"/>
                </a:lnTo>
                <a:lnTo>
                  <a:pt x="0" y="384175"/>
                </a:lnTo>
                <a:lnTo>
                  <a:pt x="9525" y="146050"/>
                </a:lnTo>
                <a:lnTo>
                  <a:pt x="82550" y="200025"/>
                </a:lnTo>
                <a:close/>
              </a:path>
            </a:pathLst>
          </a:custGeom>
        </p:spPr>
      </p:pic>
      <p:cxnSp>
        <p:nvCxnSpPr>
          <p:cNvPr id="25" name="直線コネクタ 24">
            <a:extLst>
              <a:ext uri="{FF2B5EF4-FFF2-40B4-BE49-F238E27FC236}">
                <a16:creationId xmlns:a16="http://schemas.microsoft.com/office/drawing/2014/main" id="{C7372AA1-D742-748F-FEC2-595F61FEBDFB}"/>
              </a:ext>
            </a:extLst>
          </p:cNvPr>
          <p:cNvCxnSpPr/>
          <p:nvPr/>
        </p:nvCxnSpPr>
        <p:spPr>
          <a:xfrm>
            <a:off x="3117524" y="4460014"/>
            <a:ext cx="44873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6" name="テキスト ボックス 45">
            <a:extLst>
              <a:ext uri="{FF2B5EF4-FFF2-40B4-BE49-F238E27FC236}">
                <a16:creationId xmlns:a16="http://schemas.microsoft.com/office/drawing/2014/main" id="{4830EFEC-CBDE-E95D-505E-CC369D2FE1A2}"/>
              </a:ext>
            </a:extLst>
          </p:cNvPr>
          <p:cNvSpPr txBox="1"/>
          <p:nvPr/>
        </p:nvSpPr>
        <p:spPr>
          <a:xfrm>
            <a:off x="3361767" y="4728475"/>
            <a:ext cx="1870218" cy="1200329"/>
          </a:xfrm>
          <a:prstGeom prst="rect">
            <a:avLst/>
          </a:prstGeom>
          <a:noFill/>
        </p:spPr>
        <p:txBody>
          <a:bodyPr wrap="square" rtlCol="0">
            <a:spAutoFit/>
          </a:bodyPr>
          <a:lstStyle/>
          <a:p>
            <a:r>
              <a:rPr kumimoji="1" lang="en-US" altLang="ja-JP" sz="1200" dirty="0"/>
              <a:t>PI Edge Data Store</a:t>
            </a:r>
          </a:p>
          <a:p>
            <a:r>
              <a:rPr lang="en-US" altLang="ja-JP" sz="1200" dirty="0"/>
              <a:t>(If needed)</a:t>
            </a:r>
            <a:endParaRPr kumimoji="1" lang="en-US" altLang="ja-JP" sz="1200" dirty="0"/>
          </a:p>
          <a:p>
            <a:r>
              <a:rPr lang="en-US" altLang="ja-JP" sz="1200" dirty="0"/>
              <a:t>PI Buffer Subsystem</a:t>
            </a:r>
            <a:endParaRPr kumimoji="1" lang="en-US" altLang="ja-JP" sz="1200" dirty="0"/>
          </a:p>
          <a:p>
            <a:r>
              <a:rPr kumimoji="1" lang="en-US" altLang="ja-JP" sz="1200" dirty="0"/>
              <a:t>(If needed)</a:t>
            </a:r>
          </a:p>
          <a:p>
            <a:r>
              <a:rPr lang="en-US" altLang="ja-JP" sz="1200" dirty="0"/>
              <a:t>MQTT Broker</a:t>
            </a:r>
          </a:p>
          <a:p>
            <a:r>
              <a:rPr kumimoji="1" lang="en-US" altLang="ja-JP" sz="1200" dirty="0"/>
              <a:t>OPC UA Server</a:t>
            </a:r>
          </a:p>
        </p:txBody>
      </p:sp>
      <p:pic>
        <p:nvPicPr>
          <p:cNvPr id="52" name="グラフィックス 51" descr="ディスク 単色塗りつぶし">
            <a:extLst>
              <a:ext uri="{FF2B5EF4-FFF2-40B4-BE49-F238E27FC236}">
                <a16:creationId xmlns:a16="http://schemas.microsoft.com/office/drawing/2014/main" id="{6281AE1F-FC5C-696A-B141-93DB08121768}"/>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3768063" y="4183931"/>
            <a:ext cx="258917" cy="258917"/>
          </a:xfrm>
          <a:prstGeom prst="rect">
            <a:avLst/>
          </a:prstGeom>
        </p:spPr>
      </p:pic>
      <p:pic>
        <p:nvPicPr>
          <p:cNvPr id="61" name="グラフィックス 60" descr="円グラフ 単色塗りつぶし">
            <a:extLst>
              <a:ext uri="{FF2B5EF4-FFF2-40B4-BE49-F238E27FC236}">
                <a16:creationId xmlns:a16="http://schemas.microsoft.com/office/drawing/2014/main" id="{6416EC3A-A50D-FE6B-861F-D2F01A1E72FB}"/>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3895982" y="4260707"/>
            <a:ext cx="274045" cy="274045"/>
          </a:xfrm>
          <a:prstGeom prst="rect">
            <a:avLst/>
          </a:prstGeom>
        </p:spPr>
      </p:pic>
      <p:sp>
        <p:nvSpPr>
          <p:cNvPr id="63" name="テキスト ボックス 62">
            <a:extLst>
              <a:ext uri="{FF2B5EF4-FFF2-40B4-BE49-F238E27FC236}">
                <a16:creationId xmlns:a16="http://schemas.microsoft.com/office/drawing/2014/main" id="{867A26E1-7B58-7C55-2339-7BD926609C0B}"/>
              </a:ext>
            </a:extLst>
          </p:cNvPr>
          <p:cNvSpPr txBox="1"/>
          <p:nvPr/>
        </p:nvSpPr>
        <p:spPr>
          <a:xfrm>
            <a:off x="9447933" y="5792969"/>
            <a:ext cx="2519772" cy="461665"/>
          </a:xfrm>
          <a:prstGeom prst="rect">
            <a:avLst/>
          </a:prstGeom>
          <a:noFill/>
        </p:spPr>
        <p:txBody>
          <a:bodyPr wrap="square" rtlCol="0">
            <a:spAutoFit/>
          </a:bodyPr>
          <a:lstStyle/>
          <a:p>
            <a:pPr algn="r"/>
            <a:r>
              <a:rPr lang="en-US" altLang="ja-JP" sz="1200" dirty="0"/>
              <a:t>3</a:t>
            </a:r>
            <a:r>
              <a:rPr lang="en-US" altLang="zh-CN" sz="1200" baseline="30000" dirty="0"/>
              <a:t>rd</a:t>
            </a:r>
            <a:r>
              <a:rPr lang="en-US" altLang="zh-CN" sz="1200" dirty="0"/>
              <a:t> Systems</a:t>
            </a:r>
          </a:p>
          <a:p>
            <a:pPr algn="r"/>
            <a:r>
              <a:rPr lang="ja-JP" altLang="en-US" sz="1200" dirty="0"/>
              <a:t>（</a:t>
            </a:r>
            <a:r>
              <a:rPr lang="en-US" altLang="ja-JP" sz="1200" dirty="0"/>
              <a:t>MES/ERP</a:t>
            </a:r>
            <a:r>
              <a:rPr lang="en-US" altLang="zh-CN" sz="1200" dirty="0"/>
              <a:t>/Datawarehouse/AI)</a:t>
            </a:r>
            <a:endParaRPr lang="ja-JP" altLang="en-US" sz="1200" dirty="0"/>
          </a:p>
        </p:txBody>
      </p:sp>
      <p:sp>
        <p:nvSpPr>
          <p:cNvPr id="49" name="テキスト ボックス 48">
            <a:extLst>
              <a:ext uri="{FF2B5EF4-FFF2-40B4-BE49-F238E27FC236}">
                <a16:creationId xmlns:a16="http://schemas.microsoft.com/office/drawing/2014/main" id="{7122843A-3E3E-07CC-F067-91A21827C939}"/>
              </a:ext>
            </a:extLst>
          </p:cNvPr>
          <p:cNvSpPr txBox="1"/>
          <p:nvPr/>
        </p:nvSpPr>
        <p:spPr>
          <a:xfrm>
            <a:off x="5361022" y="5416656"/>
            <a:ext cx="1186543" cy="276999"/>
          </a:xfrm>
          <a:prstGeom prst="rect">
            <a:avLst/>
          </a:prstGeom>
          <a:noFill/>
        </p:spPr>
        <p:txBody>
          <a:bodyPr wrap="none" rtlCol="0">
            <a:spAutoFit/>
          </a:bodyPr>
          <a:lstStyle/>
          <a:p>
            <a:r>
              <a:rPr kumimoji="1" lang="en-US" altLang="zh-CN" sz="1200" dirty="0"/>
              <a:t>Kafka(Future)</a:t>
            </a:r>
            <a:endParaRPr kumimoji="1" lang="ja-JP" altLang="en-US" sz="1200" dirty="0"/>
          </a:p>
        </p:txBody>
      </p:sp>
      <p:sp>
        <p:nvSpPr>
          <p:cNvPr id="8" name="テキスト ボックス 7">
            <a:extLst>
              <a:ext uri="{FF2B5EF4-FFF2-40B4-BE49-F238E27FC236}">
                <a16:creationId xmlns:a16="http://schemas.microsoft.com/office/drawing/2014/main" id="{2191E7C8-F86E-656A-E376-5AF32DDCF80E}"/>
              </a:ext>
            </a:extLst>
          </p:cNvPr>
          <p:cNvSpPr txBox="1"/>
          <p:nvPr/>
        </p:nvSpPr>
        <p:spPr>
          <a:xfrm>
            <a:off x="8129507" y="5673241"/>
            <a:ext cx="1867819" cy="276999"/>
          </a:xfrm>
          <a:prstGeom prst="rect">
            <a:avLst/>
          </a:prstGeom>
          <a:noFill/>
        </p:spPr>
        <p:txBody>
          <a:bodyPr wrap="none" rtlCol="0">
            <a:spAutoFit/>
          </a:bodyPr>
          <a:lstStyle/>
          <a:p>
            <a:r>
              <a:rPr kumimoji="1" lang="en-US" altLang="zh-CN" sz="1200" dirty="0" err="1"/>
              <a:t>Firewall</a:t>
            </a:r>
            <a:r>
              <a:rPr lang="en-US" altLang="zh-CN" sz="1200" dirty="0" err="1"/>
              <a:t>+</a:t>
            </a:r>
            <a:r>
              <a:rPr kumimoji="1" lang="en-US" altLang="ja-JP" sz="1200" dirty="0" err="1"/>
              <a:t>Reverse</a:t>
            </a:r>
            <a:r>
              <a:rPr kumimoji="1" lang="en-US" altLang="ja-JP" sz="1200" dirty="0"/>
              <a:t> Proxy</a:t>
            </a:r>
            <a:endParaRPr kumimoji="1" lang="ja-JP" altLang="en-US" sz="1200" dirty="0"/>
          </a:p>
        </p:txBody>
      </p:sp>
      <p:sp>
        <p:nvSpPr>
          <p:cNvPr id="50" name="矢印: 右 49">
            <a:extLst>
              <a:ext uri="{FF2B5EF4-FFF2-40B4-BE49-F238E27FC236}">
                <a16:creationId xmlns:a16="http://schemas.microsoft.com/office/drawing/2014/main" id="{0AE43E76-4843-5CDF-E038-091B92C129F1}"/>
              </a:ext>
            </a:extLst>
          </p:cNvPr>
          <p:cNvSpPr/>
          <p:nvPr/>
        </p:nvSpPr>
        <p:spPr>
          <a:xfrm rot="5400000">
            <a:off x="1401212" y="6346733"/>
            <a:ext cx="214685" cy="188684"/>
          </a:xfrm>
          <a:prstGeom prst="rightArrow">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6" name="テキスト ボックス 55">
            <a:extLst>
              <a:ext uri="{FF2B5EF4-FFF2-40B4-BE49-F238E27FC236}">
                <a16:creationId xmlns:a16="http://schemas.microsoft.com/office/drawing/2014/main" id="{54D0DE81-EB0D-352B-EE94-BCE257C2883C}"/>
              </a:ext>
            </a:extLst>
          </p:cNvPr>
          <p:cNvSpPr txBox="1"/>
          <p:nvPr/>
        </p:nvSpPr>
        <p:spPr>
          <a:xfrm>
            <a:off x="627573" y="6530589"/>
            <a:ext cx="1723549" cy="276999"/>
          </a:xfrm>
          <a:prstGeom prst="rect">
            <a:avLst/>
          </a:prstGeom>
          <a:noFill/>
        </p:spPr>
        <p:txBody>
          <a:bodyPr wrap="none" rtlCol="0">
            <a:spAutoFit/>
          </a:bodyPr>
          <a:lstStyle/>
          <a:p>
            <a:pPr algn="ctr"/>
            <a:r>
              <a:rPr kumimoji="1" lang="ja-JP" altLang="en-US" sz="1200" b="1" dirty="0"/>
              <a:t>現場制御ネットワーク</a:t>
            </a:r>
          </a:p>
        </p:txBody>
      </p:sp>
      <p:sp>
        <p:nvSpPr>
          <p:cNvPr id="59" name="矢印: 右 58">
            <a:extLst>
              <a:ext uri="{FF2B5EF4-FFF2-40B4-BE49-F238E27FC236}">
                <a16:creationId xmlns:a16="http://schemas.microsoft.com/office/drawing/2014/main" id="{12394B96-4A16-CE60-04F3-1A3C3BECD163}"/>
              </a:ext>
            </a:extLst>
          </p:cNvPr>
          <p:cNvSpPr/>
          <p:nvPr/>
        </p:nvSpPr>
        <p:spPr>
          <a:xfrm rot="5400000">
            <a:off x="4038532" y="6326834"/>
            <a:ext cx="214685" cy="188684"/>
          </a:xfrm>
          <a:prstGeom prst="rightArrow">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0" name="テキスト ボックス 59">
            <a:extLst>
              <a:ext uri="{FF2B5EF4-FFF2-40B4-BE49-F238E27FC236}">
                <a16:creationId xmlns:a16="http://schemas.microsoft.com/office/drawing/2014/main" id="{5FB5F19B-CCFD-111A-6070-BBEE332BCEEE}"/>
              </a:ext>
            </a:extLst>
          </p:cNvPr>
          <p:cNvSpPr txBox="1"/>
          <p:nvPr/>
        </p:nvSpPr>
        <p:spPr>
          <a:xfrm>
            <a:off x="3111005" y="6510690"/>
            <a:ext cx="2031326" cy="276999"/>
          </a:xfrm>
          <a:prstGeom prst="rect">
            <a:avLst/>
          </a:prstGeom>
          <a:noFill/>
        </p:spPr>
        <p:txBody>
          <a:bodyPr wrap="none" rtlCol="0">
            <a:spAutoFit/>
          </a:bodyPr>
          <a:lstStyle/>
          <a:p>
            <a:pPr algn="ctr"/>
            <a:r>
              <a:rPr kumimoji="1" lang="ja-JP" altLang="en-US" sz="1200" b="1" dirty="0"/>
              <a:t>リモート監視ネットワーク</a:t>
            </a:r>
          </a:p>
        </p:txBody>
      </p:sp>
      <p:sp>
        <p:nvSpPr>
          <p:cNvPr id="64" name="矢印: 右 63">
            <a:extLst>
              <a:ext uri="{FF2B5EF4-FFF2-40B4-BE49-F238E27FC236}">
                <a16:creationId xmlns:a16="http://schemas.microsoft.com/office/drawing/2014/main" id="{6DC0DABC-03A2-E023-B1C1-EF18F79F370E}"/>
              </a:ext>
            </a:extLst>
          </p:cNvPr>
          <p:cNvSpPr/>
          <p:nvPr/>
        </p:nvSpPr>
        <p:spPr>
          <a:xfrm rot="5400000">
            <a:off x="6311642" y="6326834"/>
            <a:ext cx="214685" cy="188684"/>
          </a:xfrm>
          <a:prstGeom prst="rightArrow">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6" name="テキスト ボックス 65">
            <a:extLst>
              <a:ext uri="{FF2B5EF4-FFF2-40B4-BE49-F238E27FC236}">
                <a16:creationId xmlns:a16="http://schemas.microsoft.com/office/drawing/2014/main" id="{492C76D4-5C24-1346-5C35-5DC5D9CF54C8}"/>
              </a:ext>
            </a:extLst>
          </p:cNvPr>
          <p:cNvSpPr txBox="1"/>
          <p:nvPr/>
        </p:nvSpPr>
        <p:spPr>
          <a:xfrm>
            <a:off x="5153282" y="6510690"/>
            <a:ext cx="2492991" cy="276999"/>
          </a:xfrm>
          <a:prstGeom prst="rect">
            <a:avLst/>
          </a:prstGeom>
          <a:noFill/>
        </p:spPr>
        <p:txBody>
          <a:bodyPr wrap="none" rtlCol="0">
            <a:spAutoFit/>
          </a:bodyPr>
          <a:lstStyle/>
          <a:p>
            <a:pPr algn="ctr"/>
            <a:r>
              <a:rPr lang="ja-JP" altLang="en-US" sz="1200" b="1" dirty="0"/>
              <a:t>基幹コントローラーネットワーク</a:t>
            </a:r>
          </a:p>
        </p:txBody>
      </p:sp>
      <p:sp>
        <p:nvSpPr>
          <p:cNvPr id="67" name="矢印: 右 66">
            <a:extLst>
              <a:ext uri="{FF2B5EF4-FFF2-40B4-BE49-F238E27FC236}">
                <a16:creationId xmlns:a16="http://schemas.microsoft.com/office/drawing/2014/main" id="{E9A12F39-21F8-9706-0649-3ACA4D3529DF}"/>
              </a:ext>
            </a:extLst>
          </p:cNvPr>
          <p:cNvSpPr/>
          <p:nvPr/>
        </p:nvSpPr>
        <p:spPr>
          <a:xfrm rot="5400000">
            <a:off x="8864132" y="6306695"/>
            <a:ext cx="214685" cy="188684"/>
          </a:xfrm>
          <a:prstGeom prst="rightArrow">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8" name="テキスト ボックス 67">
            <a:extLst>
              <a:ext uri="{FF2B5EF4-FFF2-40B4-BE49-F238E27FC236}">
                <a16:creationId xmlns:a16="http://schemas.microsoft.com/office/drawing/2014/main" id="{AE7D640C-77C0-E2C1-7123-9FA2BF442F9B}"/>
              </a:ext>
            </a:extLst>
          </p:cNvPr>
          <p:cNvSpPr txBox="1"/>
          <p:nvPr/>
        </p:nvSpPr>
        <p:spPr>
          <a:xfrm>
            <a:off x="7705772" y="6490551"/>
            <a:ext cx="2492990" cy="276999"/>
          </a:xfrm>
          <a:prstGeom prst="rect">
            <a:avLst/>
          </a:prstGeom>
          <a:noFill/>
        </p:spPr>
        <p:txBody>
          <a:bodyPr wrap="none" rtlCol="0">
            <a:spAutoFit/>
          </a:bodyPr>
          <a:lstStyle/>
          <a:p>
            <a:pPr algn="ctr"/>
            <a:r>
              <a:rPr lang="ja-JP" altLang="en-US" sz="1200" b="1" dirty="0"/>
              <a:t>基幹コントローラーネットワーク</a:t>
            </a:r>
          </a:p>
        </p:txBody>
      </p:sp>
      <p:sp>
        <p:nvSpPr>
          <p:cNvPr id="70" name="テキスト ボックス 69">
            <a:extLst>
              <a:ext uri="{FF2B5EF4-FFF2-40B4-BE49-F238E27FC236}">
                <a16:creationId xmlns:a16="http://schemas.microsoft.com/office/drawing/2014/main" id="{77E2F89A-944E-7FA8-F998-5D9C7C583221}"/>
              </a:ext>
            </a:extLst>
          </p:cNvPr>
          <p:cNvSpPr txBox="1"/>
          <p:nvPr/>
        </p:nvSpPr>
        <p:spPr>
          <a:xfrm>
            <a:off x="9312028" y="3966630"/>
            <a:ext cx="1377384" cy="461665"/>
          </a:xfrm>
          <a:prstGeom prst="rect">
            <a:avLst/>
          </a:prstGeom>
          <a:noFill/>
        </p:spPr>
        <p:txBody>
          <a:bodyPr wrap="square" rtlCol="0">
            <a:spAutoFit/>
          </a:bodyPr>
          <a:lstStyle>
            <a:defPPr>
              <a:defRPr lang="ja-JP"/>
            </a:defPPr>
            <a:lvl1pPr>
              <a:defRPr sz="1200"/>
            </a:lvl1pPr>
          </a:lstStyle>
          <a:p>
            <a:r>
              <a:rPr lang="en-US" altLang="ja-JP" dirty="0"/>
              <a:t>Jump Server</a:t>
            </a:r>
          </a:p>
          <a:p>
            <a:r>
              <a:rPr lang="ja-JP" altLang="en-US" dirty="0"/>
              <a:t>（保守維持用）</a:t>
            </a:r>
          </a:p>
        </p:txBody>
      </p:sp>
      <p:grpSp>
        <p:nvGrpSpPr>
          <p:cNvPr id="71" name="グループ化 70">
            <a:extLst>
              <a:ext uri="{FF2B5EF4-FFF2-40B4-BE49-F238E27FC236}">
                <a16:creationId xmlns:a16="http://schemas.microsoft.com/office/drawing/2014/main" id="{89B48761-EE63-062C-26DC-04D1BE610520}"/>
              </a:ext>
            </a:extLst>
          </p:cNvPr>
          <p:cNvGrpSpPr/>
          <p:nvPr/>
        </p:nvGrpSpPr>
        <p:grpSpPr>
          <a:xfrm>
            <a:off x="9559672" y="3363851"/>
            <a:ext cx="639180" cy="722848"/>
            <a:chOff x="11158379" y="2262795"/>
            <a:chExt cx="639180" cy="722848"/>
          </a:xfrm>
        </p:grpSpPr>
        <p:pic>
          <p:nvPicPr>
            <p:cNvPr id="72" name="グラフィックス 71" descr="サーバー 枠線">
              <a:extLst>
                <a:ext uri="{FF2B5EF4-FFF2-40B4-BE49-F238E27FC236}">
                  <a16:creationId xmlns:a16="http://schemas.microsoft.com/office/drawing/2014/main" id="{8C468DE4-DCBC-2F47-C5E1-8D0A1061247E}"/>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11158379" y="2407779"/>
              <a:ext cx="577864" cy="577864"/>
            </a:xfrm>
            <a:prstGeom prst="rect">
              <a:avLst/>
            </a:prstGeom>
          </p:spPr>
        </p:pic>
        <p:pic>
          <p:nvPicPr>
            <p:cNvPr id="74" name="グラフィックス 73" descr="プログラマー男性 単色塗りつぶし">
              <a:extLst>
                <a:ext uri="{FF2B5EF4-FFF2-40B4-BE49-F238E27FC236}">
                  <a16:creationId xmlns:a16="http://schemas.microsoft.com/office/drawing/2014/main" id="{A672A384-FB4B-98F0-12DC-BB3FE7D5F6E2}"/>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11561523" y="2262795"/>
              <a:ext cx="236036" cy="236036"/>
            </a:xfrm>
            <a:prstGeom prst="rect">
              <a:avLst/>
            </a:prstGeom>
          </p:spPr>
        </p:pic>
      </p:grpSp>
      <p:cxnSp>
        <p:nvCxnSpPr>
          <p:cNvPr id="75" name="直線コネクタ 74">
            <a:extLst>
              <a:ext uri="{FF2B5EF4-FFF2-40B4-BE49-F238E27FC236}">
                <a16:creationId xmlns:a16="http://schemas.microsoft.com/office/drawing/2014/main" id="{7F47D3CC-BD30-119D-87CD-60C6E7370A28}"/>
              </a:ext>
            </a:extLst>
          </p:cNvPr>
          <p:cNvCxnSpPr>
            <a:cxnSpLocks/>
          </p:cNvCxnSpPr>
          <p:nvPr/>
        </p:nvCxnSpPr>
        <p:spPr>
          <a:xfrm>
            <a:off x="7563234" y="3635729"/>
            <a:ext cx="2088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1677433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C75F93-F0EF-078D-9989-30772153389C}"/>
            </a:ext>
          </a:extLst>
        </p:cNvPr>
        <p:cNvGrpSpPr/>
        <p:nvPr/>
      </p:nvGrpSpPr>
      <p:grpSpPr>
        <a:xfrm>
          <a:off x="0" y="0"/>
          <a:ext cx="0" cy="0"/>
          <a:chOff x="0" y="0"/>
          <a:chExt cx="0" cy="0"/>
        </a:xfrm>
      </p:grpSpPr>
      <p:sp>
        <p:nvSpPr>
          <p:cNvPr id="1036" name="正方形/長方形 1035">
            <a:extLst>
              <a:ext uri="{FF2B5EF4-FFF2-40B4-BE49-F238E27FC236}">
                <a16:creationId xmlns:a16="http://schemas.microsoft.com/office/drawing/2014/main" id="{386B0FAD-9858-F4AC-4C5C-AABAE6516D00}"/>
              </a:ext>
            </a:extLst>
          </p:cNvPr>
          <p:cNvSpPr/>
          <p:nvPr/>
        </p:nvSpPr>
        <p:spPr>
          <a:xfrm>
            <a:off x="11687740" y="676894"/>
            <a:ext cx="1763982" cy="6126932"/>
          </a:xfrm>
          <a:prstGeom prst="rect">
            <a:avLst/>
          </a:prstGeom>
          <a:solidFill>
            <a:schemeClr val="accent3">
              <a:lumMod val="20000"/>
              <a:lumOff val="80000"/>
            </a:schemeClr>
          </a:solidFill>
          <a:ln w="19050">
            <a:solidFill>
              <a:schemeClr val="tx1"/>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35" name="正方形/長方形 1034">
            <a:extLst>
              <a:ext uri="{FF2B5EF4-FFF2-40B4-BE49-F238E27FC236}">
                <a16:creationId xmlns:a16="http://schemas.microsoft.com/office/drawing/2014/main" id="{7B9998D3-D123-FEFF-2ABF-95FA511F2763}"/>
              </a:ext>
            </a:extLst>
          </p:cNvPr>
          <p:cNvSpPr/>
          <p:nvPr/>
        </p:nvSpPr>
        <p:spPr>
          <a:xfrm>
            <a:off x="2686123" y="676894"/>
            <a:ext cx="8995248" cy="6126932"/>
          </a:xfrm>
          <a:prstGeom prst="rect">
            <a:avLst/>
          </a:prstGeom>
          <a:solidFill>
            <a:schemeClr val="accent5">
              <a:lumMod val="20000"/>
              <a:lumOff val="80000"/>
            </a:schemeClr>
          </a:solidFill>
          <a:ln w="19050">
            <a:solidFill>
              <a:schemeClr val="tx1"/>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34" name="正方形/長方形 1033">
            <a:extLst>
              <a:ext uri="{FF2B5EF4-FFF2-40B4-BE49-F238E27FC236}">
                <a16:creationId xmlns:a16="http://schemas.microsoft.com/office/drawing/2014/main" id="{61E1D4B6-BA03-CF41-B98C-06457D9DECA8}"/>
              </a:ext>
            </a:extLst>
          </p:cNvPr>
          <p:cNvSpPr/>
          <p:nvPr/>
        </p:nvSpPr>
        <p:spPr>
          <a:xfrm>
            <a:off x="140263" y="678875"/>
            <a:ext cx="2539381" cy="6126932"/>
          </a:xfrm>
          <a:prstGeom prst="rect">
            <a:avLst/>
          </a:prstGeom>
          <a:solidFill>
            <a:schemeClr val="bg1">
              <a:lumMod val="85000"/>
            </a:schemeClr>
          </a:solidFill>
          <a:ln w="19050">
            <a:solidFill>
              <a:schemeClr val="tx1"/>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13" name="直線コネクタ 112">
            <a:extLst>
              <a:ext uri="{FF2B5EF4-FFF2-40B4-BE49-F238E27FC236}">
                <a16:creationId xmlns:a16="http://schemas.microsoft.com/office/drawing/2014/main" id="{21E73BD3-DAEA-AB6A-BE19-C00FB060C04D}"/>
              </a:ext>
            </a:extLst>
          </p:cNvPr>
          <p:cNvCxnSpPr>
            <a:cxnSpLocks/>
          </p:cNvCxnSpPr>
          <p:nvPr/>
        </p:nvCxnSpPr>
        <p:spPr>
          <a:xfrm>
            <a:off x="7552826" y="3793406"/>
            <a:ext cx="2520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6" name="直線コネクタ 85">
            <a:extLst>
              <a:ext uri="{FF2B5EF4-FFF2-40B4-BE49-F238E27FC236}">
                <a16:creationId xmlns:a16="http://schemas.microsoft.com/office/drawing/2014/main" id="{39A80658-B29F-3DF1-5FA9-A84E879819F9}"/>
              </a:ext>
            </a:extLst>
          </p:cNvPr>
          <p:cNvCxnSpPr>
            <a:cxnSpLocks/>
          </p:cNvCxnSpPr>
          <p:nvPr/>
        </p:nvCxnSpPr>
        <p:spPr>
          <a:xfrm>
            <a:off x="1547600" y="4479064"/>
            <a:ext cx="1402880" cy="0"/>
          </a:xfrm>
          <a:prstGeom prst="line">
            <a:avLst/>
          </a:prstGeom>
          <a:ln w="28575">
            <a:solidFill>
              <a:srgbClr val="07AAE4"/>
            </a:solidFill>
          </a:ln>
        </p:spPr>
        <p:style>
          <a:lnRef idx="1">
            <a:schemeClr val="accent1"/>
          </a:lnRef>
          <a:fillRef idx="0">
            <a:schemeClr val="accent1"/>
          </a:fillRef>
          <a:effectRef idx="0">
            <a:schemeClr val="accent1"/>
          </a:effectRef>
          <a:fontRef idx="minor">
            <a:schemeClr val="tx1"/>
          </a:fontRef>
        </p:style>
      </p:cxnSp>
      <p:cxnSp>
        <p:nvCxnSpPr>
          <p:cNvPr id="102" name="直線コネクタ 101">
            <a:extLst>
              <a:ext uri="{FF2B5EF4-FFF2-40B4-BE49-F238E27FC236}">
                <a16:creationId xmlns:a16="http://schemas.microsoft.com/office/drawing/2014/main" id="{E113EBD0-61F0-97B0-6827-A0A4EB5D69FF}"/>
              </a:ext>
            </a:extLst>
          </p:cNvPr>
          <p:cNvCxnSpPr>
            <a:cxnSpLocks/>
          </p:cNvCxnSpPr>
          <p:nvPr/>
        </p:nvCxnSpPr>
        <p:spPr>
          <a:xfrm>
            <a:off x="7583791" y="5796525"/>
            <a:ext cx="4464719" cy="0"/>
          </a:xfrm>
          <a:prstGeom prst="line">
            <a:avLst/>
          </a:prstGeom>
          <a:ln w="28575">
            <a:solidFill>
              <a:srgbClr val="07AAE4"/>
            </a:solidFill>
          </a:ln>
        </p:spPr>
        <p:style>
          <a:lnRef idx="1">
            <a:schemeClr val="accent1"/>
          </a:lnRef>
          <a:fillRef idx="0">
            <a:schemeClr val="accent1"/>
          </a:fillRef>
          <a:effectRef idx="0">
            <a:schemeClr val="accent1"/>
          </a:effectRef>
          <a:fontRef idx="minor">
            <a:schemeClr val="tx1"/>
          </a:fontRef>
        </p:style>
      </p:cxnSp>
      <p:sp>
        <p:nvSpPr>
          <p:cNvPr id="92" name="四角形: 角を丸くする 91">
            <a:extLst>
              <a:ext uri="{FF2B5EF4-FFF2-40B4-BE49-F238E27FC236}">
                <a16:creationId xmlns:a16="http://schemas.microsoft.com/office/drawing/2014/main" id="{A04A8C2E-AAA3-812E-813B-837976A9673B}"/>
              </a:ext>
            </a:extLst>
          </p:cNvPr>
          <p:cNvSpPr/>
          <p:nvPr/>
        </p:nvSpPr>
        <p:spPr>
          <a:xfrm>
            <a:off x="5486400" y="1414764"/>
            <a:ext cx="1663789" cy="1460781"/>
          </a:xfrm>
          <a:prstGeom prst="roundRect">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88" name="直線コネクタ 87">
            <a:extLst>
              <a:ext uri="{FF2B5EF4-FFF2-40B4-BE49-F238E27FC236}">
                <a16:creationId xmlns:a16="http://schemas.microsoft.com/office/drawing/2014/main" id="{DD9A356F-4B91-56AE-5D26-E3269F14BBBA}"/>
              </a:ext>
            </a:extLst>
          </p:cNvPr>
          <p:cNvCxnSpPr/>
          <p:nvPr/>
        </p:nvCxnSpPr>
        <p:spPr>
          <a:xfrm>
            <a:off x="3117524" y="2762398"/>
            <a:ext cx="44873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タイトル 2">
            <a:extLst>
              <a:ext uri="{FF2B5EF4-FFF2-40B4-BE49-F238E27FC236}">
                <a16:creationId xmlns:a16="http://schemas.microsoft.com/office/drawing/2014/main" id="{2586F2AF-2CA2-5918-7CFF-79C799CF2D60}"/>
              </a:ext>
            </a:extLst>
          </p:cNvPr>
          <p:cNvSpPr>
            <a:spLocks noGrp="1"/>
          </p:cNvSpPr>
          <p:nvPr>
            <p:ph type="title"/>
          </p:nvPr>
        </p:nvSpPr>
        <p:spPr>
          <a:xfrm>
            <a:off x="432888" y="52193"/>
            <a:ext cx="11493500" cy="626683"/>
          </a:xfrm>
        </p:spPr>
        <p:txBody>
          <a:bodyPr/>
          <a:lstStyle/>
          <a:p>
            <a:r>
              <a:rPr lang="ja-JP" altLang="en-US" sz="2000"/>
              <a:t>アーキテクチャ初案 </a:t>
            </a:r>
            <a:r>
              <a:rPr lang="en-US" altLang="ja-JP" sz="2000"/>
              <a:t>- </a:t>
            </a:r>
            <a:r>
              <a:rPr lang="ja-JP" altLang="en-US"/>
              <a:t>概要</a:t>
            </a:r>
            <a:br>
              <a:rPr lang="en-US" altLang="ja-JP"/>
            </a:br>
            <a:r>
              <a:rPr lang="en-US" altLang="ja-JP" sz="2000"/>
              <a:t>The draft of </a:t>
            </a:r>
            <a:r>
              <a:rPr lang="en-US" altLang="zh-CN" sz="2000"/>
              <a:t>architecture - General</a:t>
            </a:r>
            <a:endParaRPr lang="ja-JP" altLang="en-US" sz="2000"/>
          </a:p>
        </p:txBody>
      </p:sp>
      <p:sp>
        <p:nvSpPr>
          <p:cNvPr id="2" name="テキスト ボックス 1">
            <a:extLst>
              <a:ext uri="{FF2B5EF4-FFF2-40B4-BE49-F238E27FC236}">
                <a16:creationId xmlns:a16="http://schemas.microsoft.com/office/drawing/2014/main" id="{52F7C82B-B713-138C-F995-E7F396DA2DFD}"/>
              </a:ext>
            </a:extLst>
          </p:cNvPr>
          <p:cNvSpPr txBox="1"/>
          <p:nvPr/>
        </p:nvSpPr>
        <p:spPr>
          <a:xfrm>
            <a:off x="9074478" y="22075"/>
            <a:ext cx="2974032" cy="738664"/>
          </a:xfrm>
          <a:prstGeom prst="rect">
            <a:avLst/>
          </a:prstGeom>
          <a:noFill/>
        </p:spPr>
        <p:txBody>
          <a:bodyPr wrap="square" rtlCol="0">
            <a:spAutoFit/>
          </a:bodyPr>
          <a:lstStyle/>
          <a:p>
            <a:r>
              <a:rPr lang="en-US" altLang="ja-JP" sz="1400">
                <a:latin typeface="+mn-ea"/>
              </a:rPr>
              <a:t>Small Project</a:t>
            </a:r>
            <a:r>
              <a:rPr lang="ja-JP" altLang="en-US" sz="1400">
                <a:latin typeface="+mn-ea"/>
              </a:rPr>
              <a:t>で検証</a:t>
            </a:r>
            <a:r>
              <a:rPr kumimoji="1" lang="ja-JP" altLang="en-US" sz="1400">
                <a:latin typeface="+mn-ea"/>
              </a:rPr>
              <a:t>後</a:t>
            </a:r>
            <a:r>
              <a:rPr lang="ja-JP" altLang="en-US" sz="1400">
                <a:latin typeface="+mn-ea"/>
              </a:rPr>
              <a:t>、</a:t>
            </a:r>
            <a:r>
              <a:rPr kumimoji="1" lang="ja-JP" altLang="en-US" sz="1400">
                <a:latin typeface="+mn-ea"/>
              </a:rPr>
              <a:t>他の子局への横展開もできるような柔軟性がある高可用性アーキテクチャ</a:t>
            </a:r>
          </a:p>
        </p:txBody>
      </p:sp>
      <p:pic>
        <p:nvPicPr>
          <p:cNvPr id="10" name="図 9">
            <a:extLst>
              <a:ext uri="{FF2B5EF4-FFF2-40B4-BE49-F238E27FC236}">
                <a16:creationId xmlns:a16="http://schemas.microsoft.com/office/drawing/2014/main" id="{6012874C-22D1-C2F6-A7FD-2A68FFE9CEF5}"/>
              </a:ext>
            </a:extLst>
          </p:cNvPr>
          <p:cNvPicPr>
            <a:picLocks noChangeAspect="1"/>
          </p:cNvPicPr>
          <p:nvPr/>
        </p:nvPicPr>
        <p:blipFill>
          <a:blip r:embed="rId3"/>
          <a:srcRect l="10772" t="4025" r="81890" b="87133"/>
          <a:stretch>
            <a:fillRect/>
          </a:stretch>
        </p:blipFill>
        <p:spPr>
          <a:xfrm>
            <a:off x="1614275" y="961177"/>
            <a:ext cx="673412" cy="549665"/>
          </a:xfrm>
          <a:custGeom>
            <a:avLst/>
            <a:gdLst>
              <a:gd name="csX0" fmla="*/ 263525 w 742950"/>
              <a:gd name="csY0" fmla="*/ 0 h 606425"/>
              <a:gd name="csX1" fmla="*/ 742950 w 742950"/>
              <a:gd name="csY1" fmla="*/ 298450 h 606425"/>
              <a:gd name="csX2" fmla="*/ 730250 w 742950"/>
              <a:gd name="csY2" fmla="*/ 444500 h 606425"/>
              <a:gd name="csX3" fmla="*/ 720725 w 742950"/>
              <a:gd name="csY3" fmla="*/ 457200 h 606425"/>
              <a:gd name="csX4" fmla="*/ 730250 w 742950"/>
              <a:gd name="csY4" fmla="*/ 495300 h 606425"/>
              <a:gd name="csX5" fmla="*/ 479425 w 742950"/>
              <a:gd name="csY5" fmla="*/ 606425 h 606425"/>
              <a:gd name="csX6" fmla="*/ 28575 w 742950"/>
              <a:gd name="csY6" fmla="*/ 339725 h 606425"/>
              <a:gd name="csX7" fmla="*/ 41275 w 742950"/>
              <a:gd name="csY7" fmla="*/ 285750 h 606425"/>
              <a:gd name="csX8" fmla="*/ 0 w 742950"/>
              <a:gd name="csY8" fmla="*/ 282575 h 606425"/>
              <a:gd name="csX9" fmla="*/ 9525 w 742950"/>
              <a:gd name="csY9" fmla="*/ 146050 h 60642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742950" h="606425">
                <a:moveTo>
                  <a:pt x="263525" y="0"/>
                </a:moveTo>
                <a:lnTo>
                  <a:pt x="742950" y="298450"/>
                </a:lnTo>
                <a:lnTo>
                  <a:pt x="730250" y="444500"/>
                </a:lnTo>
                <a:lnTo>
                  <a:pt x="720725" y="457200"/>
                </a:lnTo>
                <a:lnTo>
                  <a:pt x="730250" y="495300"/>
                </a:lnTo>
                <a:lnTo>
                  <a:pt x="479425" y="606425"/>
                </a:lnTo>
                <a:lnTo>
                  <a:pt x="28575" y="339725"/>
                </a:lnTo>
                <a:lnTo>
                  <a:pt x="41275" y="285750"/>
                </a:lnTo>
                <a:lnTo>
                  <a:pt x="0" y="282575"/>
                </a:lnTo>
                <a:lnTo>
                  <a:pt x="9525" y="146050"/>
                </a:lnTo>
                <a:close/>
              </a:path>
            </a:pathLst>
          </a:custGeom>
        </p:spPr>
      </p:pic>
      <p:pic>
        <p:nvPicPr>
          <p:cNvPr id="12" name="図 11">
            <a:extLst>
              <a:ext uri="{FF2B5EF4-FFF2-40B4-BE49-F238E27FC236}">
                <a16:creationId xmlns:a16="http://schemas.microsoft.com/office/drawing/2014/main" id="{6B4B79FB-740F-6BD4-D131-96B5EDE8DDBE}"/>
              </a:ext>
            </a:extLst>
          </p:cNvPr>
          <p:cNvPicPr>
            <a:picLocks noChangeAspect="1"/>
          </p:cNvPicPr>
          <p:nvPr/>
        </p:nvPicPr>
        <p:blipFill>
          <a:blip r:embed="rId4"/>
          <a:srcRect l="9745" t="18241" r="82892" b="72269"/>
          <a:stretch>
            <a:fillRect/>
          </a:stretch>
        </p:blipFill>
        <p:spPr>
          <a:xfrm>
            <a:off x="1614275" y="1726568"/>
            <a:ext cx="676289" cy="589954"/>
          </a:xfrm>
          <a:custGeom>
            <a:avLst/>
            <a:gdLst>
              <a:gd name="csX0" fmla="*/ 549275 w 746125"/>
              <a:gd name="csY0" fmla="*/ 0 h 650875"/>
              <a:gd name="csX1" fmla="*/ 746125 w 746125"/>
              <a:gd name="csY1" fmla="*/ 317500 h 650875"/>
              <a:gd name="csX2" fmla="*/ 555625 w 746125"/>
              <a:gd name="csY2" fmla="*/ 647700 h 650875"/>
              <a:gd name="csX3" fmla="*/ 187325 w 746125"/>
              <a:gd name="csY3" fmla="*/ 650875 h 650875"/>
              <a:gd name="csX4" fmla="*/ 0 w 746125"/>
              <a:gd name="csY4" fmla="*/ 323850 h 650875"/>
              <a:gd name="csX5" fmla="*/ 180975 w 746125"/>
              <a:gd name="csY5" fmla="*/ 6350 h 650875"/>
            </a:gdLst>
            <a:ahLst/>
            <a:cxnLst>
              <a:cxn ang="0">
                <a:pos x="csX0" y="csY0"/>
              </a:cxn>
              <a:cxn ang="0">
                <a:pos x="csX1" y="csY1"/>
              </a:cxn>
              <a:cxn ang="0">
                <a:pos x="csX2" y="csY2"/>
              </a:cxn>
              <a:cxn ang="0">
                <a:pos x="csX3" y="csY3"/>
              </a:cxn>
              <a:cxn ang="0">
                <a:pos x="csX4" y="csY4"/>
              </a:cxn>
              <a:cxn ang="0">
                <a:pos x="csX5" y="csY5"/>
              </a:cxn>
            </a:cxnLst>
            <a:rect l="l" t="t" r="r" b="b"/>
            <a:pathLst>
              <a:path w="746125" h="650875">
                <a:moveTo>
                  <a:pt x="549275" y="0"/>
                </a:moveTo>
                <a:lnTo>
                  <a:pt x="746125" y="317500"/>
                </a:lnTo>
                <a:lnTo>
                  <a:pt x="555625" y="647700"/>
                </a:lnTo>
                <a:lnTo>
                  <a:pt x="187325" y="650875"/>
                </a:lnTo>
                <a:lnTo>
                  <a:pt x="0" y="323850"/>
                </a:lnTo>
                <a:lnTo>
                  <a:pt x="180975" y="6350"/>
                </a:lnTo>
                <a:close/>
              </a:path>
            </a:pathLst>
          </a:custGeom>
        </p:spPr>
      </p:pic>
      <p:pic>
        <p:nvPicPr>
          <p:cNvPr id="13" name="図 12">
            <a:extLst>
              <a:ext uri="{FF2B5EF4-FFF2-40B4-BE49-F238E27FC236}">
                <a16:creationId xmlns:a16="http://schemas.microsoft.com/office/drawing/2014/main" id="{AEAE5D62-418F-7F25-9F89-90E32590A60D}"/>
              </a:ext>
            </a:extLst>
          </p:cNvPr>
          <p:cNvPicPr>
            <a:picLocks noChangeAspect="1"/>
          </p:cNvPicPr>
          <p:nvPr/>
        </p:nvPicPr>
        <p:blipFill>
          <a:blip r:embed="rId4"/>
          <a:srcRect l="9649" t="33463" r="82298" b="56537"/>
          <a:stretch>
            <a:fillRect/>
          </a:stretch>
        </p:blipFill>
        <p:spPr>
          <a:xfrm>
            <a:off x="1550950" y="2429802"/>
            <a:ext cx="739602" cy="621611"/>
          </a:xfrm>
          <a:custGeom>
            <a:avLst/>
            <a:gdLst>
              <a:gd name="csX0" fmla="*/ 447675 w 815975"/>
              <a:gd name="csY0" fmla="*/ 0 h 685800"/>
              <a:gd name="csX1" fmla="*/ 815975 w 815975"/>
              <a:gd name="csY1" fmla="*/ 206375 h 685800"/>
              <a:gd name="csX2" fmla="*/ 815975 w 815975"/>
              <a:gd name="csY2" fmla="*/ 434975 h 685800"/>
              <a:gd name="csX3" fmla="*/ 733425 w 815975"/>
              <a:gd name="csY3" fmla="*/ 476250 h 685800"/>
              <a:gd name="csX4" fmla="*/ 742950 w 815975"/>
              <a:gd name="csY4" fmla="*/ 593725 h 685800"/>
              <a:gd name="csX5" fmla="*/ 708025 w 815975"/>
              <a:gd name="csY5" fmla="*/ 615950 h 685800"/>
              <a:gd name="csX6" fmla="*/ 628650 w 815975"/>
              <a:gd name="csY6" fmla="*/ 622300 h 685800"/>
              <a:gd name="csX7" fmla="*/ 603250 w 815975"/>
              <a:gd name="csY7" fmla="*/ 596900 h 685800"/>
              <a:gd name="csX8" fmla="*/ 577850 w 815975"/>
              <a:gd name="csY8" fmla="*/ 587375 h 685800"/>
              <a:gd name="csX9" fmla="*/ 577850 w 815975"/>
              <a:gd name="csY9" fmla="*/ 561975 h 685800"/>
              <a:gd name="csX10" fmla="*/ 501650 w 815975"/>
              <a:gd name="csY10" fmla="*/ 606425 h 685800"/>
              <a:gd name="csX11" fmla="*/ 511175 w 815975"/>
              <a:gd name="csY11" fmla="*/ 685800 h 685800"/>
              <a:gd name="csX12" fmla="*/ 419100 w 815975"/>
              <a:gd name="csY12" fmla="*/ 622300 h 685800"/>
              <a:gd name="csX13" fmla="*/ 403225 w 815975"/>
              <a:gd name="csY13" fmla="*/ 647700 h 685800"/>
              <a:gd name="csX14" fmla="*/ 374650 w 815975"/>
              <a:gd name="csY14" fmla="*/ 647700 h 685800"/>
              <a:gd name="csX15" fmla="*/ 349250 w 815975"/>
              <a:gd name="csY15" fmla="*/ 631825 h 685800"/>
              <a:gd name="csX16" fmla="*/ 349250 w 815975"/>
              <a:gd name="csY16" fmla="*/ 581025 h 685800"/>
              <a:gd name="csX17" fmla="*/ 85725 w 815975"/>
              <a:gd name="csY17" fmla="*/ 444500 h 685800"/>
              <a:gd name="csX18" fmla="*/ 38100 w 815975"/>
              <a:gd name="csY18" fmla="*/ 457200 h 685800"/>
              <a:gd name="csX19" fmla="*/ 19050 w 815975"/>
              <a:gd name="csY19" fmla="*/ 447675 h 685800"/>
              <a:gd name="csX20" fmla="*/ 12700 w 815975"/>
              <a:gd name="csY20" fmla="*/ 400050 h 685800"/>
              <a:gd name="csX21" fmla="*/ 0 w 815975"/>
              <a:gd name="csY21" fmla="*/ 384175 h 685800"/>
              <a:gd name="csX22" fmla="*/ 9525 w 815975"/>
              <a:gd name="csY22" fmla="*/ 146050 h 685800"/>
              <a:gd name="csX23" fmla="*/ 82550 w 815975"/>
              <a:gd name="csY23" fmla="*/ 200025 h 6858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Lst>
            <a:rect l="l" t="t" r="r" b="b"/>
            <a:pathLst>
              <a:path w="815975" h="685800">
                <a:moveTo>
                  <a:pt x="447675" y="0"/>
                </a:moveTo>
                <a:lnTo>
                  <a:pt x="815975" y="206375"/>
                </a:lnTo>
                <a:lnTo>
                  <a:pt x="815975" y="434975"/>
                </a:lnTo>
                <a:lnTo>
                  <a:pt x="733425" y="476250"/>
                </a:lnTo>
                <a:lnTo>
                  <a:pt x="742950" y="593725"/>
                </a:lnTo>
                <a:lnTo>
                  <a:pt x="708025" y="615950"/>
                </a:lnTo>
                <a:lnTo>
                  <a:pt x="628650" y="622300"/>
                </a:lnTo>
                <a:lnTo>
                  <a:pt x="603250" y="596900"/>
                </a:lnTo>
                <a:lnTo>
                  <a:pt x="577850" y="587375"/>
                </a:lnTo>
                <a:lnTo>
                  <a:pt x="577850" y="561975"/>
                </a:lnTo>
                <a:lnTo>
                  <a:pt x="501650" y="606425"/>
                </a:lnTo>
                <a:lnTo>
                  <a:pt x="511175" y="685800"/>
                </a:lnTo>
                <a:lnTo>
                  <a:pt x="419100" y="622300"/>
                </a:lnTo>
                <a:lnTo>
                  <a:pt x="403225" y="647700"/>
                </a:lnTo>
                <a:lnTo>
                  <a:pt x="374650" y="647700"/>
                </a:lnTo>
                <a:lnTo>
                  <a:pt x="349250" y="631825"/>
                </a:lnTo>
                <a:lnTo>
                  <a:pt x="349250" y="581025"/>
                </a:lnTo>
                <a:lnTo>
                  <a:pt x="85725" y="444500"/>
                </a:lnTo>
                <a:lnTo>
                  <a:pt x="38100" y="457200"/>
                </a:lnTo>
                <a:lnTo>
                  <a:pt x="19050" y="447675"/>
                </a:lnTo>
                <a:lnTo>
                  <a:pt x="12700" y="400050"/>
                </a:lnTo>
                <a:lnTo>
                  <a:pt x="0" y="384175"/>
                </a:lnTo>
                <a:lnTo>
                  <a:pt x="9525" y="146050"/>
                </a:lnTo>
                <a:lnTo>
                  <a:pt x="82550" y="200025"/>
                </a:lnTo>
                <a:close/>
              </a:path>
            </a:pathLst>
          </a:custGeom>
        </p:spPr>
      </p:pic>
      <p:pic>
        <p:nvPicPr>
          <p:cNvPr id="17" name="図 16">
            <a:extLst>
              <a:ext uri="{FF2B5EF4-FFF2-40B4-BE49-F238E27FC236}">
                <a16:creationId xmlns:a16="http://schemas.microsoft.com/office/drawing/2014/main" id="{CB4297CC-93A5-3FF3-3843-8961AE17C453}"/>
              </a:ext>
            </a:extLst>
          </p:cNvPr>
          <p:cNvPicPr>
            <a:picLocks noChangeAspect="1"/>
          </p:cNvPicPr>
          <p:nvPr/>
        </p:nvPicPr>
        <p:blipFill>
          <a:blip r:embed="rId4"/>
          <a:srcRect l="30291" t="27083" r="60904" b="61852"/>
          <a:stretch>
            <a:fillRect/>
          </a:stretch>
        </p:blipFill>
        <p:spPr>
          <a:xfrm>
            <a:off x="3474296" y="1999547"/>
            <a:ext cx="892175" cy="758825"/>
          </a:xfrm>
          <a:custGeom>
            <a:avLst/>
            <a:gdLst>
              <a:gd name="csX0" fmla="*/ 488950 w 892175"/>
              <a:gd name="csY0" fmla="*/ 0 h 758825"/>
              <a:gd name="csX1" fmla="*/ 892175 w 892175"/>
              <a:gd name="csY1" fmla="*/ 228600 h 758825"/>
              <a:gd name="csX2" fmla="*/ 885825 w 892175"/>
              <a:gd name="csY2" fmla="*/ 492125 h 758825"/>
              <a:gd name="csX3" fmla="*/ 546100 w 892175"/>
              <a:gd name="csY3" fmla="*/ 669925 h 758825"/>
              <a:gd name="csX4" fmla="*/ 552450 w 892175"/>
              <a:gd name="csY4" fmla="*/ 758825 h 758825"/>
              <a:gd name="csX5" fmla="*/ 454025 w 892175"/>
              <a:gd name="csY5" fmla="*/ 698500 h 758825"/>
              <a:gd name="csX6" fmla="*/ 415925 w 892175"/>
              <a:gd name="csY6" fmla="*/ 714375 h 758825"/>
              <a:gd name="csX7" fmla="*/ 374650 w 892175"/>
              <a:gd name="csY7" fmla="*/ 701675 h 758825"/>
              <a:gd name="csX8" fmla="*/ 387350 w 892175"/>
              <a:gd name="csY8" fmla="*/ 641350 h 758825"/>
              <a:gd name="csX9" fmla="*/ 85725 w 892175"/>
              <a:gd name="csY9" fmla="*/ 473075 h 758825"/>
              <a:gd name="csX10" fmla="*/ 53975 w 892175"/>
              <a:gd name="csY10" fmla="*/ 504825 h 758825"/>
              <a:gd name="csX11" fmla="*/ 22225 w 892175"/>
              <a:gd name="csY11" fmla="*/ 495300 h 758825"/>
              <a:gd name="csX12" fmla="*/ 22225 w 892175"/>
              <a:gd name="csY12" fmla="*/ 441325 h 758825"/>
              <a:gd name="csX13" fmla="*/ 0 w 892175"/>
              <a:gd name="csY13" fmla="*/ 434975 h 758825"/>
              <a:gd name="csX14" fmla="*/ 3175 w 892175"/>
              <a:gd name="csY14" fmla="*/ 187325 h 758825"/>
              <a:gd name="csX15" fmla="*/ 85725 w 892175"/>
              <a:gd name="csY15" fmla="*/ 225425 h 75882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Lst>
            <a:rect l="l" t="t" r="r" b="b"/>
            <a:pathLst>
              <a:path w="892175" h="758825">
                <a:moveTo>
                  <a:pt x="488950" y="0"/>
                </a:moveTo>
                <a:lnTo>
                  <a:pt x="892175" y="228600"/>
                </a:lnTo>
                <a:lnTo>
                  <a:pt x="885825" y="492125"/>
                </a:lnTo>
                <a:lnTo>
                  <a:pt x="546100" y="669925"/>
                </a:lnTo>
                <a:lnTo>
                  <a:pt x="552450" y="758825"/>
                </a:lnTo>
                <a:lnTo>
                  <a:pt x="454025" y="698500"/>
                </a:lnTo>
                <a:lnTo>
                  <a:pt x="415925" y="714375"/>
                </a:lnTo>
                <a:lnTo>
                  <a:pt x="374650" y="701675"/>
                </a:lnTo>
                <a:lnTo>
                  <a:pt x="387350" y="641350"/>
                </a:lnTo>
                <a:lnTo>
                  <a:pt x="85725" y="473075"/>
                </a:lnTo>
                <a:lnTo>
                  <a:pt x="53975" y="504825"/>
                </a:lnTo>
                <a:lnTo>
                  <a:pt x="22225" y="495300"/>
                </a:lnTo>
                <a:lnTo>
                  <a:pt x="22225" y="441325"/>
                </a:lnTo>
                <a:lnTo>
                  <a:pt x="0" y="434975"/>
                </a:lnTo>
                <a:cubicBezTo>
                  <a:pt x="1058" y="352425"/>
                  <a:pt x="2117" y="269875"/>
                  <a:pt x="3175" y="187325"/>
                </a:cubicBezTo>
                <a:lnTo>
                  <a:pt x="85725" y="225425"/>
                </a:lnTo>
                <a:close/>
              </a:path>
            </a:pathLst>
          </a:custGeom>
        </p:spPr>
      </p:pic>
      <p:pic>
        <p:nvPicPr>
          <p:cNvPr id="16" name="図 15">
            <a:extLst>
              <a:ext uri="{FF2B5EF4-FFF2-40B4-BE49-F238E27FC236}">
                <a16:creationId xmlns:a16="http://schemas.microsoft.com/office/drawing/2014/main" id="{116DC5F7-765F-3CED-BC79-A18BB853CA8C}"/>
              </a:ext>
            </a:extLst>
          </p:cNvPr>
          <p:cNvPicPr>
            <a:picLocks noChangeAspect="1"/>
          </p:cNvPicPr>
          <p:nvPr/>
        </p:nvPicPr>
        <p:blipFill>
          <a:blip r:embed="rId4"/>
          <a:srcRect l="30291" t="27083" r="60904" b="61852"/>
          <a:stretch>
            <a:fillRect/>
          </a:stretch>
        </p:blipFill>
        <p:spPr>
          <a:xfrm>
            <a:off x="3474297" y="2355315"/>
            <a:ext cx="892175" cy="758825"/>
          </a:xfrm>
          <a:custGeom>
            <a:avLst/>
            <a:gdLst>
              <a:gd name="csX0" fmla="*/ 488950 w 892175"/>
              <a:gd name="csY0" fmla="*/ 0 h 758825"/>
              <a:gd name="csX1" fmla="*/ 892175 w 892175"/>
              <a:gd name="csY1" fmla="*/ 228600 h 758825"/>
              <a:gd name="csX2" fmla="*/ 885825 w 892175"/>
              <a:gd name="csY2" fmla="*/ 492125 h 758825"/>
              <a:gd name="csX3" fmla="*/ 546100 w 892175"/>
              <a:gd name="csY3" fmla="*/ 669925 h 758825"/>
              <a:gd name="csX4" fmla="*/ 552450 w 892175"/>
              <a:gd name="csY4" fmla="*/ 758825 h 758825"/>
              <a:gd name="csX5" fmla="*/ 454025 w 892175"/>
              <a:gd name="csY5" fmla="*/ 698500 h 758825"/>
              <a:gd name="csX6" fmla="*/ 415925 w 892175"/>
              <a:gd name="csY6" fmla="*/ 714375 h 758825"/>
              <a:gd name="csX7" fmla="*/ 374650 w 892175"/>
              <a:gd name="csY7" fmla="*/ 701675 h 758825"/>
              <a:gd name="csX8" fmla="*/ 387350 w 892175"/>
              <a:gd name="csY8" fmla="*/ 641350 h 758825"/>
              <a:gd name="csX9" fmla="*/ 85725 w 892175"/>
              <a:gd name="csY9" fmla="*/ 473075 h 758825"/>
              <a:gd name="csX10" fmla="*/ 53975 w 892175"/>
              <a:gd name="csY10" fmla="*/ 504825 h 758825"/>
              <a:gd name="csX11" fmla="*/ 22225 w 892175"/>
              <a:gd name="csY11" fmla="*/ 495300 h 758825"/>
              <a:gd name="csX12" fmla="*/ 22225 w 892175"/>
              <a:gd name="csY12" fmla="*/ 441325 h 758825"/>
              <a:gd name="csX13" fmla="*/ 0 w 892175"/>
              <a:gd name="csY13" fmla="*/ 434975 h 758825"/>
              <a:gd name="csX14" fmla="*/ 3175 w 892175"/>
              <a:gd name="csY14" fmla="*/ 187325 h 758825"/>
              <a:gd name="csX15" fmla="*/ 85725 w 892175"/>
              <a:gd name="csY15" fmla="*/ 225425 h 75882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Lst>
            <a:rect l="l" t="t" r="r" b="b"/>
            <a:pathLst>
              <a:path w="892175" h="758825">
                <a:moveTo>
                  <a:pt x="488950" y="0"/>
                </a:moveTo>
                <a:lnTo>
                  <a:pt x="892175" y="228600"/>
                </a:lnTo>
                <a:lnTo>
                  <a:pt x="885825" y="492125"/>
                </a:lnTo>
                <a:lnTo>
                  <a:pt x="546100" y="669925"/>
                </a:lnTo>
                <a:lnTo>
                  <a:pt x="552450" y="758825"/>
                </a:lnTo>
                <a:lnTo>
                  <a:pt x="454025" y="698500"/>
                </a:lnTo>
                <a:lnTo>
                  <a:pt x="415925" y="714375"/>
                </a:lnTo>
                <a:lnTo>
                  <a:pt x="374650" y="701675"/>
                </a:lnTo>
                <a:lnTo>
                  <a:pt x="387350" y="641350"/>
                </a:lnTo>
                <a:lnTo>
                  <a:pt x="85725" y="473075"/>
                </a:lnTo>
                <a:lnTo>
                  <a:pt x="53975" y="504825"/>
                </a:lnTo>
                <a:lnTo>
                  <a:pt x="22225" y="495300"/>
                </a:lnTo>
                <a:lnTo>
                  <a:pt x="22225" y="441325"/>
                </a:lnTo>
                <a:lnTo>
                  <a:pt x="0" y="434975"/>
                </a:lnTo>
                <a:cubicBezTo>
                  <a:pt x="1058" y="352425"/>
                  <a:pt x="2117" y="269875"/>
                  <a:pt x="3175" y="187325"/>
                </a:cubicBezTo>
                <a:lnTo>
                  <a:pt x="85725" y="225425"/>
                </a:lnTo>
                <a:close/>
              </a:path>
            </a:pathLst>
          </a:custGeom>
        </p:spPr>
      </p:pic>
      <p:pic>
        <p:nvPicPr>
          <p:cNvPr id="23" name="図 22">
            <a:extLst>
              <a:ext uri="{FF2B5EF4-FFF2-40B4-BE49-F238E27FC236}">
                <a16:creationId xmlns:a16="http://schemas.microsoft.com/office/drawing/2014/main" id="{9F79E8DA-E3DE-DF6F-2756-87696B2F667C}"/>
              </a:ext>
            </a:extLst>
          </p:cNvPr>
          <p:cNvPicPr>
            <a:picLocks noChangeAspect="1"/>
          </p:cNvPicPr>
          <p:nvPr/>
        </p:nvPicPr>
        <p:blipFill>
          <a:blip r:embed="rId3"/>
          <a:srcRect l="83063" t="49259" r="8847" b="40602"/>
          <a:stretch>
            <a:fillRect/>
          </a:stretch>
        </p:blipFill>
        <p:spPr>
          <a:xfrm>
            <a:off x="8384777" y="3957830"/>
            <a:ext cx="819150" cy="695325"/>
          </a:xfrm>
          <a:custGeom>
            <a:avLst/>
            <a:gdLst>
              <a:gd name="csX0" fmla="*/ 441325 w 819150"/>
              <a:gd name="csY0" fmla="*/ 0 h 695325"/>
              <a:gd name="csX1" fmla="*/ 819150 w 819150"/>
              <a:gd name="csY1" fmla="*/ 215900 h 695325"/>
              <a:gd name="csX2" fmla="*/ 815975 w 819150"/>
              <a:gd name="csY2" fmla="*/ 444500 h 695325"/>
              <a:gd name="csX3" fmla="*/ 758825 w 819150"/>
              <a:gd name="csY3" fmla="*/ 469900 h 695325"/>
              <a:gd name="csX4" fmla="*/ 768350 w 819150"/>
              <a:gd name="csY4" fmla="*/ 498475 h 695325"/>
              <a:gd name="csX5" fmla="*/ 774700 w 819150"/>
              <a:gd name="csY5" fmla="*/ 561975 h 695325"/>
              <a:gd name="csX6" fmla="*/ 755650 w 819150"/>
              <a:gd name="csY6" fmla="*/ 600075 h 695325"/>
              <a:gd name="csX7" fmla="*/ 720725 w 819150"/>
              <a:gd name="csY7" fmla="*/ 638175 h 695325"/>
              <a:gd name="csX8" fmla="*/ 644525 w 819150"/>
              <a:gd name="csY8" fmla="*/ 638175 h 695325"/>
              <a:gd name="csX9" fmla="*/ 606425 w 819150"/>
              <a:gd name="csY9" fmla="*/ 631825 h 695325"/>
              <a:gd name="csX10" fmla="*/ 558800 w 819150"/>
              <a:gd name="csY10" fmla="*/ 590550 h 695325"/>
              <a:gd name="csX11" fmla="*/ 511175 w 819150"/>
              <a:gd name="csY11" fmla="*/ 615950 h 695325"/>
              <a:gd name="csX12" fmla="*/ 498475 w 819150"/>
              <a:gd name="csY12" fmla="*/ 695325 h 695325"/>
              <a:gd name="csX13" fmla="*/ 415925 w 819150"/>
              <a:gd name="csY13" fmla="*/ 644525 h 695325"/>
              <a:gd name="csX14" fmla="*/ 368300 w 819150"/>
              <a:gd name="csY14" fmla="*/ 663575 h 695325"/>
              <a:gd name="csX15" fmla="*/ 355600 w 819150"/>
              <a:gd name="csY15" fmla="*/ 650875 h 695325"/>
              <a:gd name="csX16" fmla="*/ 339725 w 819150"/>
              <a:gd name="csY16" fmla="*/ 612775 h 695325"/>
              <a:gd name="csX17" fmla="*/ 85725 w 819150"/>
              <a:gd name="csY17" fmla="*/ 457200 h 695325"/>
              <a:gd name="csX18" fmla="*/ 34925 w 819150"/>
              <a:gd name="csY18" fmla="*/ 473075 h 695325"/>
              <a:gd name="csX19" fmla="*/ 9525 w 819150"/>
              <a:gd name="csY19" fmla="*/ 460375 h 695325"/>
              <a:gd name="csX20" fmla="*/ 25400 w 819150"/>
              <a:gd name="csY20" fmla="*/ 409575 h 695325"/>
              <a:gd name="csX21" fmla="*/ 0 w 819150"/>
              <a:gd name="csY21" fmla="*/ 403225 h 695325"/>
              <a:gd name="csX22" fmla="*/ 0 w 819150"/>
              <a:gd name="csY22" fmla="*/ 174625 h 695325"/>
              <a:gd name="csX23" fmla="*/ 63500 w 819150"/>
              <a:gd name="csY23" fmla="*/ 219075 h 69532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Lst>
            <a:rect l="l" t="t" r="r" b="b"/>
            <a:pathLst>
              <a:path w="819150" h="695325">
                <a:moveTo>
                  <a:pt x="441325" y="0"/>
                </a:moveTo>
                <a:lnTo>
                  <a:pt x="819150" y="215900"/>
                </a:lnTo>
                <a:cubicBezTo>
                  <a:pt x="818092" y="292100"/>
                  <a:pt x="817033" y="368300"/>
                  <a:pt x="815975" y="444500"/>
                </a:cubicBezTo>
                <a:lnTo>
                  <a:pt x="758825" y="469900"/>
                </a:lnTo>
                <a:lnTo>
                  <a:pt x="768350" y="498475"/>
                </a:lnTo>
                <a:lnTo>
                  <a:pt x="774700" y="561975"/>
                </a:lnTo>
                <a:lnTo>
                  <a:pt x="755650" y="600075"/>
                </a:lnTo>
                <a:lnTo>
                  <a:pt x="720725" y="638175"/>
                </a:lnTo>
                <a:lnTo>
                  <a:pt x="644525" y="638175"/>
                </a:lnTo>
                <a:lnTo>
                  <a:pt x="606425" y="631825"/>
                </a:lnTo>
                <a:lnTo>
                  <a:pt x="558800" y="590550"/>
                </a:lnTo>
                <a:lnTo>
                  <a:pt x="511175" y="615950"/>
                </a:lnTo>
                <a:lnTo>
                  <a:pt x="498475" y="695325"/>
                </a:lnTo>
                <a:lnTo>
                  <a:pt x="415925" y="644525"/>
                </a:lnTo>
                <a:lnTo>
                  <a:pt x="368300" y="663575"/>
                </a:lnTo>
                <a:lnTo>
                  <a:pt x="355600" y="650875"/>
                </a:lnTo>
                <a:lnTo>
                  <a:pt x="339725" y="612775"/>
                </a:lnTo>
                <a:lnTo>
                  <a:pt x="85725" y="457200"/>
                </a:lnTo>
                <a:lnTo>
                  <a:pt x="34925" y="473075"/>
                </a:lnTo>
                <a:lnTo>
                  <a:pt x="9525" y="460375"/>
                </a:lnTo>
                <a:lnTo>
                  <a:pt x="25400" y="409575"/>
                </a:lnTo>
                <a:lnTo>
                  <a:pt x="0" y="403225"/>
                </a:lnTo>
                <a:lnTo>
                  <a:pt x="0" y="174625"/>
                </a:lnTo>
                <a:lnTo>
                  <a:pt x="63500" y="219075"/>
                </a:lnTo>
                <a:close/>
              </a:path>
            </a:pathLst>
          </a:custGeom>
        </p:spPr>
      </p:pic>
      <p:sp>
        <p:nvSpPr>
          <p:cNvPr id="26" name="円柱 25">
            <a:extLst>
              <a:ext uri="{FF2B5EF4-FFF2-40B4-BE49-F238E27FC236}">
                <a16:creationId xmlns:a16="http://schemas.microsoft.com/office/drawing/2014/main" id="{B680135F-A2D8-AA7A-EDEE-1411B94609FD}"/>
              </a:ext>
            </a:extLst>
          </p:cNvPr>
          <p:cNvSpPr/>
          <p:nvPr/>
        </p:nvSpPr>
        <p:spPr>
          <a:xfrm>
            <a:off x="2973524" y="807856"/>
            <a:ext cx="136024" cy="5125516"/>
          </a:xfrm>
          <a:prstGeom prst="can">
            <a:avLst/>
          </a:prstGeom>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21594000" scaled="0"/>
            <a:tileRect/>
          </a:gradFill>
          <a:ln w="31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8" name="円柱 27">
            <a:extLst>
              <a:ext uri="{FF2B5EF4-FFF2-40B4-BE49-F238E27FC236}">
                <a16:creationId xmlns:a16="http://schemas.microsoft.com/office/drawing/2014/main" id="{2CDE34A4-884B-23F7-07AE-8F56F2EE888C}"/>
              </a:ext>
            </a:extLst>
          </p:cNvPr>
          <p:cNvSpPr/>
          <p:nvPr/>
        </p:nvSpPr>
        <p:spPr>
          <a:xfrm>
            <a:off x="7419234" y="807551"/>
            <a:ext cx="136024" cy="5125516"/>
          </a:xfrm>
          <a:prstGeom prst="can">
            <a:avLst/>
          </a:prstGeom>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21594000" scaled="0"/>
            <a:tileRect/>
          </a:gradFill>
          <a:ln w="31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0" name="テキスト ボックス 29">
            <a:extLst>
              <a:ext uri="{FF2B5EF4-FFF2-40B4-BE49-F238E27FC236}">
                <a16:creationId xmlns:a16="http://schemas.microsoft.com/office/drawing/2014/main" id="{47EACE1C-6692-DF48-5BA0-1D60120E38CD}"/>
              </a:ext>
            </a:extLst>
          </p:cNvPr>
          <p:cNvSpPr txBox="1"/>
          <p:nvPr/>
        </p:nvSpPr>
        <p:spPr>
          <a:xfrm>
            <a:off x="5561834" y="2580751"/>
            <a:ext cx="1747594" cy="276999"/>
          </a:xfrm>
          <a:prstGeom prst="rect">
            <a:avLst/>
          </a:prstGeom>
          <a:noFill/>
        </p:spPr>
        <p:txBody>
          <a:bodyPr wrap="none" rtlCol="0">
            <a:spAutoFit/>
          </a:bodyPr>
          <a:lstStyle/>
          <a:p>
            <a:r>
              <a:rPr kumimoji="1" lang="en-US" altLang="ja-JP" sz="1200" dirty="0"/>
              <a:t>PI DA Server</a:t>
            </a:r>
            <a:r>
              <a:rPr lang="ja-JP" altLang="en-US" sz="1200" dirty="0"/>
              <a:t>（新規）</a:t>
            </a:r>
            <a:endParaRPr kumimoji="1" lang="ja-JP" altLang="en-US" sz="1200" dirty="0"/>
          </a:p>
        </p:txBody>
      </p:sp>
      <p:sp>
        <p:nvSpPr>
          <p:cNvPr id="33" name="テキスト ボックス 32">
            <a:extLst>
              <a:ext uri="{FF2B5EF4-FFF2-40B4-BE49-F238E27FC236}">
                <a16:creationId xmlns:a16="http://schemas.microsoft.com/office/drawing/2014/main" id="{780A995C-C04D-3124-A19A-81F15A99BB81}"/>
              </a:ext>
            </a:extLst>
          </p:cNvPr>
          <p:cNvSpPr txBox="1"/>
          <p:nvPr/>
        </p:nvSpPr>
        <p:spPr>
          <a:xfrm>
            <a:off x="8332742" y="4609626"/>
            <a:ext cx="808235" cy="276999"/>
          </a:xfrm>
          <a:prstGeom prst="rect">
            <a:avLst/>
          </a:prstGeom>
          <a:noFill/>
        </p:spPr>
        <p:txBody>
          <a:bodyPr wrap="none" rtlCol="0">
            <a:spAutoFit/>
          </a:bodyPr>
          <a:lstStyle/>
          <a:p>
            <a:r>
              <a:rPr kumimoji="1" lang="en-US" altLang="ja-JP" sz="1200" dirty="0"/>
              <a:t>PI Vision</a:t>
            </a:r>
            <a:endParaRPr kumimoji="1" lang="ja-JP" altLang="en-US" sz="1200" dirty="0"/>
          </a:p>
        </p:txBody>
      </p:sp>
      <p:sp>
        <p:nvSpPr>
          <p:cNvPr id="35" name="テキスト ボックス 34">
            <a:extLst>
              <a:ext uri="{FF2B5EF4-FFF2-40B4-BE49-F238E27FC236}">
                <a16:creationId xmlns:a16="http://schemas.microsoft.com/office/drawing/2014/main" id="{E82DF3E4-A5F0-0ED4-6577-7EE035FD06B7}"/>
              </a:ext>
            </a:extLst>
          </p:cNvPr>
          <p:cNvSpPr txBox="1"/>
          <p:nvPr/>
        </p:nvSpPr>
        <p:spPr>
          <a:xfrm>
            <a:off x="8332742" y="4819683"/>
            <a:ext cx="1627369" cy="276999"/>
          </a:xfrm>
          <a:prstGeom prst="rect">
            <a:avLst/>
          </a:prstGeom>
          <a:noFill/>
        </p:spPr>
        <p:txBody>
          <a:bodyPr wrap="none" rtlCol="0">
            <a:spAutoFit/>
          </a:bodyPr>
          <a:lstStyle/>
          <a:p>
            <a:r>
              <a:rPr kumimoji="1" lang="en-US" altLang="ja-JP" sz="1200" dirty="0"/>
              <a:t>PI Datalink</a:t>
            </a:r>
            <a:r>
              <a:rPr lang="ja-JP" altLang="en-US" sz="1200" dirty="0"/>
              <a:t> （新規）</a:t>
            </a:r>
            <a:endParaRPr kumimoji="1" lang="ja-JP" altLang="en-US" sz="1200" dirty="0"/>
          </a:p>
        </p:txBody>
      </p:sp>
      <p:sp>
        <p:nvSpPr>
          <p:cNvPr id="37" name="テキスト ボックス 36">
            <a:extLst>
              <a:ext uri="{FF2B5EF4-FFF2-40B4-BE49-F238E27FC236}">
                <a16:creationId xmlns:a16="http://schemas.microsoft.com/office/drawing/2014/main" id="{0D951133-BA18-15E2-FAFF-3C842DCA3231}"/>
              </a:ext>
            </a:extLst>
          </p:cNvPr>
          <p:cNvSpPr txBox="1"/>
          <p:nvPr/>
        </p:nvSpPr>
        <p:spPr>
          <a:xfrm>
            <a:off x="3169419" y="3087218"/>
            <a:ext cx="1603113" cy="461665"/>
          </a:xfrm>
          <a:prstGeom prst="rect">
            <a:avLst/>
          </a:prstGeom>
          <a:noFill/>
        </p:spPr>
        <p:txBody>
          <a:bodyPr wrap="square" rtlCol="0">
            <a:spAutoFit/>
          </a:bodyPr>
          <a:lstStyle/>
          <a:p>
            <a:pPr algn="ctr"/>
            <a:r>
              <a:rPr kumimoji="1" lang="en-US" altLang="ja-JP" sz="1200" dirty="0"/>
              <a:t>PI Interfaces </a:t>
            </a:r>
            <a:r>
              <a:rPr lang="en-US" altLang="ja-JP" sz="1200" dirty="0"/>
              <a:t>&amp; ICU</a:t>
            </a:r>
          </a:p>
          <a:p>
            <a:pPr algn="ctr"/>
            <a:r>
              <a:rPr lang="ja-JP" altLang="en-US" sz="1200" dirty="0"/>
              <a:t>（新規）</a:t>
            </a:r>
            <a:endParaRPr lang="en-US" altLang="ja-JP" sz="1200" dirty="0"/>
          </a:p>
        </p:txBody>
      </p:sp>
      <p:sp>
        <p:nvSpPr>
          <p:cNvPr id="38" name="テキスト ボックス 37">
            <a:extLst>
              <a:ext uri="{FF2B5EF4-FFF2-40B4-BE49-F238E27FC236}">
                <a16:creationId xmlns:a16="http://schemas.microsoft.com/office/drawing/2014/main" id="{FCA92D7B-55C4-17D0-8ECB-01C1B631BBD2}"/>
              </a:ext>
            </a:extLst>
          </p:cNvPr>
          <p:cNvSpPr txBox="1"/>
          <p:nvPr/>
        </p:nvSpPr>
        <p:spPr>
          <a:xfrm>
            <a:off x="5613882" y="4861869"/>
            <a:ext cx="1802096" cy="276999"/>
          </a:xfrm>
          <a:prstGeom prst="rect">
            <a:avLst/>
          </a:prstGeom>
          <a:noFill/>
        </p:spPr>
        <p:txBody>
          <a:bodyPr wrap="none" rtlCol="0">
            <a:spAutoFit/>
          </a:bodyPr>
          <a:lstStyle/>
          <a:p>
            <a:r>
              <a:rPr kumimoji="1" lang="en-US" altLang="ja-JP" sz="1200" dirty="0"/>
              <a:t>AD</a:t>
            </a:r>
            <a:r>
              <a:rPr lang="ja-JP" altLang="en-US" sz="1200" dirty="0"/>
              <a:t> </a:t>
            </a:r>
            <a:r>
              <a:rPr lang="en-US" altLang="ja-JP" sz="1200" dirty="0"/>
              <a:t>Controller</a:t>
            </a:r>
            <a:r>
              <a:rPr lang="ja-JP" altLang="en-US" sz="1200" dirty="0"/>
              <a:t> （新規）</a:t>
            </a:r>
            <a:endParaRPr kumimoji="1" lang="en-US" altLang="ja-JP" sz="1200" dirty="0"/>
          </a:p>
        </p:txBody>
      </p:sp>
      <p:sp>
        <p:nvSpPr>
          <p:cNvPr id="39" name="テキスト ボックス 38">
            <a:extLst>
              <a:ext uri="{FF2B5EF4-FFF2-40B4-BE49-F238E27FC236}">
                <a16:creationId xmlns:a16="http://schemas.microsoft.com/office/drawing/2014/main" id="{F48B08F1-8878-6BE6-599C-670185B950C0}"/>
              </a:ext>
            </a:extLst>
          </p:cNvPr>
          <p:cNvSpPr txBox="1"/>
          <p:nvPr/>
        </p:nvSpPr>
        <p:spPr>
          <a:xfrm>
            <a:off x="102723" y="976182"/>
            <a:ext cx="1433406" cy="438582"/>
          </a:xfrm>
          <a:prstGeom prst="rect">
            <a:avLst/>
          </a:prstGeom>
          <a:noFill/>
        </p:spPr>
        <p:txBody>
          <a:bodyPr wrap="square" rtlCol="0">
            <a:spAutoFit/>
          </a:bodyPr>
          <a:lstStyle/>
          <a:p>
            <a:r>
              <a:rPr kumimoji="1" lang="en-US" altLang="ja-JP" sz="1200" dirty="0"/>
              <a:t>Network Devices </a:t>
            </a:r>
            <a:endParaRPr lang="en-US" altLang="ja-JP" sz="1200" dirty="0"/>
          </a:p>
          <a:p>
            <a:r>
              <a:rPr kumimoji="1" lang="en-US" altLang="ja-JP" sz="1050" dirty="0"/>
              <a:t>Monitor</a:t>
            </a:r>
            <a:r>
              <a:rPr kumimoji="1" lang="ja-JP" altLang="en-US" sz="1050" dirty="0"/>
              <a:t>（既存）</a:t>
            </a:r>
            <a:endParaRPr kumimoji="1" lang="en-US" altLang="ja-JP" sz="1050" dirty="0"/>
          </a:p>
        </p:txBody>
      </p:sp>
      <p:sp>
        <p:nvSpPr>
          <p:cNvPr id="40" name="テキスト ボックス 39">
            <a:extLst>
              <a:ext uri="{FF2B5EF4-FFF2-40B4-BE49-F238E27FC236}">
                <a16:creationId xmlns:a16="http://schemas.microsoft.com/office/drawing/2014/main" id="{3755C19C-C115-CDB1-B92F-83D83EDEE2AB}"/>
              </a:ext>
            </a:extLst>
          </p:cNvPr>
          <p:cNvSpPr txBox="1"/>
          <p:nvPr/>
        </p:nvSpPr>
        <p:spPr>
          <a:xfrm>
            <a:off x="102723" y="1719764"/>
            <a:ext cx="1391728" cy="600164"/>
          </a:xfrm>
          <a:prstGeom prst="rect">
            <a:avLst/>
          </a:prstGeom>
          <a:noFill/>
        </p:spPr>
        <p:txBody>
          <a:bodyPr wrap="square" rtlCol="0">
            <a:spAutoFit/>
          </a:bodyPr>
          <a:lstStyle/>
          <a:p>
            <a:r>
              <a:rPr kumimoji="1" lang="en-US" altLang="ja-JP" sz="1200" dirty="0"/>
              <a:t>Process Controls</a:t>
            </a:r>
          </a:p>
          <a:p>
            <a:r>
              <a:rPr lang="en-US" altLang="ja-JP" sz="1050" dirty="0"/>
              <a:t>DCS/SCADA/PLC</a:t>
            </a:r>
            <a:r>
              <a:rPr lang="ja-JP" altLang="en-US" sz="1050" dirty="0"/>
              <a:t> （既存）</a:t>
            </a:r>
            <a:endParaRPr kumimoji="1" lang="en-US" altLang="ja-JP" sz="1050" dirty="0"/>
          </a:p>
        </p:txBody>
      </p:sp>
      <p:sp>
        <p:nvSpPr>
          <p:cNvPr id="41" name="テキスト ボックス 40">
            <a:extLst>
              <a:ext uri="{FF2B5EF4-FFF2-40B4-BE49-F238E27FC236}">
                <a16:creationId xmlns:a16="http://schemas.microsoft.com/office/drawing/2014/main" id="{53CF9975-C51A-B301-F974-54F53497F24E}"/>
              </a:ext>
            </a:extLst>
          </p:cNvPr>
          <p:cNvSpPr txBox="1"/>
          <p:nvPr/>
        </p:nvSpPr>
        <p:spPr>
          <a:xfrm>
            <a:off x="196432" y="2589748"/>
            <a:ext cx="1510484" cy="461665"/>
          </a:xfrm>
          <a:prstGeom prst="rect">
            <a:avLst/>
          </a:prstGeom>
          <a:noFill/>
        </p:spPr>
        <p:txBody>
          <a:bodyPr wrap="square" rtlCol="0">
            <a:spAutoFit/>
          </a:bodyPr>
          <a:lstStyle/>
          <a:p>
            <a:pPr algn="ctr"/>
            <a:r>
              <a:rPr kumimoji="1" lang="en-US" altLang="ja-JP" sz="1200" dirty="0"/>
              <a:t>EDS</a:t>
            </a:r>
          </a:p>
          <a:p>
            <a:pPr algn="ctr"/>
            <a:r>
              <a:rPr lang="en-US" altLang="ja-JP" sz="1200" dirty="0"/>
              <a:t>(</a:t>
            </a:r>
            <a:r>
              <a:rPr lang="ja-JP" altLang="en-US" sz="1200" dirty="0"/>
              <a:t>新規ー</a:t>
            </a:r>
            <a:r>
              <a:rPr lang="en-US" altLang="ja-JP" sz="1200" dirty="0"/>
              <a:t>CSV</a:t>
            </a:r>
            <a:r>
              <a:rPr lang="ja-JP" altLang="en-US" sz="1200" dirty="0"/>
              <a:t>抽出）</a:t>
            </a:r>
            <a:endParaRPr kumimoji="1" lang="en-US" altLang="ja-JP" sz="1050" dirty="0"/>
          </a:p>
        </p:txBody>
      </p:sp>
      <p:sp>
        <p:nvSpPr>
          <p:cNvPr id="42" name="テキスト ボックス 41">
            <a:extLst>
              <a:ext uri="{FF2B5EF4-FFF2-40B4-BE49-F238E27FC236}">
                <a16:creationId xmlns:a16="http://schemas.microsoft.com/office/drawing/2014/main" id="{3B56C220-7D01-83BB-374F-2D1F4F00A88F}"/>
              </a:ext>
            </a:extLst>
          </p:cNvPr>
          <p:cNvSpPr txBox="1"/>
          <p:nvPr/>
        </p:nvSpPr>
        <p:spPr>
          <a:xfrm>
            <a:off x="276816" y="4887931"/>
            <a:ext cx="1674165" cy="253916"/>
          </a:xfrm>
          <a:prstGeom prst="rect">
            <a:avLst/>
          </a:prstGeom>
          <a:noFill/>
        </p:spPr>
        <p:txBody>
          <a:bodyPr wrap="square" rtlCol="0">
            <a:spAutoFit/>
          </a:bodyPr>
          <a:lstStyle/>
          <a:p>
            <a:r>
              <a:rPr lang="ja-JP" altLang="en-US" sz="1050" dirty="0"/>
              <a:t>高可用連携基盤（既存）</a:t>
            </a:r>
            <a:endParaRPr kumimoji="1" lang="en-US" altLang="ja-JP" sz="1050" dirty="0"/>
          </a:p>
        </p:txBody>
      </p:sp>
      <p:cxnSp>
        <p:nvCxnSpPr>
          <p:cNvPr id="57" name="コネクタ: カギ線 56">
            <a:extLst>
              <a:ext uri="{FF2B5EF4-FFF2-40B4-BE49-F238E27FC236}">
                <a16:creationId xmlns:a16="http://schemas.microsoft.com/office/drawing/2014/main" id="{B6EFE47F-F57B-95BA-41FC-ECC5C906AD13}"/>
              </a:ext>
            </a:extLst>
          </p:cNvPr>
          <p:cNvCxnSpPr>
            <a:cxnSpLocks/>
            <a:stCxn id="10" idx="1"/>
            <a:endCxn id="13" idx="0"/>
          </p:cNvCxnSpPr>
          <p:nvPr/>
        </p:nvCxnSpPr>
        <p:spPr>
          <a:xfrm flipH="1">
            <a:off x="1956724" y="1231693"/>
            <a:ext cx="330963" cy="1198109"/>
          </a:xfrm>
          <a:prstGeom prst="bentConnector3">
            <a:avLst>
              <a:gd name="adj1" fmla="val -69937"/>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8" name="コネクタ: カギ線 57">
            <a:extLst>
              <a:ext uri="{FF2B5EF4-FFF2-40B4-BE49-F238E27FC236}">
                <a16:creationId xmlns:a16="http://schemas.microsoft.com/office/drawing/2014/main" id="{0D4169FF-795A-2ADE-1551-926E7DC4B083}"/>
              </a:ext>
            </a:extLst>
          </p:cNvPr>
          <p:cNvCxnSpPr>
            <a:cxnSpLocks/>
            <a:stCxn id="12" idx="1"/>
            <a:endCxn id="13" idx="0"/>
          </p:cNvCxnSpPr>
          <p:nvPr/>
        </p:nvCxnSpPr>
        <p:spPr>
          <a:xfrm flipH="1">
            <a:off x="1956724" y="2014350"/>
            <a:ext cx="333840" cy="415452"/>
          </a:xfrm>
          <a:prstGeom prst="bentConnector3">
            <a:avLst>
              <a:gd name="adj1" fmla="val -68476"/>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2" name="コネクタ: カギ線 61">
            <a:extLst>
              <a:ext uri="{FF2B5EF4-FFF2-40B4-BE49-F238E27FC236}">
                <a16:creationId xmlns:a16="http://schemas.microsoft.com/office/drawing/2014/main" id="{0BA4F1C8-CB9E-7048-8E65-1995E26282CC}"/>
              </a:ext>
            </a:extLst>
          </p:cNvPr>
          <p:cNvCxnSpPr>
            <a:cxnSpLocks/>
            <a:stCxn id="13" idx="11"/>
            <a:endCxn id="14" idx="0"/>
          </p:cNvCxnSpPr>
          <p:nvPr/>
        </p:nvCxnSpPr>
        <p:spPr>
          <a:xfrm flipH="1">
            <a:off x="1226383" y="3051413"/>
            <a:ext cx="787897" cy="1235805"/>
          </a:xfrm>
          <a:prstGeom prst="bentConnector3">
            <a:avLst>
              <a:gd name="adj1" fmla="val 101543"/>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9" name="直線コネクタ 88">
            <a:extLst>
              <a:ext uri="{FF2B5EF4-FFF2-40B4-BE49-F238E27FC236}">
                <a16:creationId xmlns:a16="http://schemas.microsoft.com/office/drawing/2014/main" id="{EDF63C08-CE6C-652E-C3D7-1B25FB68FE0A}"/>
              </a:ext>
            </a:extLst>
          </p:cNvPr>
          <p:cNvCxnSpPr>
            <a:cxnSpLocks/>
          </p:cNvCxnSpPr>
          <p:nvPr/>
        </p:nvCxnSpPr>
        <p:spPr>
          <a:xfrm>
            <a:off x="3121930" y="5273510"/>
            <a:ext cx="2057328" cy="0"/>
          </a:xfrm>
          <a:prstGeom prst="line">
            <a:avLst/>
          </a:prstGeom>
          <a:ln w="28575">
            <a:solidFill>
              <a:srgbClr val="07AAE4"/>
            </a:solidFill>
          </a:ln>
        </p:spPr>
        <p:style>
          <a:lnRef idx="1">
            <a:schemeClr val="accent1"/>
          </a:lnRef>
          <a:fillRef idx="0">
            <a:schemeClr val="accent1"/>
          </a:fillRef>
          <a:effectRef idx="0">
            <a:schemeClr val="accent1"/>
          </a:effectRef>
          <a:fontRef idx="minor">
            <a:schemeClr val="tx1"/>
          </a:fontRef>
        </p:style>
      </p:cxnSp>
      <p:pic>
        <p:nvPicPr>
          <p:cNvPr id="20" name="図 19">
            <a:extLst>
              <a:ext uri="{FF2B5EF4-FFF2-40B4-BE49-F238E27FC236}">
                <a16:creationId xmlns:a16="http://schemas.microsoft.com/office/drawing/2014/main" id="{23DF6587-0D5A-57B5-36CD-B63929B9676E}"/>
              </a:ext>
            </a:extLst>
          </p:cNvPr>
          <p:cNvPicPr>
            <a:picLocks noChangeAspect="1"/>
          </p:cNvPicPr>
          <p:nvPr/>
        </p:nvPicPr>
        <p:blipFill>
          <a:blip r:embed="rId4"/>
          <a:srcRect l="41603" t="22593" r="53791" b="66528"/>
          <a:stretch>
            <a:fillRect/>
          </a:stretch>
        </p:blipFill>
        <p:spPr>
          <a:xfrm>
            <a:off x="4615098" y="5007483"/>
            <a:ext cx="388838" cy="621612"/>
          </a:xfrm>
          <a:custGeom>
            <a:avLst/>
            <a:gdLst>
              <a:gd name="csX0" fmla="*/ 107950 w 466725"/>
              <a:gd name="csY0" fmla="*/ 0 h 746125"/>
              <a:gd name="csX1" fmla="*/ 460375 w 466725"/>
              <a:gd name="csY1" fmla="*/ 193675 h 746125"/>
              <a:gd name="csX2" fmla="*/ 466725 w 466725"/>
              <a:gd name="csY2" fmla="*/ 654050 h 746125"/>
              <a:gd name="csX3" fmla="*/ 336550 w 466725"/>
              <a:gd name="csY3" fmla="*/ 746125 h 746125"/>
              <a:gd name="csX4" fmla="*/ 3175 w 466725"/>
              <a:gd name="csY4" fmla="*/ 546100 h 746125"/>
              <a:gd name="csX5" fmla="*/ 0 w 466725"/>
              <a:gd name="csY5" fmla="*/ 69850 h 746125"/>
            </a:gdLst>
            <a:ahLst/>
            <a:cxnLst>
              <a:cxn ang="0">
                <a:pos x="csX0" y="csY0"/>
              </a:cxn>
              <a:cxn ang="0">
                <a:pos x="csX1" y="csY1"/>
              </a:cxn>
              <a:cxn ang="0">
                <a:pos x="csX2" y="csY2"/>
              </a:cxn>
              <a:cxn ang="0">
                <a:pos x="csX3" y="csY3"/>
              </a:cxn>
              <a:cxn ang="0">
                <a:pos x="csX4" y="csY4"/>
              </a:cxn>
              <a:cxn ang="0">
                <a:pos x="csX5" y="csY5"/>
              </a:cxn>
            </a:cxnLst>
            <a:rect l="l" t="t" r="r" b="b"/>
            <a:pathLst>
              <a:path w="466725" h="746125">
                <a:moveTo>
                  <a:pt x="107950" y="0"/>
                </a:moveTo>
                <a:lnTo>
                  <a:pt x="460375" y="193675"/>
                </a:lnTo>
                <a:cubicBezTo>
                  <a:pt x="462492" y="347133"/>
                  <a:pt x="464608" y="500592"/>
                  <a:pt x="466725" y="654050"/>
                </a:cubicBezTo>
                <a:lnTo>
                  <a:pt x="336550" y="746125"/>
                </a:lnTo>
                <a:lnTo>
                  <a:pt x="3175" y="546100"/>
                </a:lnTo>
                <a:cubicBezTo>
                  <a:pt x="2117" y="387350"/>
                  <a:pt x="1058" y="228600"/>
                  <a:pt x="0" y="69850"/>
                </a:cubicBezTo>
                <a:close/>
              </a:path>
            </a:pathLst>
          </a:custGeom>
        </p:spPr>
      </p:pic>
      <p:cxnSp>
        <p:nvCxnSpPr>
          <p:cNvPr id="91" name="直線コネクタ 90">
            <a:extLst>
              <a:ext uri="{FF2B5EF4-FFF2-40B4-BE49-F238E27FC236}">
                <a16:creationId xmlns:a16="http://schemas.microsoft.com/office/drawing/2014/main" id="{F236EDE7-C2B5-BB28-D91B-BF9A75B6F866}"/>
              </a:ext>
            </a:extLst>
          </p:cNvPr>
          <p:cNvCxnSpPr>
            <a:cxnSpLocks/>
          </p:cNvCxnSpPr>
          <p:nvPr/>
        </p:nvCxnSpPr>
        <p:spPr>
          <a:xfrm>
            <a:off x="5308728" y="1979283"/>
            <a:ext cx="180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18" name="図 17">
            <a:extLst>
              <a:ext uri="{FF2B5EF4-FFF2-40B4-BE49-F238E27FC236}">
                <a16:creationId xmlns:a16="http://schemas.microsoft.com/office/drawing/2014/main" id="{53BAF002-B9DE-B41B-B4F9-2E5CDCBFDECD}"/>
              </a:ext>
            </a:extLst>
          </p:cNvPr>
          <p:cNvPicPr>
            <a:picLocks noChangeAspect="1"/>
          </p:cNvPicPr>
          <p:nvPr/>
        </p:nvPicPr>
        <p:blipFill>
          <a:blip r:embed="rId4"/>
          <a:srcRect l="56392" t="19769" r="34553" b="68889"/>
          <a:stretch>
            <a:fillRect/>
          </a:stretch>
        </p:blipFill>
        <p:spPr>
          <a:xfrm>
            <a:off x="5830896" y="1535877"/>
            <a:ext cx="833937" cy="706971"/>
          </a:xfrm>
          <a:custGeom>
            <a:avLst/>
            <a:gdLst>
              <a:gd name="csX0" fmla="*/ 504825 w 917575"/>
              <a:gd name="csY0" fmla="*/ 0 h 777875"/>
              <a:gd name="csX1" fmla="*/ 914400 w 917575"/>
              <a:gd name="csY1" fmla="*/ 228600 h 777875"/>
              <a:gd name="csX2" fmla="*/ 917575 w 917575"/>
              <a:gd name="csY2" fmla="*/ 492125 h 777875"/>
              <a:gd name="csX3" fmla="*/ 838200 w 917575"/>
              <a:gd name="csY3" fmla="*/ 546100 h 777875"/>
              <a:gd name="csX4" fmla="*/ 838200 w 917575"/>
              <a:gd name="csY4" fmla="*/ 673100 h 777875"/>
              <a:gd name="csX5" fmla="*/ 806450 w 917575"/>
              <a:gd name="csY5" fmla="*/ 695325 h 777875"/>
              <a:gd name="csX6" fmla="*/ 768350 w 917575"/>
              <a:gd name="csY6" fmla="*/ 708025 h 777875"/>
              <a:gd name="csX7" fmla="*/ 704850 w 917575"/>
              <a:gd name="csY7" fmla="*/ 701675 h 777875"/>
              <a:gd name="csX8" fmla="*/ 682625 w 917575"/>
              <a:gd name="csY8" fmla="*/ 692150 h 777875"/>
              <a:gd name="csX9" fmla="*/ 654050 w 917575"/>
              <a:gd name="csY9" fmla="*/ 654050 h 777875"/>
              <a:gd name="csX10" fmla="*/ 574675 w 917575"/>
              <a:gd name="csY10" fmla="*/ 701675 h 777875"/>
              <a:gd name="csX11" fmla="*/ 577850 w 917575"/>
              <a:gd name="csY11" fmla="*/ 777875 h 777875"/>
              <a:gd name="csX12" fmla="*/ 482600 w 917575"/>
              <a:gd name="csY12" fmla="*/ 714375 h 777875"/>
              <a:gd name="csX13" fmla="*/ 428625 w 917575"/>
              <a:gd name="csY13" fmla="*/ 739775 h 777875"/>
              <a:gd name="csX14" fmla="*/ 400050 w 917575"/>
              <a:gd name="csY14" fmla="*/ 739775 h 777875"/>
              <a:gd name="csX15" fmla="*/ 396875 w 917575"/>
              <a:gd name="csY15" fmla="*/ 673100 h 777875"/>
              <a:gd name="csX16" fmla="*/ 98425 w 917575"/>
              <a:gd name="csY16" fmla="*/ 495300 h 777875"/>
              <a:gd name="csX17" fmla="*/ 63500 w 917575"/>
              <a:gd name="csY17" fmla="*/ 530225 h 777875"/>
              <a:gd name="csX18" fmla="*/ 25400 w 917575"/>
              <a:gd name="csY18" fmla="*/ 514350 h 777875"/>
              <a:gd name="csX19" fmla="*/ 25400 w 917575"/>
              <a:gd name="csY19" fmla="*/ 466725 h 777875"/>
              <a:gd name="csX20" fmla="*/ 12700 w 917575"/>
              <a:gd name="csY20" fmla="*/ 463550 h 777875"/>
              <a:gd name="csX21" fmla="*/ 0 w 917575"/>
              <a:gd name="csY21" fmla="*/ 200025 h 777875"/>
              <a:gd name="csX22" fmla="*/ 101600 w 917575"/>
              <a:gd name="csY22" fmla="*/ 238125 h 77787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Lst>
            <a:rect l="l" t="t" r="r" b="b"/>
            <a:pathLst>
              <a:path w="917575" h="777875">
                <a:moveTo>
                  <a:pt x="504825" y="0"/>
                </a:moveTo>
                <a:lnTo>
                  <a:pt x="914400" y="228600"/>
                </a:lnTo>
                <a:cubicBezTo>
                  <a:pt x="915458" y="316442"/>
                  <a:pt x="916517" y="404283"/>
                  <a:pt x="917575" y="492125"/>
                </a:cubicBezTo>
                <a:lnTo>
                  <a:pt x="838200" y="546100"/>
                </a:lnTo>
                <a:lnTo>
                  <a:pt x="838200" y="673100"/>
                </a:lnTo>
                <a:lnTo>
                  <a:pt x="806450" y="695325"/>
                </a:lnTo>
                <a:lnTo>
                  <a:pt x="768350" y="708025"/>
                </a:lnTo>
                <a:lnTo>
                  <a:pt x="704850" y="701675"/>
                </a:lnTo>
                <a:lnTo>
                  <a:pt x="682625" y="692150"/>
                </a:lnTo>
                <a:lnTo>
                  <a:pt x="654050" y="654050"/>
                </a:lnTo>
                <a:lnTo>
                  <a:pt x="574675" y="701675"/>
                </a:lnTo>
                <a:lnTo>
                  <a:pt x="577850" y="777875"/>
                </a:lnTo>
                <a:lnTo>
                  <a:pt x="482600" y="714375"/>
                </a:lnTo>
                <a:lnTo>
                  <a:pt x="428625" y="739775"/>
                </a:lnTo>
                <a:lnTo>
                  <a:pt x="400050" y="739775"/>
                </a:lnTo>
                <a:lnTo>
                  <a:pt x="396875" y="673100"/>
                </a:lnTo>
                <a:lnTo>
                  <a:pt x="98425" y="495300"/>
                </a:lnTo>
                <a:lnTo>
                  <a:pt x="63500" y="530225"/>
                </a:lnTo>
                <a:lnTo>
                  <a:pt x="25400" y="514350"/>
                </a:lnTo>
                <a:lnTo>
                  <a:pt x="25400" y="466725"/>
                </a:lnTo>
                <a:lnTo>
                  <a:pt x="12700" y="463550"/>
                </a:lnTo>
                <a:lnTo>
                  <a:pt x="0" y="200025"/>
                </a:lnTo>
                <a:lnTo>
                  <a:pt x="101600" y="238125"/>
                </a:lnTo>
                <a:close/>
              </a:path>
            </a:pathLst>
          </a:custGeom>
        </p:spPr>
      </p:pic>
      <p:pic>
        <p:nvPicPr>
          <p:cNvPr id="19" name="図 18">
            <a:extLst>
              <a:ext uri="{FF2B5EF4-FFF2-40B4-BE49-F238E27FC236}">
                <a16:creationId xmlns:a16="http://schemas.microsoft.com/office/drawing/2014/main" id="{3033A5B4-1A9B-90BB-545A-758C01EFB9C9}"/>
              </a:ext>
            </a:extLst>
          </p:cNvPr>
          <p:cNvPicPr>
            <a:picLocks noChangeAspect="1"/>
          </p:cNvPicPr>
          <p:nvPr/>
        </p:nvPicPr>
        <p:blipFill>
          <a:blip r:embed="rId4"/>
          <a:srcRect l="56392" t="19769" r="34553" b="68889"/>
          <a:stretch>
            <a:fillRect/>
          </a:stretch>
        </p:blipFill>
        <p:spPr>
          <a:xfrm>
            <a:off x="5830896" y="1932374"/>
            <a:ext cx="833937" cy="706971"/>
          </a:xfrm>
          <a:custGeom>
            <a:avLst/>
            <a:gdLst>
              <a:gd name="csX0" fmla="*/ 504825 w 917575"/>
              <a:gd name="csY0" fmla="*/ 0 h 777875"/>
              <a:gd name="csX1" fmla="*/ 914400 w 917575"/>
              <a:gd name="csY1" fmla="*/ 228600 h 777875"/>
              <a:gd name="csX2" fmla="*/ 917575 w 917575"/>
              <a:gd name="csY2" fmla="*/ 492125 h 777875"/>
              <a:gd name="csX3" fmla="*/ 838200 w 917575"/>
              <a:gd name="csY3" fmla="*/ 546100 h 777875"/>
              <a:gd name="csX4" fmla="*/ 838200 w 917575"/>
              <a:gd name="csY4" fmla="*/ 673100 h 777875"/>
              <a:gd name="csX5" fmla="*/ 806450 w 917575"/>
              <a:gd name="csY5" fmla="*/ 695325 h 777875"/>
              <a:gd name="csX6" fmla="*/ 768350 w 917575"/>
              <a:gd name="csY6" fmla="*/ 708025 h 777875"/>
              <a:gd name="csX7" fmla="*/ 704850 w 917575"/>
              <a:gd name="csY7" fmla="*/ 701675 h 777875"/>
              <a:gd name="csX8" fmla="*/ 682625 w 917575"/>
              <a:gd name="csY8" fmla="*/ 692150 h 777875"/>
              <a:gd name="csX9" fmla="*/ 654050 w 917575"/>
              <a:gd name="csY9" fmla="*/ 654050 h 777875"/>
              <a:gd name="csX10" fmla="*/ 574675 w 917575"/>
              <a:gd name="csY10" fmla="*/ 701675 h 777875"/>
              <a:gd name="csX11" fmla="*/ 577850 w 917575"/>
              <a:gd name="csY11" fmla="*/ 777875 h 777875"/>
              <a:gd name="csX12" fmla="*/ 482600 w 917575"/>
              <a:gd name="csY12" fmla="*/ 714375 h 777875"/>
              <a:gd name="csX13" fmla="*/ 428625 w 917575"/>
              <a:gd name="csY13" fmla="*/ 739775 h 777875"/>
              <a:gd name="csX14" fmla="*/ 400050 w 917575"/>
              <a:gd name="csY14" fmla="*/ 739775 h 777875"/>
              <a:gd name="csX15" fmla="*/ 396875 w 917575"/>
              <a:gd name="csY15" fmla="*/ 673100 h 777875"/>
              <a:gd name="csX16" fmla="*/ 98425 w 917575"/>
              <a:gd name="csY16" fmla="*/ 495300 h 777875"/>
              <a:gd name="csX17" fmla="*/ 63500 w 917575"/>
              <a:gd name="csY17" fmla="*/ 530225 h 777875"/>
              <a:gd name="csX18" fmla="*/ 25400 w 917575"/>
              <a:gd name="csY18" fmla="*/ 514350 h 777875"/>
              <a:gd name="csX19" fmla="*/ 25400 w 917575"/>
              <a:gd name="csY19" fmla="*/ 466725 h 777875"/>
              <a:gd name="csX20" fmla="*/ 12700 w 917575"/>
              <a:gd name="csY20" fmla="*/ 463550 h 777875"/>
              <a:gd name="csX21" fmla="*/ 0 w 917575"/>
              <a:gd name="csY21" fmla="*/ 200025 h 777875"/>
              <a:gd name="csX22" fmla="*/ 101600 w 917575"/>
              <a:gd name="csY22" fmla="*/ 238125 h 77787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Lst>
            <a:rect l="l" t="t" r="r" b="b"/>
            <a:pathLst>
              <a:path w="917575" h="777875">
                <a:moveTo>
                  <a:pt x="504825" y="0"/>
                </a:moveTo>
                <a:lnTo>
                  <a:pt x="914400" y="228600"/>
                </a:lnTo>
                <a:cubicBezTo>
                  <a:pt x="915458" y="316442"/>
                  <a:pt x="916517" y="404283"/>
                  <a:pt x="917575" y="492125"/>
                </a:cubicBezTo>
                <a:lnTo>
                  <a:pt x="838200" y="546100"/>
                </a:lnTo>
                <a:lnTo>
                  <a:pt x="838200" y="673100"/>
                </a:lnTo>
                <a:lnTo>
                  <a:pt x="806450" y="695325"/>
                </a:lnTo>
                <a:lnTo>
                  <a:pt x="768350" y="708025"/>
                </a:lnTo>
                <a:lnTo>
                  <a:pt x="704850" y="701675"/>
                </a:lnTo>
                <a:lnTo>
                  <a:pt x="682625" y="692150"/>
                </a:lnTo>
                <a:lnTo>
                  <a:pt x="654050" y="654050"/>
                </a:lnTo>
                <a:lnTo>
                  <a:pt x="574675" y="701675"/>
                </a:lnTo>
                <a:lnTo>
                  <a:pt x="577850" y="777875"/>
                </a:lnTo>
                <a:lnTo>
                  <a:pt x="482600" y="714375"/>
                </a:lnTo>
                <a:lnTo>
                  <a:pt x="428625" y="739775"/>
                </a:lnTo>
                <a:lnTo>
                  <a:pt x="400050" y="739775"/>
                </a:lnTo>
                <a:lnTo>
                  <a:pt x="396875" y="673100"/>
                </a:lnTo>
                <a:lnTo>
                  <a:pt x="98425" y="495300"/>
                </a:lnTo>
                <a:lnTo>
                  <a:pt x="63500" y="530225"/>
                </a:lnTo>
                <a:lnTo>
                  <a:pt x="25400" y="514350"/>
                </a:lnTo>
                <a:lnTo>
                  <a:pt x="25400" y="466725"/>
                </a:lnTo>
                <a:lnTo>
                  <a:pt x="12700" y="463550"/>
                </a:lnTo>
                <a:lnTo>
                  <a:pt x="0" y="200025"/>
                </a:lnTo>
                <a:lnTo>
                  <a:pt x="101600" y="238125"/>
                </a:lnTo>
                <a:close/>
              </a:path>
            </a:pathLst>
          </a:custGeom>
        </p:spPr>
      </p:pic>
      <p:cxnSp>
        <p:nvCxnSpPr>
          <p:cNvPr id="93" name="直線コネクタ 92">
            <a:extLst>
              <a:ext uri="{FF2B5EF4-FFF2-40B4-BE49-F238E27FC236}">
                <a16:creationId xmlns:a16="http://schemas.microsoft.com/office/drawing/2014/main" id="{59AA3354-2ECD-1538-3553-0610B733E111}"/>
              </a:ext>
            </a:extLst>
          </p:cNvPr>
          <p:cNvCxnSpPr>
            <a:cxnSpLocks/>
          </p:cNvCxnSpPr>
          <p:nvPr/>
        </p:nvCxnSpPr>
        <p:spPr>
          <a:xfrm>
            <a:off x="5327978" y="3582355"/>
            <a:ext cx="2088000" cy="0"/>
          </a:xfrm>
          <a:prstGeom prst="line">
            <a:avLst/>
          </a:prstGeom>
          <a:ln w="28575">
            <a:solidFill>
              <a:srgbClr val="07AAE4"/>
            </a:solidFill>
          </a:ln>
        </p:spPr>
        <p:style>
          <a:lnRef idx="1">
            <a:schemeClr val="accent1"/>
          </a:lnRef>
          <a:fillRef idx="0">
            <a:schemeClr val="accent1"/>
          </a:fillRef>
          <a:effectRef idx="0">
            <a:schemeClr val="accent1"/>
          </a:effectRef>
          <a:fontRef idx="minor">
            <a:schemeClr val="tx1"/>
          </a:fontRef>
        </p:style>
      </p:cxnSp>
      <p:pic>
        <p:nvPicPr>
          <p:cNvPr id="22" name="図 21">
            <a:extLst>
              <a:ext uri="{FF2B5EF4-FFF2-40B4-BE49-F238E27FC236}">
                <a16:creationId xmlns:a16="http://schemas.microsoft.com/office/drawing/2014/main" id="{58114D15-2CF3-4A6C-D7B4-9C490E044494}"/>
              </a:ext>
            </a:extLst>
          </p:cNvPr>
          <p:cNvPicPr>
            <a:picLocks noChangeAspect="1"/>
          </p:cNvPicPr>
          <p:nvPr/>
        </p:nvPicPr>
        <p:blipFill>
          <a:blip r:embed="rId4"/>
          <a:srcRect l="41603" t="22593" r="53791" b="66528"/>
          <a:stretch>
            <a:fillRect/>
          </a:stretch>
        </p:blipFill>
        <p:spPr>
          <a:xfrm>
            <a:off x="6830738" y="3266571"/>
            <a:ext cx="388838" cy="621612"/>
          </a:xfrm>
          <a:custGeom>
            <a:avLst/>
            <a:gdLst>
              <a:gd name="csX0" fmla="*/ 107950 w 466725"/>
              <a:gd name="csY0" fmla="*/ 0 h 746125"/>
              <a:gd name="csX1" fmla="*/ 460375 w 466725"/>
              <a:gd name="csY1" fmla="*/ 193675 h 746125"/>
              <a:gd name="csX2" fmla="*/ 466725 w 466725"/>
              <a:gd name="csY2" fmla="*/ 654050 h 746125"/>
              <a:gd name="csX3" fmla="*/ 336550 w 466725"/>
              <a:gd name="csY3" fmla="*/ 746125 h 746125"/>
              <a:gd name="csX4" fmla="*/ 3175 w 466725"/>
              <a:gd name="csY4" fmla="*/ 546100 h 746125"/>
              <a:gd name="csX5" fmla="*/ 0 w 466725"/>
              <a:gd name="csY5" fmla="*/ 69850 h 746125"/>
            </a:gdLst>
            <a:ahLst/>
            <a:cxnLst>
              <a:cxn ang="0">
                <a:pos x="csX0" y="csY0"/>
              </a:cxn>
              <a:cxn ang="0">
                <a:pos x="csX1" y="csY1"/>
              </a:cxn>
              <a:cxn ang="0">
                <a:pos x="csX2" y="csY2"/>
              </a:cxn>
              <a:cxn ang="0">
                <a:pos x="csX3" y="csY3"/>
              </a:cxn>
              <a:cxn ang="0">
                <a:pos x="csX4" y="csY4"/>
              </a:cxn>
              <a:cxn ang="0">
                <a:pos x="csX5" y="csY5"/>
              </a:cxn>
            </a:cxnLst>
            <a:rect l="l" t="t" r="r" b="b"/>
            <a:pathLst>
              <a:path w="466725" h="746125">
                <a:moveTo>
                  <a:pt x="107950" y="0"/>
                </a:moveTo>
                <a:lnTo>
                  <a:pt x="460375" y="193675"/>
                </a:lnTo>
                <a:cubicBezTo>
                  <a:pt x="462492" y="347133"/>
                  <a:pt x="464608" y="500592"/>
                  <a:pt x="466725" y="654050"/>
                </a:cubicBezTo>
                <a:lnTo>
                  <a:pt x="336550" y="746125"/>
                </a:lnTo>
                <a:lnTo>
                  <a:pt x="3175" y="546100"/>
                </a:lnTo>
                <a:cubicBezTo>
                  <a:pt x="2117" y="387350"/>
                  <a:pt x="1058" y="228600"/>
                  <a:pt x="0" y="69850"/>
                </a:cubicBezTo>
                <a:close/>
              </a:path>
            </a:pathLst>
          </a:custGeom>
        </p:spPr>
      </p:pic>
      <p:cxnSp>
        <p:nvCxnSpPr>
          <p:cNvPr id="94" name="直線コネクタ 93">
            <a:extLst>
              <a:ext uri="{FF2B5EF4-FFF2-40B4-BE49-F238E27FC236}">
                <a16:creationId xmlns:a16="http://schemas.microsoft.com/office/drawing/2014/main" id="{589A3187-CDC1-1117-1A14-96E0340DD510}"/>
              </a:ext>
            </a:extLst>
          </p:cNvPr>
          <p:cNvCxnSpPr>
            <a:cxnSpLocks/>
          </p:cNvCxnSpPr>
          <p:nvPr/>
        </p:nvCxnSpPr>
        <p:spPr>
          <a:xfrm>
            <a:off x="5327978" y="4516912"/>
            <a:ext cx="828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5" name="四角形: 角を丸くする 94">
            <a:extLst>
              <a:ext uri="{FF2B5EF4-FFF2-40B4-BE49-F238E27FC236}">
                <a16:creationId xmlns:a16="http://schemas.microsoft.com/office/drawing/2014/main" id="{21B7F3B5-766E-F542-5E0C-2BA006C13604}"/>
              </a:ext>
            </a:extLst>
          </p:cNvPr>
          <p:cNvSpPr/>
          <p:nvPr/>
        </p:nvSpPr>
        <p:spPr>
          <a:xfrm>
            <a:off x="7908153" y="1449338"/>
            <a:ext cx="1663789" cy="1418128"/>
          </a:xfrm>
          <a:prstGeom prst="roundRect">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1" name="テキスト ボックス 30">
            <a:extLst>
              <a:ext uri="{FF2B5EF4-FFF2-40B4-BE49-F238E27FC236}">
                <a16:creationId xmlns:a16="http://schemas.microsoft.com/office/drawing/2014/main" id="{35FD6F67-2C14-A0BB-C41A-811B71B71DBA}"/>
              </a:ext>
            </a:extLst>
          </p:cNvPr>
          <p:cNvSpPr txBox="1"/>
          <p:nvPr/>
        </p:nvSpPr>
        <p:spPr>
          <a:xfrm>
            <a:off x="7648702" y="2997521"/>
            <a:ext cx="1425776" cy="461665"/>
          </a:xfrm>
          <a:prstGeom prst="rect">
            <a:avLst/>
          </a:prstGeom>
          <a:noFill/>
        </p:spPr>
        <p:txBody>
          <a:bodyPr wrap="square" rtlCol="0">
            <a:spAutoFit/>
          </a:bodyPr>
          <a:lstStyle/>
          <a:p>
            <a:r>
              <a:rPr kumimoji="1" lang="en-US" altLang="ja-JP" sz="1200" dirty="0"/>
              <a:t>PI FD</a:t>
            </a:r>
            <a:r>
              <a:rPr lang="ja-JP" altLang="en-US" sz="1200" dirty="0"/>
              <a:t> </a:t>
            </a:r>
            <a:r>
              <a:rPr lang="en-US" altLang="ja-JP" sz="1200" dirty="0"/>
              <a:t>Database</a:t>
            </a:r>
          </a:p>
          <a:p>
            <a:r>
              <a:rPr lang="ja-JP" altLang="en-US" sz="1200" dirty="0"/>
              <a:t>（新規）</a:t>
            </a:r>
            <a:endParaRPr kumimoji="1" lang="en-US" altLang="ja-JP" sz="1200" dirty="0"/>
          </a:p>
        </p:txBody>
      </p:sp>
      <p:sp>
        <p:nvSpPr>
          <p:cNvPr id="32" name="テキスト ボックス 31">
            <a:extLst>
              <a:ext uri="{FF2B5EF4-FFF2-40B4-BE49-F238E27FC236}">
                <a16:creationId xmlns:a16="http://schemas.microsoft.com/office/drawing/2014/main" id="{3DDEFFCF-C5CD-3706-7471-C3AA603569BC}"/>
              </a:ext>
            </a:extLst>
          </p:cNvPr>
          <p:cNvSpPr txBox="1"/>
          <p:nvPr/>
        </p:nvSpPr>
        <p:spPr>
          <a:xfrm>
            <a:off x="8877133" y="3004361"/>
            <a:ext cx="2509324" cy="461665"/>
          </a:xfrm>
          <a:prstGeom prst="rect">
            <a:avLst/>
          </a:prstGeom>
          <a:noFill/>
        </p:spPr>
        <p:txBody>
          <a:bodyPr wrap="square" rtlCol="0">
            <a:spAutoFit/>
          </a:bodyPr>
          <a:lstStyle/>
          <a:p>
            <a:r>
              <a:rPr kumimoji="1" lang="en-US" altLang="ja-JP" sz="1200" dirty="0"/>
              <a:t>PI Asset Analytics Service</a:t>
            </a:r>
          </a:p>
          <a:p>
            <a:r>
              <a:rPr lang="en-US" altLang="ja-JP" sz="1200" dirty="0"/>
              <a:t>PI Notification Service</a:t>
            </a:r>
            <a:r>
              <a:rPr lang="ja-JP" altLang="en-US" sz="1200" dirty="0"/>
              <a:t> （新規）</a:t>
            </a:r>
            <a:endParaRPr kumimoji="1" lang="ja-JP" altLang="en-US" sz="1200" dirty="0"/>
          </a:p>
        </p:txBody>
      </p:sp>
      <p:pic>
        <p:nvPicPr>
          <p:cNvPr id="54" name="図 53">
            <a:extLst>
              <a:ext uri="{FF2B5EF4-FFF2-40B4-BE49-F238E27FC236}">
                <a16:creationId xmlns:a16="http://schemas.microsoft.com/office/drawing/2014/main" id="{4152DCC0-B324-696D-B0CA-3F2B3C6C18D3}"/>
              </a:ext>
            </a:extLst>
          </p:cNvPr>
          <p:cNvPicPr>
            <a:picLocks noChangeAspect="1"/>
          </p:cNvPicPr>
          <p:nvPr/>
        </p:nvPicPr>
        <p:blipFill>
          <a:blip r:embed="rId3"/>
          <a:srcRect l="56495" t="56497" r="32738" b="31528"/>
          <a:stretch>
            <a:fillRect/>
          </a:stretch>
        </p:blipFill>
        <p:spPr>
          <a:xfrm>
            <a:off x="8905546" y="2372289"/>
            <a:ext cx="840452" cy="633195"/>
          </a:xfrm>
          <a:custGeom>
            <a:avLst/>
            <a:gdLst>
              <a:gd name="csX0" fmla="*/ 524934 w 1090084"/>
              <a:gd name="csY0" fmla="*/ 0 h 821267"/>
              <a:gd name="csX1" fmla="*/ 950384 w 1090084"/>
              <a:gd name="csY1" fmla="*/ 262467 h 821267"/>
              <a:gd name="csX2" fmla="*/ 941917 w 1090084"/>
              <a:gd name="csY2" fmla="*/ 480483 h 821267"/>
              <a:gd name="csX3" fmla="*/ 954617 w 1090084"/>
              <a:gd name="csY3" fmla="*/ 503767 h 821267"/>
              <a:gd name="csX4" fmla="*/ 980017 w 1090084"/>
              <a:gd name="csY4" fmla="*/ 501650 h 821267"/>
              <a:gd name="csX5" fmla="*/ 988484 w 1090084"/>
              <a:gd name="csY5" fmla="*/ 459317 h 821267"/>
              <a:gd name="csX6" fmla="*/ 1016000 w 1090084"/>
              <a:gd name="csY6" fmla="*/ 480483 h 821267"/>
              <a:gd name="csX7" fmla="*/ 1022350 w 1090084"/>
              <a:gd name="csY7" fmla="*/ 503767 h 821267"/>
              <a:gd name="csX8" fmla="*/ 1018117 w 1090084"/>
              <a:gd name="csY8" fmla="*/ 518583 h 821267"/>
              <a:gd name="csX9" fmla="*/ 1028700 w 1090084"/>
              <a:gd name="csY9" fmla="*/ 524933 h 821267"/>
              <a:gd name="csX10" fmla="*/ 1054100 w 1090084"/>
              <a:gd name="csY10" fmla="*/ 512233 h 821267"/>
              <a:gd name="csX11" fmla="*/ 1073150 w 1090084"/>
              <a:gd name="csY11" fmla="*/ 529167 h 821267"/>
              <a:gd name="csX12" fmla="*/ 1047750 w 1090084"/>
              <a:gd name="csY12" fmla="*/ 563033 h 821267"/>
              <a:gd name="csX13" fmla="*/ 1051984 w 1090084"/>
              <a:gd name="csY13" fmla="*/ 577850 h 821267"/>
              <a:gd name="csX14" fmla="*/ 1090084 w 1090084"/>
              <a:gd name="csY14" fmla="*/ 592667 h 821267"/>
              <a:gd name="csX15" fmla="*/ 1079500 w 1090084"/>
              <a:gd name="csY15" fmla="*/ 620183 h 821267"/>
              <a:gd name="csX16" fmla="*/ 1051984 w 1090084"/>
              <a:gd name="csY16" fmla="*/ 645583 h 821267"/>
              <a:gd name="csX17" fmla="*/ 1051984 w 1090084"/>
              <a:gd name="csY17" fmla="*/ 666750 h 821267"/>
              <a:gd name="csX18" fmla="*/ 1075267 w 1090084"/>
              <a:gd name="csY18" fmla="*/ 694267 h 821267"/>
              <a:gd name="csX19" fmla="*/ 1041400 w 1090084"/>
              <a:gd name="csY19" fmla="*/ 709083 h 821267"/>
              <a:gd name="csX20" fmla="*/ 1009650 w 1090084"/>
              <a:gd name="csY20" fmla="*/ 694267 h 821267"/>
              <a:gd name="csX21" fmla="*/ 990600 w 1090084"/>
              <a:gd name="csY21" fmla="*/ 711200 h 821267"/>
              <a:gd name="csX22" fmla="*/ 1001184 w 1090084"/>
              <a:gd name="csY22" fmla="*/ 738717 h 821267"/>
              <a:gd name="csX23" fmla="*/ 956734 w 1090084"/>
              <a:gd name="csY23" fmla="*/ 742950 h 821267"/>
              <a:gd name="csX24" fmla="*/ 937684 w 1090084"/>
              <a:gd name="csY24" fmla="*/ 721783 h 821267"/>
              <a:gd name="csX25" fmla="*/ 924984 w 1090084"/>
              <a:gd name="csY25" fmla="*/ 723900 h 821267"/>
              <a:gd name="csX26" fmla="*/ 918634 w 1090084"/>
              <a:gd name="csY26" fmla="*/ 740833 h 821267"/>
              <a:gd name="csX27" fmla="*/ 872067 w 1090084"/>
              <a:gd name="csY27" fmla="*/ 728133 h 821267"/>
              <a:gd name="csX28" fmla="*/ 880534 w 1090084"/>
              <a:gd name="csY28" fmla="*/ 704850 h 821267"/>
              <a:gd name="csX29" fmla="*/ 863600 w 1090084"/>
              <a:gd name="csY29" fmla="*/ 685800 h 821267"/>
              <a:gd name="csX30" fmla="*/ 836084 w 1090084"/>
              <a:gd name="csY30" fmla="*/ 675217 h 821267"/>
              <a:gd name="csX31" fmla="*/ 844550 w 1090084"/>
              <a:gd name="csY31" fmla="*/ 649817 h 821267"/>
              <a:gd name="csX32" fmla="*/ 831850 w 1090084"/>
              <a:gd name="csY32" fmla="*/ 594783 h 821267"/>
              <a:gd name="csX33" fmla="*/ 590550 w 1090084"/>
              <a:gd name="csY33" fmla="*/ 732367 h 821267"/>
              <a:gd name="csX34" fmla="*/ 586317 w 1090084"/>
              <a:gd name="csY34" fmla="*/ 821267 h 821267"/>
              <a:gd name="csX35" fmla="*/ 499534 w 1090084"/>
              <a:gd name="csY35" fmla="*/ 768350 h 821267"/>
              <a:gd name="csX36" fmla="*/ 429684 w 1090084"/>
              <a:gd name="csY36" fmla="*/ 778933 h 821267"/>
              <a:gd name="csX37" fmla="*/ 408517 w 1090084"/>
              <a:gd name="csY37" fmla="*/ 764117 h 821267"/>
              <a:gd name="csX38" fmla="*/ 402167 w 1090084"/>
              <a:gd name="csY38" fmla="*/ 709083 h 821267"/>
              <a:gd name="csX39" fmla="*/ 86784 w 1090084"/>
              <a:gd name="csY39" fmla="*/ 520700 h 821267"/>
              <a:gd name="csX40" fmla="*/ 50800 w 1090084"/>
              <a:gd name="csY40" fmla="*/ 546100 h 821267"/>
              <a:gd name="csX41" fmla="*/ 21167 w 1090084"/>
              <a:gd name="csY41" fmla="*/ 543983 h 821267"/>
              <a:gd name="csX42" fmla="*/ 12700 w 1090084"/>
              <a:gd name="csY42" fmla="*/ 520700 h 821267"/>
              <a:gd name="csX43" fmla="*/ 14817 w 1090084"/>
              <a:gd name="csY43" fmla="*/ 488950 h 821267"/>
              <a:gd name="csX44" fmla="*/ 0 w 1090084"/>
              <a:gd name="csY44" fmla="*/ 465667 h 821267"/>
              <a:gd name="csX45" fmla="*/ 4234 w 1090084"/>
              <a:gd name="csY45" fmla="*/ 207433 h 821267"/>
              <a:gd name="csX46" fmla="*/ 88900 w 1090084"/>
              <a:gd name="csY46" fmla="*/ 249767 h 82126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Lst>
            <a:rect l="l" t="t" r="r" b="b"/>
            <a:pathLst>
              <a:path w="1090084" h="821267">
                <a:moveTo>
                  <a:pt x="524934" y="0"/>
                </a:moveTo>
                <a:lnTo>
                  <a:pt x="950384" y="262467"/>
                </a:lnTo>
                <a:lnTo>
                  <a:pt x="941917" y="480483"/>
                </a:lnTo>
                <a:lnTo>
                  <a:pt x="954617" y="503767"/>
                </a:lnTo>
                <a:lnTo>
                  <a:pt x="980017" y="501650"/>
                </a:lnTo>
                <a:lnTo>
                  <a:pt x="988484" y="459317"/>
                </a:lnTo>
                <a:lnTo>
                  <a:pt x="1016000" y="480483"/>
                </a:lnTo>
                <a:lnTo>
                  <a:pt x="1022350" y="503767"/>
                </a:lnTo>
                <a:lnTo>
                  <a:pt x="1018117" y="518583"/>
                </a:lnTo>
                <a:lnTo>
                  <a:pt x="1028700" y="524933"/>
                </a:lnTo>
                <a:lnTo>
                  <a:pt x="1054100" y="512233"/>
                </a:lnTo>
                <a:lnTo>
                  <a:pt x="1073150" y="529167"/>
                </a:lnTo>
                <a:lnTo>
                  <a:pt x="1047750" y="563033"/>
                </a:lnTo>
                <a:lnTo>
                  <a:pt x="1051984" y="577850"/>
                </a:lnTo>
                <a:lnTo>
                  <a:pt x="1090084" y="592667"/>
                </a:lnTo>
                <a:lnTo>
                  <a:pt x="1079500" y="620183"/>
                </a:lnTo>
                <a:lnTo>
                  <a:pt x="1051984" y="645583"/>
                </a:lnTo>
                <a:lnTo>
                  <a:pt x="1051984" y="666750"/>
                </a:lnTo>
                <a:lnTo>
                  <a:pt x="1075267" y="694267"/>
                </a:lnTo>
                <a:lnTo>
                  <a:pt x="1041400" y="709083"/>
                </a:lnTo>
                <a:lnTo>
                  <a:pt x="1009650" y="694267"/>
                </a:lnTo>
                <a:lnTo>
                  <a:pt x="990600" y="711200"/>
                </a:lnTo>
                <a:lnTo>
                  <a:pt x="1001184" y="738717"/>
                </a:lnTo>
                <a:lnTo>
                  <a:pt x="956734" y="742950"/>
                </a:lnTo>
                <a:lnTo>
                  <a:pt x="937684" y="721783"/>
                </a:lnTo>
                <a:lnTo>
                  <a:pt x="924984" y="723900"/>
                </a:lnTo>
                <a:lnTo>
                  <a:pt x="918634" y="740833"/>
                </a:lnTo>
                <a:lnTo>
                  <a:pt x="872067" y="728133"/>
                </a:lnTo>
                <a:lnTo>
                  <a:pt x="880534" y="704850"/>
                </a:lnTo>
                <a:lnTo>
                  <a:pt x="863600" y="685800"/>
                </a:lnTo>
                <a:lnTo>
                  <a:pt x="836084" y="675217"/>
                </a:lnTo>
                <a:lnTo>
                  <a:pt x="844550" y="649817"/>
                </a:lnTo>
                <a:lnTo>
                  <a:pt x="831850" y="594783"/>
                </a:lnTo>
                <a:lnTo>
                  <a:pt x="590550" y="732367"/>
                </a:lnTo>
                <a:lnTo>
                  <a:pt x="586317" y="821267"/>
                </a:lnTo>
                <a:lnTo>
                  <a:pt x="499534" y="768350"/>
                </a:lnTo>
                <a:lnTo>
                  <a:pt x="429684" y="778933"/>
                </a:lnTo>
                <a:lnTo>
                  <a:pt x="408517" y="764117"/>
                </a:lnTo>
                <a:lnTo>
                  <a:pt x="402167" y="709083"/>
                </a:lnTo>
                <a:lnTo>
                  <a:pt x="86784" y="520700"/>
                </a:lnTo>
                <a:lnTo>
                  <a:pt x="50800" y="546100"/>
                </a:lnTo>
                <a:lnTo>
                  <a:pt x="21167" y="543983"/>
                </a:lnTo>
                <a:lnTo>
                  <a:pt x="12700" y="520700"/>
                </a:lnTo>
                <a:lnTo>
                  <a:pt x="14817" y="488950"/>
                </a:lnTo>
                <a:lnTo>
                  <a:pt x="0" y="465667"/>
                </a:lnTo>
                <a:cubicBezTo>
                  <a:pt x="1411" y="379589"/>
                  <a:pt x="2823" y="293511"/>
                  <a:pt x="4234" y="207433"/>
                </a:cubicBezTo>
                <a:lnTo>
                  <a:pt x="88900" y="249767"/>
                </a:lnTo>
                <a:close/>
              </a:path>
            </a:pathLst>
          </a:custGeom>
        </p:spPr>
      </p:pic>
      <p:pic>
        <p:nvPicPr>
          <p:cNvPr id="21" name="図 20">
            <a:extLst>
              <a:ext uri="{FF2B5EF4-FFF2-40B4-BE49-F238E27FC236}">
                <a16:creationId xmlns:a16="http://schemas.microsoft.com/office/drawing/2014/main" id="{B78F0F5B-5281-DF0C-2B7A-3D9471FBF17C}"/>
              </a:ext>
            </a:extLst>
          </p:cNvPr>
          <p:cNvPicPr>
            <a:picLocks noChangeAspect="1"/>
          </p:cNvPicPr>
          <p:nvPr/>
        </p:nvPicPr>
        <p:blipFill>
          <a:blip r:embed="rId4"/>
          <a:srcRect l="82244" t="12014" r="9500" b="77546"/>
          <a:stretch>
            <a:fillRect/>
          </a:stretch>
        </p:blipFill>
        <p:spPr>
          <a:xfrm>
            <a:off x="8384777" y="1111383"/>
            <a:ext cx="742624" cy="635527"/>
          </a:xfrm>
          <a:custGeom>
            <a:avLst/>
            <a:gdLst>
              <a:gd name="csX0" fmla="*/ 455613 w 836613"/>
              <a:gd name="csY0" fmla="*/ 0 h 715962"/>
              <a:gd name="csX1" fmla="*/ 835025 w 836613"/>
              <a:gd name="csY1" fmla="*/ 217487 h 715962"/>
              <a:gd name="csX2" fmla="*/ 836613 w 836613"/>
              <a:gd name="csY2" fmla="*/ 447675 h 715962"/>
              <a:gd name="csX3" fmla="*/ 519113 w 836613"/>
              <a:gd name="csY3" fmla="*/ 638175 h 715962"/>
              <a:gd name="csX4" fmla="*/ 519113 w 836613"/>
              <a:gd name="csY4" fmla="*/ 715962 h 715962"/>
              <a:gd name="csX5" fmla="*/ 425450 w 836613"/>
              <a:gd name="csY5" fmla="*/ 658812 h 715962"/>
              <a:gd name="csX6" fmla="*/ 387350 w 836613"/>
              <a:gd name="csY6" fmla="*/ 676275 h 715962"/>
              <a:gd name="csX7" fmla="*/ 352425 w 836613"/>
              <a:gd name="csY7" fmla="*/ 655637 h 715962"/>
              <a:gd name="csX8" fmla="*/ 357188 w 836613"/>
              <a:gd name="csY8" fmla="*/ 608012 h 715962"/>
              <a:gd name="csX9" fmla="*/ 85725 w 836613"/>
              <a:gd name="csY9" fmla="*/ 457200 h 715962"/>
              <a:gd name="csX10" fmla="*/ 47625 w 836613"/>
              <a:gd name="csY10" fmla="*/ 482600 h 715962"/>
              <a:gd name="csX11" fmla="*/ 14288 w 836613"/>
              <a:gd name="csY11" fmla="*/ 466725 h 715962"/>
              <a:gd name="csX12" fmla="*/ 19050 w 836613"/>
              <a:gd name="csY12" fmla="*/ 417512 h 715962"/>
              <a:gd name="csX13" fmla="*/ 0 w 836613"/>
              <a:gd name="csY13" fmla="*/ 400050 h 715962"/>
              <a:gd name="csX14" fmla="*/ 7938 w 836613"/>
              <a:gd name="csY14" fmla="*/ 173037 h 715962"/>
              <a:gd name="csX15" fmla="*/ 77788 w 836613"/>
              <a:gd name="csY15" fmla="*/ 214312 h 71596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Lst>
            <a:rect l="l" t="t" r="r" b="b"/>
            <a:pathLst>
              <a:path w="836613" h="715962">
                <a:moveTo>
                  <a:pt x="455613" y="0"/>
                </a:moveTo>
                <a:lnTo>
                  <a:pt x="835025" y="217487"/>
                </a:lnTo>
                <a:cubicBezTo>
                  <a:pt x="835554" y="294216"/>
                  <a:pt x="836084" y="370946"/>
                  <a:pt x="836613" y="447675"/>
                </a:cubicBezTo>
                <a:lnTo>
                  <a:pt x="519113" y="638175"/>
                </a:lnTo>
                <a:lnTo>
                  <a:pt x="519113" y="715962"/>
                </a:lnTo>
                <a:lnTo>
                  <a:pt x="425450" y="658812"/>
                </a:lnTo>
                <a:lnTo>
                  <a:pt x="387350" y="676275"/>
                </a:lnTo>
                <a:lnTo>
                  <a:pt x="352425" y="655637"/>
                </a:lnTo>
                <a:lnTo>
                  <a:pt x="357188" y="608012"/>
                </a:lnTo>
                <a:lnTo>
                  <a:pt x="85725" y="457200"/>
                </a:lnTo>
                <a:lnTo>
                  <a:pt x="47625" y="482600"/>
                </a:lnTo>
                <a:lnTo>
                  <a:pt x="14288" y="466725"/>
                </a:lnTo>
                <a:lnTo>
                  <a:pt x="19050" y="417512"/>
                </a:lnTo>
                <a:lnTo>
                  <a:pt x="0" y="400050"/>
                </a:lnTo>
                <a:lnTo>
                  <a:pt x="7938" y="173037"/>
                </a:lnTo>
                <a:lnTo>
                  <a:pt x="77788" y="214312"/>
                </a:lnTo>
                <a:close/>
              </a:path>
            </a:pathLst>
          </a:custGeom>
        </p:spPr>
      </p:pic>
      <p:sp>
        <p:nvSpPr>
          <p:cNvPr id="29" name="テキスト ボックス 28">
            <a:extLst>
              <a:ext uri="{FF2B5EF4-FFF2-40B4-BE49-F238E27FC236}">
                <a16:creationId xmlns:a16="http://schemas.microsoft.com/office/drawing/2014/main" id="{AD4C0A15-E559-44BE-0F7F-068BF289E507}"/>
              </a:ext>
            </a:extLst>
          </p:cNvPr>
          <p:cNvSpPr txBox="1"/>
          <p:nvPr/>
        </p:nvSpPr>
        <p:spPr>
          <a:xfrm>
            <a:off x="7984569" y="1726759"/>
            <a:ext cx="1725152" cy="276999"/>
          </a:xfrm>
          <a:prstGeom prst="rect">
            <a:avLst/>
          </a:prstGeom>
          <a:noFill/>
        </p:spPr>
        <p:txBody>
          <a:bodyPr wrap="none" rtlCol="0">
            <a:spAutoFit/>
          </a:bodyPr>
          <a:lstStyle/>
          <a:p>
            <a:r>
              <a:rPr kumimoji="1" lang="en-US" altLang="ja-JP" sz="1200" dirty="0"/>
              <a:t>PI AF Server</a:t>
            </a:r>
            <a:r>
              <a:rPr lang="ja-JP" altLang="en-US" sz="1200" dirty="0"/>
              <a:t> （新規）</a:t>
            </a:r>
            <a:endParaRPr kumimoji="1" lang="ja-JP" altLang="en-US" sz="1200" dirty="0"/>
          </a:p>
        </p:txBody>
      </p:sp>
      <p:cxnSp>
        <p:nvCxnSpPr>
          <p:cNvPr id="96" name="直線コネクタ 95">
            <a:extLst>
              <a:ext uri="{FF2B5EF4-FFF2-40B4-BE49-F238E27FC236}">
                <a16:creationId xmlns:a16="http://schemas.microsoft.com/office/drawing/2014/main" id="{41218497-170C-C4E6-460C-845BD86A1523}"/>
              </a:ext>
            </a:extLst>
          </p:cNvPr>
          <p:cNvCxnSpPr>
            <a:cxnSpLocks/>
          </p:cNvCxnSpPr>
          <p:nvPr/>
        </p:nvCxnSpPr>
        <p:spPr>
          <a:xfrm>
            <a:off x="7563234" y="4297493"/>
            <a:ext cx="828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98" name="図 97">
            <a:extLst>
              <a:ext uri="{FF2B5EF4-FFF2-40B4-BE49-F238E27FC236}">
                <a16:creationId xmlns:a16="http://schemas.microsoft.com/office/drawing/2014/main" id="{731B77DE-1111-E763-F90D-71E335E90517}"/>
              </a:ext>
            </a:extLst>
          </p:cNvPr>
          <p:cNvPicPr>
            <a:picLocks noChangeAspect="1"/>
          </p:cNvPicPr>
          <p:nvPr/>
        </p:nvPicPr>
        <p:blipFill>
          <a:blip r:embed="rId5">
            <a:clrChange>
              <a:clrFrom>
                <a:srgbClr val="F5F6F9"/>
              </a:clrFrom>
              <a:clrTo>
                <a:srgbClr val="F5F6F9">
                  <a:alpha val="0"/>
                </a:srgbClr>
              </a:clrTo>
            </a:clrChange>
            <a:duotone>
              <a:prstClr val="black"/>
              <a:schemeClr val="tx2">
                <a:tint val="45000"/>
                <a:satMod val="400000"/>
              </a:schemeClr>
            </a:duotone>
          </a:blip>
          <a:stretch>
            <a:fillRect/>
          </a:stretch>
        </p:blipFill>
        <p:spPr>
          <a:xfrm>
            <a:off x="12133241" y="5238957"/>
            <a:ext cx="591283" cy="519921"/>
          </a:xfrm>
          <a:prstGeom prst="rect">
            <a:avLst/>
          </a:prstGeom>
        </p:spPr>
      </p:pic>
      <p:grpSp>
        <p:nvGrpSpPr>
          <p:cNvPr id="103" name="グループ化 102">
            <a:extLst>
              <a:ext uri="{FF2B5EF4-FFF2-40B4-BE49-F238E27FC236}">
                <a16:creationId xmlns:a16="http://schemas.microsoft.com/office/drawing/2014/main" id="{0ED04F47-0AAA-F870-5BB5-8AEF719FC700}"/>
              </a:ext>
            </a:extLst>
          </p:cNvPr>
          <p:cNvGrpSpPr/>
          <p:nvPr/>
        </p:nvGrpSpPr>
        <p:grpSpPr>
          <a:xfrm>
            <a:off x="11970618" y="4784046"/>
            <a:ext cx="871306" cy="616533"/>
            <a:chOff x="10856474" y="4453937"/>
            <a:chExt cx="871306" cy="616533"/>
          </a:xfrm>
        </p:grpSpPr>
        <p:pic>
          <p:nvPicPr>
            <p:cNvPr id="99" name="图片 7">
              <a:extLst>
                <a:ext uri="{FF2B5EF4-FFF2-40B4-BE49-F238E27FC236}">
                  <a16:creationId xmlns:a16="http://schemas.microsoft.com/office/drawing/2014/main" id="{CCE61AC8-D590-1FC2-A8BD-792E7EE50F9B}"/>
                </a:ext>
              </a:extLst>
            </p:cNvPr>
            <p:cNvPicPr>
              <a:picLocks noChangeAspect="1" noChangeArrowheads="1"/>
            </p:cNvPicPr>
            <p:nvPr/>
          </p:nvPicPr>
          <p:blipFill>
            <a:blip r:embed="rId6">
              <a:extLst>
                <a:ext uri="{28A0092B-C50C-407E-A947-70E740481C1C}">
                  <a14:useLocalDpi xmlns:a14="http://schemas.microsoft.com/office/drawing/2010/main" val="0"/>
                </a:ext>
              </a:extLst>
            </a:blip>
            <a:srcRect b="17409"/>
            <a:stretch>
              <a:fillRect/>
            </a:stretch>
          </p:blipFill>
          <p:spPr bwMode="auto">
            <a:xfrm>
              <a:off x="10856474" y="4453937"/>
              <a:ext cx="871306" cy="6165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0" name="Picture 16">
              <a:extLst>
                <a:ext uri="{FF2B5EF4-FFF2-40B4-BE49-F238E27FC236}">
                  <a16:creationId xmlns:a16="http://schemas.microsoft.com/office/drawing/2014/main" id="{7D6BDF84-E4F5-C731-9A65-A75411690847}"/>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10879177" y="4487405"/>
              <a:ext cx="813624" cy="3807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cxnSp>
        <p:nvCxnSpPr>
          <p:cNvPr id="104" name="直線コネクタ 103">
            <a:extLst>
              <a:ext uri="{FF2B5EF4-FFF2-40B4-BE49-F238E27FC236}">
                <a16:creationId xmlns:a16="http://schemas.microsoft.com/office/drawing/2014/main" id="{C2C92A85-B34E-C36A-E050-5A50C2DF31CC}"/>
              </a:ext>
            </a:extLst>
          </p:cNvPr>
          <p:cNvCxnSpPr>
            <a:cxnSpLocks/>
          </p:cNvCxnSpPr>
          <p:nvPr/>
        </p:nvCxnSpPr>
        <p:spPr>
          <a:xfrm>
            <a:off x="7575668" y="1932374"/>
            <a:ext cx="342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7" name="円柱 26">
            <a:extLst>
              <a:ext uri="{FF2B5EF4-FFF2-40B4-BE49-F238E27FC236}">
                <a16:creationId xmlns:a16="http://schemas.microsoft.com/office/drawing/2014/main" id="{EF6AF58A-DE2C-E0ED-5ADF-90334C329A1E}"/>
              </a:ext>
            </a:extLst>
          </p:cNvPr>
          <p:cNvSpPr/>
          <p:nvPr/>
        </p:nvSpPr>
        <p:spPr>
          <a:xfrm>
            <a:off x="5183978" y="807856"/>
            <a:ext cx="136024" cy="5125516"/>
          </a:xfrm>
          <a:prstGeom prst="can">
            <a:avLst/>
          </a:prstGeom>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21594000" scaled="0"/>
            <a:tileRect/>
          </a:gradFill>
          <a:ln w="31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105" name="図 104">
            <a:extLst>
              <a:ext uri="{FF2B5EF4-FFF2-40B4-BE49-F238E27FC236}">
                <a16:creationId xmlns:a16="http://schemas.microsoft.com/office/drawing/2014/main" id="{691768AE-768B-C5C5-075C-0DFF5C9A1AF2}"/>
              </a:ext>
            </a:extLst>
          </p:cNvPr>
          <p:cNvPicPr>
            <a:picLocks noChangeAspect="1"/>
          </p:cNvPicPr>
          <p:nvPr/>
        </p:nvPicPr>
        <p:blipFill>
          <a:blip r:embed="rId3"/>
          <a:srcRect l="56495" t="56497" r="32738" b="31528"/>
          <a:stretch>
            <a:fillRect/>
          </a:stretch>
        </p:blipFill>
        <p:spPr>
          <a:xfrm>
            <a:off x="5803673" y="3834286"/>
            <a:ext cx="962011" cy="724777"/>
          </a:xfrm>
          <a:custGeom>
            <a:avLst/>
            <a:gdLst>
              <a:gd name="csX0" fmla="*/ 524934 w 1090084"/>
              <a:gd name="csY0" fmla="*/ 0 h 821267"/>
              <a:gd name="csX1" fmla="*/ 950384 w 1090084"/>
              <a:gd name="csY1" fmla="*/ 262467 h 821267"/>
              <a:gd name="csX2" fmla="*/ 941917 w 1090084"/>
              <a:gd name="csY2" fmla="*/ 480483 h 821267"/>
              <a:gd name="csX3" fmla="*/ 954617 w 1090084"/>
              <a:gd name="csY3" fmla="*/ 503767 h 821267"/>
              <a:gd name="csX4" fmla="*/ 980017 w 1090084"/>
              <a:gd name="csY4" fmla="*/ 501650 h 821267"/>
              <a:gd name="csX5" fmla="*/ 988484 w 1090084"/>
              <a:gd name="csY5" fmla="*/ 459317 h 821267"/>
              <a:gd name="csX6" fmla="*/ 1016000 w 1090084"/>
              <a:gd name="csY6" fmla="*/ 480483 h 821267"/>
              <a:gd name="csX7" fmla="*/ 1022350 w 1090084"/>
              <a:gd name="csY7" fmla="*/ 503767 h 821267"/>
              <a:gd name="csX8" fmla="*/ 1018117 w 1090084"/>
              <a:gd name="csY8" fmla="*/ 518583 h 821267"/>
              <a:gd name="csX9" fmla="*/ 1028700 w 1090084"/>
              <a:gd name="csY9" fmla="*/ 524933 h 821267"/>
              <a:gd name="csX10" fmla="*/ 1054100 w 1090084"/>
              <a:gd name="csY10" fmla="*/ 512233 h 821267"/>
              <a:gd name="csX11" fmla="*/ 1073150 w 1090084"/>
              <a:gd name="csY11" fmla="*/ 529167 h 821267"/>
              <a:gd name="csX12" fmla="*/ 1047750 w 1090084"/>
              <a:gd name="csY12" fmla="*/ 563033 h 821267"/>
              <a:gd name="csX13" fmla="*/ 1051984 w 1090084"/>
              <a:gd name="csY13" fmla="*/ 577850 h 821267"/>
              <a:gd name="csX14" fmla="*/ 1090084 w 1090084"/>
              <a:gd name="csY14" fmla="*/ 592667 h 821267"/>
              <a:gd name="csX15" fmla="*/ 1079500 w 1090084"/>
              <a:gd name="csY15" fmla="*/ 620183 h 821267"/>
              <a:gd name="csX16" fmla="*/ 1051984 w 1090084"/>
              <a:gd name="csY16" fmla="*/ 645583 h 821267"/>
              <a:gd name="csX17" fmla="*/ 1051984 w 1090084"/>
              <a:gd name="csY17" fmla="*/ 666750 h 821267"/>
              <a:gd name="csX18" fmla="*/ 1075267 w 1090084"/>
              <a:gd name="csY18" fmla="*/ 694267 h 821267"/>
              <a:gd name="csX19" fmla="*/ 1041400 w 1090084"/>
              <a:gd name="csY19" fmla="*/ 709083 h 821267"/>
              <a:gd name="csX20" fmla="*/ 1009650 w 1090084"/>
              <a:gd name="csY20" fmla="*/ 694267 h 821267"/>
              <a:gd name="csX21" fmla="*/ 990600 w 1090084"/>
              <a:gd name="csY21" fmla="*/ 711200 h 821267"/>
              <a:gd name="csX22" fmla="*/ 1001184 w 1090084"/>
              <a:gd name="csY22" fmla="*/ 738717 h 821267"/>
              <a:gd name="csX23" fmla="*/ 956734 w 1090084"/>
              <a:gd name="csY23" fmla="*/ 742950 h 821267"/>
              <a:gd name="csX24" fmla="*/ 937684 w 1090084"/>
              <a:gd name="csY24" fmla="*/ 721783 h 821267"/>
              <a:gd name="csX25" fmla="*/ 924984 w 1090084"/>
              <a:gd name="csY25" fmla="*/ 723900 h 821267"/>
              <a:gd name="csX26" fmla="*/ 918634 w 1090084"/>
              <a:gd name="csY26" fmla="*/ 740833 h 821267"/>
              <a:gd name="csX27" fmla="*/ 872067 w 1090084"/>
              <a:gd name="csY27" fmla="*/ 728133 h 821267"/>
              <a:gd name="csX28" fmla="*/ 880534 w 1090084"/>
              <a:gd name="csY28" fmla="*/ 704850 h 821267"/>
              <a:gd name="csX29" fmla="*/ 863600 w 1090084"/>
              <a:gd name="csY29" fmla="*/ 685800 h 821267"/>
              <a:gd name="csX30" fmla="*/ 836084 w 1090084"/>
              <a:gd name="csY30" fmla="*/ 675217 h 821267"/>
              <a:gd name="csX31" fmla="*/ 844550 w 1090084"/>
              <a:gd name="csY31" fmla="*/ 649817 h 821267"/>
              <a:gd name="csX32" fmla="*/ 831850 w 1090084"/>
              <a:gd name="csY32" fmla="*/ 594783 h 821267"/>
              <a:gd name="csX33" fmla="*/ 590550 w 1090084"/>
              <a:gd name="csY33" fmla="*/ 732367 h 821267"/>
              <a:gd name="csX34" fmla="*/ 586317 w 1090084"/>
              <a:gd name="csY34" fmla="*/ 821267 h 821267"/>
              <a:gd name="csX35" fmla="*/ 499534 w 1090084"/>
              <a:gd name="csY35" fmla="*/ 768350 h 821267"/>
              <a:gd name="csX36" fmla="*/ 429684 w 1090084"/>
              <a:gd name="csY36" fmla="*/ 778933 h 821267"/>
              <a:gd name="csX37" fmla="*/ 408517 w 1090084"/>
              <a:gd name="csY37" fmla="*/ 764117 h 821267"/>
              <a:gd name="csX38" fmla="*/ 402167 w 1090084"/>
              <a:gd name="csY38" fmla="*/ 709083 h 821267"/>
              <a:gd name="csX39" fmla="*/ 86784 w 1090084"/>
              <a:gd name="csY39" fmla="*/ 520700 h 821267"/>
              <a:gd name="csX40" fmla="*/ 50800 w 1090084"/>
              <a:gd name="csY40" fmla="*/ 546100 h 821267"/>
              <a:gd name="csX41" fmla="*/ 21167 w 1090084"/>
              <a:gd name="csY41" fmla="*/ 543983 h 821267"/>
              <a:gd name="csX42" fmla="*/ 12700 w 1090084"/>
              <a:gd name="csY42" fmla="*/ 520700 h 821267"/>
              <a:gd name="csX43" fmla="*/ 14817 w 1090084"/>
              <a:gd name="csY43" fmla="*/ 488950 h 821267"/>
              <a:gd name="csX44" fmla="*/ 0 w 1090084"/>
              <a:gd name="csY44" fmla="*/ 465667 h 821267"/>
              <a:gd name="csX45" fmla="*/ 4234 w 1090084"/>
              <a:gd name="csY45" fmla="*/ 207433 h 821267"/>
              <a:gd name="csX46" fmla="*/ 88900 w 1090084"/>
              <a:gd name="csY46" fmla="*/ 249767 h 82126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Lst>
            <a:rect l="l" t="t" r="r" b="b"/>
            <a:pathLst>
              <a:path w="1090084" h="821267">
                <a:moveTo>
                  <a:pt x="524934" y="0"/>
                </a:moveTo>
                <a:lnTo>
                  <a:pt x="950384" y="262467"/>
                </a:lnTo>
                <a:lnTo>
                  <a:pt x="941917" y="480483"/>
                </a:lnTo>
                <a:lnTo>
                  <a:pt x="954617" y="503767"/>
                </a:lnTo>
                <a:lnTo>
                  <a:pt x="980017" y="501650"/>
                </a:lnTo>
                <a:lnTo>
                  <a:pt x="988484" y="459317"/>
                </a:lnTo>
                <a:lnTo>
                  <a:pt x="1016000" y="480483"/>
                </a:lnTo>
                <a:lnTo>
                  <a:pt x="1022350" y="503767"/>
                </a:lnTo>
                <a:lnTo>
                  <a:pt x="1018117" y="518583"/>
                </a:lnTo>
                <a:lnTo>
                  <a:pt x="1028700" y="524933"/>
                </a:lnTo>
                <a:lnTo>
                  <a:pt x="1054100" y="512233"/>
                </a:lnTo>
                <a:lnTo>
                  <a:pt x="1073150" y="529167"/>
                </a:lnTo>
                <a:lnTo>
                  <a:pt x="1047750" y="563033"/>
                </a:lnTo>
                <a:lnTo>
                  <a:pt x="1051984" y="577850"/>
                </a:lnTo>
                <a:lnTo>
                  <a:pt x="1090084" y="592667"/>
                </a:lnTo>
                <a:lnTo>
                  <a:pt x="1079500" y="620183"/>
                </a:lnTo>
                <a:lnTo>
                  <a:pt x="1051984" y="645583"/>
                </a:lnTo>
                <a:lnTo>
                  <a:pt x="1051984" y="666750"/>
                </a:lnTo>
                <a:lnTo>
                  <a:pt x="1075267" y="694267"/>
                </a:lnTo>
                <a:lnTo>
                  <a:pt x="1041400" y="709083"/>
                </a:lnTo>
                <a:lnTo>
                  <a:pt x="1009650" y="694267"/>
                </a:lnTo>
                <a:lnTo>
                  <a:pt x="990600" y="711200"/>
                </a:lnTo>
                <a:lnTo>
                  <a:pt x="1001184" y="738717"/>
                </a:lnTo>
                <a:lnTo>
                  <a:pt x="956734" y="742950"/>
                </a:lnTo>
                <a:lnTo>
                  <a:pt x="937684" y="721783"/>
                </a:lnTo>
                <a:lnTo>
                  <a:pt x="924984" y="723900"/>
                </a:lnTo>
                <a:lnTo>
                  <a:pt x="918634" y="740833"/>
                </a:lnTo>
                <a:lnTo>
                  <a:pt x="872067" y="728133"/>
                </a:lnTo>
                <a:lnTo>
                  <a:pt x="880534" y="704850"/>
                </a:lnTo>
                <a:lnTo>
                  <a:pt x="863600" y="685800"/>
                </a:lnTo>
                <a:lnTo>
                  <a:pt x="836084" y="675217"/>
                </a:lnTo>
                <a:lnTo>
                  <a:pt x="844550" y="649817"/>
                </a:lnTo>
                <a:lnTo>
                  <a:pt x="831850" y="594783"/>
                </a:lnTo>
                <a:lnTo>
                  <a:pt x="590550" y="732367"/>
                </a:lnTo>
                <a:lnTo>
                  <a:pt x="586317" y="821267"/>
                </a:lnTo>
                <a:lnTo>
                  <a:pt x="499534" y="768350"/>
                </a:lnTo>
                <a:lnTo>
                  <a:pt x="429684" y="778933"/>
                </a:lnTo>
                <a:lnTo>
                  <a:pt x="408517" y="764117"/>
                </a:lnTo>
                <a:lnTo>
                  <a:pt x="402167" y="709083"/>
                </a:lnTo>
                <a:lnTo>
                  <a:pt x="86784" y="520700"/>
                </a:lnTo>
                <a:lnTo>
                  <a:pt x="50800" y="546100"/>
                </a:lnTo>
                <a:lnTo>
                  <a:pt x="21167" y="543983"/>
                </a:lnTo>
                <a:lnTo>
                  <a:pt x="12700" y="520700"/>
                </a:lnTo>
                <a:lnTo>
                  <a:pt x="14817" y="488950"/>
                </a:lnTo>
                <a:lnTo>
                  <a:pt x="0" y="465667"/>
                </a:lnTo>
                <a:cubicBezTo>
                  <a:pt x="1411" y="379589"/>
                  <a:pt x="2823" y="293511"/>
                  <a:pt x="4234" y="207433"/>
                </a:cubicBezTo>
                <a:lnTo>
                  <a:pt x="88900" y="249767"/>
                </a:lnTo>
                <a:close/>
              </a:path>
            </a:pathLst>
          </a:custGeom>
        </p:spPr>
      </p:pic>
      <p:pic>
        <p:nvPicPr>
          <p:cNvPr id="24" name="図 23">
            <a:extLst>
              <a:ext uri="{FF2B5EF4-FFF2-40B4-BE49-F238E27FC236}">
                <a16:creationId xmlns:a16="http://schemas.microsoft.com/office/drawing/2014/main" id="{BDEC4364-9A69-C875-F871-778BBF9BC479}"/>
              </a:ext>
            </a:extLst>
          </p:cNvPr>
          <p:cNvPicPr>
            <a:picLocks noChangeAspect="1"/>
          </p:cNvPicPr>
          <p:nvPr/>
        </p:nvPicPr>
        <p:blipFill>
          <a:blip r:embed="rId3"/>
          <a:srcRect l="56495" t="56497" r="32738" b="31528"/>
          <a:stretch>
            <a:fillRect/>
          </a:stretch>
        </p:blipFill>
        <p:spPr>
          <a:xfrm>
            <a:off x="5830896" y="4152727"/>
            <a:ext cx="962011" cy="724777"/>
          </a:xfrm>
          <a:custGeom>
            <a:avLst/>
            <a:gdLst>
              <a:gd name="csX0" fmla="*/ 524934 w 1090084"/>
              <a:gd name="csY0" fmla="*/ 0 h 821267"/>
              <a:gd name="csX1" fmla="*/ 950384 w 1090084"/>
              <a:gd name="csY1" fmla="*/ 262467 h 821267"/>
              <a:gd name="csX2" fmla="*/ 941917 w 1090084"/>
              <a:gd name="csY2" fmla="*/ 480483 h 821267"/>
              <a:gd name="csX3" fmla="*/ 954617 w 1090084"/>
              <a:gd name="csY3" fmla="*/ 503767 h 821267"/>
              <a:gd name="csX4" fmla="*/ 980017 w 1090084"/>
              <a:gd name="csY4" fmla="*/ 501650 h 821267"/>
              <a:gd name="csX5" fmla="*/ 988484 w 1090084"/>
              <a:gd name="csY5" fmla="*/ 459317 h 821267"/>
              <a:gd name="csX6" fmla="*/ 1016000 w 1090084"/>
              <a:gd name="csY6" fmla="*/ 480483 h 821267"/>
              <a:gd name="csX7" fmla="*/ 1022350 w 1090084"/>
              <a:gd name="csY7" fmla="*/ 503767 h 821267"/>
              <a:gd name="csX8" fmla="*/ 1018117 w 1090084"/>
              <a:gd name="csY8" fmla="*/ 518583 h 821267"/>
              <a:gd name="csX9" fmla="*/ 1028700 w 1090084"/>
              <a:gd name="csY9" fmla="*/ 524933 h 821267"/>
              <a:gd name="csX10" fmla="*/ 1054100 w 1090084"/>
              <a:gd name="csY10" fmla="*/ 512233 h 821267"/>
              <a:gd name="csX11" fmla="*/ 1073150 w 1090084"/>
              <a:gd name="csY11" fmla="*/ 529167 h 821267"/>
              <a:gd name="csX12" fmla="*/ 1047750 w 1090084"/>
              <a:gd name="csY12" fmla="*/ 563033 h 821267"/>
              <a:gd name="csX13" fmla="*/ 1051984 w 1090084"/>
              <a:gd name="csY13" fmla="*/ 577850 h 821267"/>
              <a:gd name="csX14" fmla="*/ 1090084 w 1090084"/>
              <a:gd name="csY14" fmla="*/ 592667 h 821267"/>
              <a:gd name="csX15" fmla="*/ 1079500 w 1090084"/>
              <a:gd name="csY15" fmla="*/ 620183 h 821267"/>
              <a:gd name="csX16" fmla="*/ 1051984 w 1090084"/>
              <a:gd name="csY16" fmla="*/ 645583 h 821267"/>
              <a:gd name="csX17" fmla="*/ 1051984 w 1090084"/>
              <a:gd name="csY17" fmla="*/ 666750 h 821267"/>
              <a:gd name="csX18" fmla="*/ 1075267 w 1090084"/>
              <a:gd name="csY18" fmla="*/ 694267 h 821267"/>
              <a:gd name="csX19" fmla="*/ 1041400 w 1090084"/>
              <a:gd name="csY19" fmla="*/ 709083 h 821267"/>
              <a:gd name="csX20" fmla="*/ 1009650 w 1090084"/>
              <a:gd name="csY20" fmla="*/ 694267 h 821267"/>
              <a:gd name="csX21" fmla="*/ 990600 w 1090084"/>
              <a:gd name="csY21" fmla="*/ 711200 h 821267"/>
              <a:gd name="csX22" fmla="*/ 1001184 w 1090084"/>
              <a:gd name="csY22" fmla="*/ 738717 h 821267"/>
              <a:gd name="csX23" fmla="*/ 956734 w 1090084"/>
              <a:gd name="csY23" fmla="*/ 742950 h 821267"/>
              <a:gd name="csX24" fmla="*/ 937684 w 1090084"/>
              <a:gd name="csY24" fmla="*/ 721783 h 821267"/>
              <a:gd name="csX25" fmla="*/ 924984 w 1090084"/>
              <a:gd name="csY25" fmla="*/ 723900 h 821267"/>
              <a:gd name="csX26" fmla="*/ 918634 w 1090084"/>
              <a:gd name="csY26" fmla="*/ 740833 h 821267"/>
              <a:gd name="csX27" fmla="*/ 872067 w 1090084"/>
              <a:gd name="csY27" fmla="*/ 728133 h 821267"/>
              <a:gd name="csX28" fmla="*/ 880534 w 1090084"/>
              <a:gd name="csY28" fmla="*/ 704850 h 821267"/>
              <a:gd name="csX29" fmla="*/ 863600 w 1090084"/>
              <a:gd name="csY29" fmla="*/ 685800 h 821267"/>
              <a:gd name="csX30" fmla="*/ 836084 w 1090084"/>
              <a:gd name="csY30" fmla="*/ 675217 h 821267"/>
              <a:gd name="csX31" fmla="*/ 844550 w 1090084"/>
              <a:gd name="csY31" fmla="*/ 649817 h 821267"/>
              <a:gd name="csX32" fmla="*/ 831850 w 1090084"/>
              <a:gd name="csY32" fmla="*/ 594783 h 821267"/>
              <a:gd name="csX33" fmla="*/ 590550 w 1090084"/>
              <a:gd name="csY33" fmla="*/ 732367 h 821267"/>
              <a:gd name="csX34" fmla="*/ 586317 w 1090084"/>
              <a:gd name="csY34" fmla="*/ 821267 h 821267"/>
              <a:gd name="csX35" fmla="*/ 499534 w 1090084"/>
              <a:gd name="csY35" fmla="*/ 768350 h 821267"/>
              <a:gd name="csX36" fmla="*/ 429684 w 1090084"/>
              <a:gd name="csY36" fmla="*/ 778933 h 821267"/>
              <a:gd name="csX37" fmla="*/ 408517 w 1090084"/>
              <a:gd name="csY37" fmla="*/ 764117 h 821267"/>
              <a:gd name="csX38" fmla="*/ 402167 w 1090084"/>
              <a:gd name="csY38" fmla="*/ 709083 h 821267"/>
              <a:gd name="csX39" fmla="*/ 86784 w 1090084"/>
              <a:gd name="csY39" fmla="*/ 520700 h 821267"/>
              <a:gd name="csX40" fmla="*/ 50800 w 1090084"/>
              <a:gd name="csY40" fmla="*/ 546100 h 821267"/>
              <a:gd name="csX41" fmla="*/ 21167 w 1090084"/>
              <a:gd name="csY41" fmla="*/ 543983 h 821267"/>
              <a:gd name="csX42" fmla="*/ 12700 w 1090084"/>
              <a:gd name="csY42" fmla="*/ 520700 h 821267"/>
              <a:gd name="csX43" fmla="*/ 14817 w 1090084"/>
              <a:gd name="csY43" fmla="*/ 488950 h 821267"/>
              <a:gd name="csX44" fmla="*/ 0 w 1090084"/>
              <a:gd name="csY44" fmla="*/ 465667 h 821267"/>
              <a:gd name="csX45" fmla="*/ 4234 w 1090084"/>
              <a:gd name="csY45" fmla="*/ 207433 h 821267"/>
              <a:gd name="csX46" fmla="*/ 88900 w 1090084"/>
              <a:gd name="csY46" fmla="*/ 249767 h 82126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Lst>
            <a:rect l="l" t="t" r="r" b="b"/>
            <a:pathLst>
              <a:path w="1090084" h="821267">
                <a:moveTo>
                  <a:pt x="524934" y="0"/>
                </a:moveTo>
                <a:lnTo>
                  <a:pt x="950384" y="262467"/>
                </a:lnTo>
                <a:lnTo>
                  <a:pt x="941917" y="480483"/>
                </a:lnTo>
                <a:lnTo>
                  <a:pt x="954617" y="503767"/>
                </a:lnTo>
                <a:lnTo>
                  <a:pt x="980017" y="501650"/>
                </a:lnTo>
                <a:lnTo>
                  <a:pt x="988484" y="459317"/>
                </a:lnTo>
                <a:lnTo>
                  <a:pt x="1016000" y="480483"/>
                </a:lnTo>
                <a:lnTo>
                  <a:pt x="1022350" y="503767"/>
                </a:lnTo>
                <a:lnTo>
                  <a:pt x="1018117" y="518583"/>
                </a:lnTo>
                <a:lnTo>
                  <a:pt x="1028700" y="524933"/>
                </a:lnTo>
                <a:lnTo>
                  <a:pt x="1054100" y="512233"/>
                </a:lnTo>
                <a:lnTo>
                  <a:pt x="1073150" y="529167"/>
                </a:lnTo>
                <a:lnTo>
                  <a:pt x="1047750" y="563033"/>
                </a:lnTo>
                <a:lnTo>
                  <a:pt x="1051984" y="577850"/>
                </a:lnTo>
                <a:lnTo>
                  <a:pt x="1090084" y="592667"/>
                </a:lnTo>
                <a:lnTo>
                  <a:pt x="1079500" y="620183"/>
                </a:lnTo>
                <a:lnTo>
                  <a:pt x="1051984" y="645583"/>
                </a:lnTo>
                <a:lnTo>
                  <a:pt x="1051984" y="666750"/>
                </a:lnTo>
                <a:lnTo>
                  <a:pt x="1075267" y="694267"/>
                </a:lnTo>
                <a:lnTo>
                  <a:pt x="1041400" y="709083"/>
                </a:lnTo>
                <a:lnTo>
                  <a:pt x="1009650" y="694267"/>
                </a:lnTo>
                <a:lnTo>
                  <a:pt x="990600" y="711200"/>
                </a:lnTo>
                <a:lnTo>
                  <a:pt x="1001184" y="738717"/>
                </a:lnTo>
                <a:lnTo>
                  <a:pt x="956734" y="742950"/>
                </a:lnTo>
                <a:lnTo>
                  <a:pt x="937684" y="721783"/>
                </a:lnTo>
                <a:lnTo>
                  <a:pt x="924984" y="723900"/>
                </a:lnTo>
                <a:lnTo>
                  <a:pt x="918634" y="740833"/>
                </a:lnTo>
                <a:lnTo>
                  <a:pt x="872067" y="728133"/>
                </a:lnTo>
                <a:lnTo>
                  <a:pt x="880534" y="704850"/>
                </a:lnTo>
                <a:lnTo>
                  <a:pt x="863600" y="685800"/>
                </a:lnTo>
                <a:lnTo>
                  <a:pt x="836084" y="675217"/>
                </a:lnTo>
                <a:lnTo>
                  <a:pt x="844550" y="649817"/>
                </a:lnTo>
                <a:lnTo>
                  <a:pt x="831850" y="594783"/>
                </a:lnTo>
                <a:lnTo>
                  <a:pt x="590550" y="732367"/>
                </a:lnTo>
                <a:lnTo>
                  <a:pt x="586317" y="821267"/>
                </a:lnTo>
                <a:lnTo>
                  <a:pt x="499534" y="768350"/>
                </a:lnTo>
                <a:lnTo>
                  <a:pt x="429684" y="778933"/>
                </a:lnTo>
                <a:lnTo>
                  <a:pt x="408517" y="764117"/>
                </a:lnTo>
                <a:lnTo>
                  <a:pt x="402167" y="709083"/>
                </a:lnTo>
                <a:lnTo>
                  <a:pt x="86784" y="520700"/>
                </a:lnTo>
                <a:lnTo>
                  <a:pt x="50800" y="546100"/>
                </a:lnTo>
                <a:lnTo>
                  <a:pt x="21167" y="543983"/>
                </a:lnTo>
                <a:lnTo>
                  <a:pt x="12700" y="520700"/>
                </a:lnTo>
                <a:lnTo>
                  <a:pt x="14817" y="488950"/>
                </a:lnTo>
                <a:lnTo>
                  <a:pt x="0" y="465667"/>
                </a:lnTo>
                <a:cubicBezTo>
                  <a:pt x="1411" y="379589"/>
                  <a:pt x="2823" y="293511"/>
                  <a:pt x="4234" y="207433"/>
                </a:cubicBezTo>
                <a:lnTo>
                  <a:pt x="88900" y="249767"/>
                </a:lnTo>
                <a:close/>
              </a:path>
            </a:pathLst>
          </a:custGeom>
        </p:spPr>
      </p:pic>
      <p:pic>
        <p:nvPicPr>
          <p:cNvPr id="106" name="図 105">
            <a:extLst>
              <a:ext uri="{FF2B5EF4-FFF2-40B4-BE49-F238E27FC236}">
                <a16:creationId xmlns:a16="http://schemas.microsoft.com/office/drawing/2014/main" id="{66029CF9-0CE6-2C62-B9B6-86E61749C234}"/>
              </a:ext>
            </a:extLst>
          </p:cNvPr>
          <p:cNvPicPr>
            <a:picLocks noChangeAspect="1"/>
          </p:cNvPicPr>
          <p:nvPr/>
        </p:nvPicPr>
        <p:blipFill>
          <a:blip r:embed="rId4"/>
          <a:srcRect l="79290" t="28519" r="13440" b="62222"/>
          <a:stretch>
            <a:fillRect/>
          </a:stretch>
        </p:blipFill>
        <p:spPr>
          <a:xfrm>
            <a:off x="7966827" y="2203323"/>
            <a:ext cx="736600" cy="635000"/>
          </a:xfrm>
          <a:custGeom>
            <a:avLst/>
            <a:gdLst>
              <a:gd name="csX0" fmla="*/ 401637 w 736600"/>
              <a:gd name="csY0" fmla="*/ 0 h 635000"/>
              <a:gd name="csX1" fmla="*/ 736600 w 736600"/>
              <a:gd name="csY1" fmla="*/ 190500 h 635000"/>
              <a:gd name="csX2" fmla="*/ 736600 w 736600"/>
              <a:gd name="csY2" fmla="*/ 404813 h 635000"/>
              <a:gd name="csX3" fmla="*/ 661987 w 736600"/>
              <a:gd name="csY3" fmla="*/ 442913 h 635000"/>
              <a:gd name="csX4" fmla="*/ 666750 w 736600"/>
              <a:gd name="csY4" fmla="*/ 539750 h 635000"/>
              <a:gd name="csX5" fmla="*/ 652462 w 736600"/>
              <a:gd name="csY5" fmla="*/ 563563 h 635000"/>
              <a:gd name="csX6" fmla="*/ 619125 w 736600"/>
              <a:gd name="csY6" fmla="*/ 579438 h 635000"/>
              <a:gd name="csX7" fmla="*/ 587375 w 736600"/>
              <a:gd name="csY7" fmla="*/ 579438 h 635000"/>
              <a:gd name="csX8" fmla="*/ 525462 w 736600"/>
              <a:gd name="csY8" fmla="*/ 550863 h 635000"/>
              <a:gd name="csX9" fmla="*/ 457200 w 736600"/>
              <a:gd name="csY9" fmla="*/ 568325 h 635000"/>
              <a:gd name="csX10" fmla="*/ 460375 w 736600"/>
              <a:gd name="csY10" fmla="*/ 635000 h 635000"/>
              <a:gd name="csX11" fmla="*/ 365125 w 736600"/>
              <a:gd name="csY11" fmla="*/ 592138 h 635000"/>
              <a:gd name="csX12" fmla="*/ 328612 w 736600"/>
              <a:gd name="csY12" fmla="*/ 614363 h 635000"/>
              <a:gd name="csX13" fmla="*/ 303212 w 736600"/>
              <a:gd name="csY13" fmla="*/ 590550 h 635000"/>
              <a:gd name="csX14" fmla="*/ 307975 w 736600"/>
              <a:gd name="csY14" fmla="*/ 549275 h 635000"/>
              <a:gd name="csX15" fmla="*/ 84137 w 736600"/>
              <a:gd name="csY15" fmla="*/ 412750 h 635000"/>
              <a:gd name="csX16" fmla="*/ 20637 w 736600"/>
              <a:gd name="csY16" fmla="*/ 428625 h 635000"/>
              <a:gd name="csX17" fmla="*/ 4762 w 736600"/>
              <a:gd name="csY17" fmla="*/ 409575 h 635000"/>
              <a:gd name="csX18" fmla="*/ 14287 w 736600"/>
              <a:gd name="csY18" fmla="*/ 390525 h 635000"/>
              <a:gd name="csX19" fmla="*/ 0 w 736600"/>
              <a:gd name="csY19" fmla="*/ 373063 h 635000"/>
              <a:gd name="csX20" fmla="*/ 0 w 736600"/>
              <a:gd name="csY20" fmla="*/ 158750 h 635000"/>
              <a:gd name="csX21" fmla="*/ 58737 w 736600"/>
              <a:gd name="csY21" fmla="*/ 198438 h 635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Lst>
            <a:rect l="l" t="t" r="r" b="b"/>
            <a:pathLst>
              <a:path w="736600" h="635000">
                <a:moveTo>
                  <a:pt x="401637" y="0"/>
                </a:moveTo>
                <a:lnTo>
                  <a:pt x="736600" y="190500"/>
                </a:lnTo>
                <a:lnTo>
                  <a:pt x="736600" y="404813"/>
                </a:lnTo>
                <a:lnTo>
                  <a:pt x="661987" y="442913"/>
                </a:lnTo>
                <a:lnTo>
                  <a:pt x="666750" y="539750"/>
                </a:lnTo>
                <a:lnTo>
                  <a:pt x="652462" y="563563"/>
                </a:lnTo>
                <a:lnTo>
                  <a:pt x="619125" y="579438"/>
                </a:lnTo>
                <a:lnTo>
                  <a:pt x="587375" y="579438"/>
                </a:lnTo>
                <a:lnTo>
                  <a:pt x="525462" y="550863"/>
                </a:lnTo>
                <a:lnTo>
                  <a:pt x="457200" y="568325"/>
                </a:lnTo>
                <a:lnTo>
                  <a:pt x="460375" y="635000"/>
                </a:lnTo>
                <a:lnTo>
                  <a:pt x="365125" y="592138"/>
                </a:lnTo>
                <a:lnTo>
                  <a:pt x="328612" y="614363"/>
                </a:lnTo>
                <a:lnTo>
                  <a:pt x="303212" y="590550"/>
                </a:lnTo>
                <a:lnTo>
                  <a:pt x="307975" y="549275"/>
                </a:lnTo>
                <a:lnTo>
                  <a:pt x="84137" y="412750"/>
                </a:lnTo>
                <a:lnTo>
                  <a:pt x="20637" y="428625"/>
                </a:lnTo>
                <a:lnTo>
                  <a:pt x="4762" y="409575"/>
                </a:lnTo>
                <a:lnTo>
                  <a:pt x="14287" y="390525"/>
                </a:lnTo>
                <a:lnTo>
                  <a:pt x="0" y="373063"/>
                </a:lnTo>
                <a:lnTo>
                  <a:pt x="0" y="158750"/>
                </a:lnTo>
                <a:lnTo>
                  <a:pt x="58737" y="198438"/>
                </a:lnTo>
                <a:close/>
              </a:path>
            </a:pathLst>
          </a:custGeom>
        </p:spPr>
      </p:pic>
      <p:pic>
        <p:nvPicPr>
          <p:cNvPr id="55" name="図 54">
            <a:extLst>
              <a:ext uri="{FF2B5EF4-FFF2-40B4-BE49-F238E27FC236}">
                <a16:creationId xmlns:a16="http://schemas.microsoft.com/office/drawing/2014/main" id="{3C9F5CE5-9E01-A1B1-110B-8EF4AF34DF98}"/>
              </a:ext>
            </a:extLst>
          </p:cNvPr>
          <p:cNvPicPr>
            <a:picLocks noChangeAspect="1"/>
          </p:cNvPicPr>
          <p:nvPr/>
        </p:nvPicPr>
        <p:blipFill>
          <a:blip r:embed="rId4"/>
          <a:srcRect l="79290" t="28519" r="13440" b="62222"/>
          <a:stretch>
            <a:fillRect/>
          </a:stretch>
        </p:blipFill>
        <p:spPr>
          <a:xfrm>
            <a:off x="7850723" y="2404662"/>
            <a:ext cx="736600" cy="635000"/>
          </a:xfrm>
          <a:custGeom>
            <a:avLst/>
            <a:gdLst>
              <a:gd name="csX0" fmla="*/ 401637 w 736600"/>
              <a:gd name="csY0" fmla="*/ 0 h 635000"/>
              <a:gd name="csX1" fmla="*/ 736600 w 736600"/>
              <a:gd name="csY1" fmla="*/ 190500 h 635000"/>
              <a:gd name="csX2" fmla="*/ 736600 w 736600"/>
              <a:gd name="csY2" fmla="*/ 404813 h 635000"/>
              <a:gd name="csX3" fmla="*/ 661987 w 736600"/>
              <a:gd name="csY3" fmla="*/ 442913 h 635000"/>
              <a:gd name="csX4" fmla="*/ 666750 w 736600"/>
              <a:gd name="csY4" fmla="*/ 539750 h 635000"/>
              <a:gd name="csX5" fmla="*/ 652462 w 736600"/>
              <a:gd name="csY5" fmla="*/ 563563 h 635000"/>
              <a:gd name="csX6" fmla="*/ 619125 w 736600"/>
              <a:gd name="csY6" fmla="*/ 579438 h 635000"/>
              <a:gd name="csX7" fmla="*/ 587375 w 736600"/>
              <a:gd name="csY7" fmla="*/ 579438 h 635000"/>
              <a:gd name="csX8" fmla="*/ 525462 w 736600"/>
              <a:gd name="csY8" fmla="*/ 550863 h 635000"/>
              <a:gd name="csX9" fmla="*/ 457200 w 736600"/>
              <a:gd name="csY9" fmla="*/ 568325 h 635000"/>
              <a:gd name="csX10" fmla="*/ 460375 w 736600"/>
              <a:gd name="csY10" fmla="*/ 635000 h 635000"/>
              <a:gd name="csX11" fmla="*/ 365125 w 736600"/>
              <a:gd name="csY11" fmla="*/ 592138 h 635000"/>
              <a:gd name="csX12" fmla="*/ 328612 w 736600"/>
              <a:gd name="csY12" fmla="*/ 614363 h 635000"/>
              <a:gd name="csX13" fmla="*/ 303212 w 736600"/>
              <a:gd name="csY13" fmla="*/ 590550 h 635000"/>
              <a:gd name="csX14" fmla="*/ 307975 w 736600"/>
              <a:gd name="csY14" fmla="*/ 549275 h 635000"/>
              <a:gd name="csX15" fmla="*/ 84137 w 736600"/>
              <a:gd name="csY15" fmla="*/ 412750 h 635000"/>
              <a:gd name="csX16" fmla="*/ 20637 w 736600"/>
              <a:gd name="csY16" fmla="*/ 428625 h 635000"/>
              <a:gd name="csX17" fmla="*/ 4762 w 736600"/>
              <a:gd name="csY17" fmla="*/ 409575 h 635000"/>
              <a:gd name="csX18" fmla="*/ 14287 w 736600"/>
              <a:gd name="csY18" fmla="*/ 390525 h 635000"/>
              <a:gd name="csX19" fmla="*/ 0 w 736600"/>
              <a:gd name="csY19" fmla="*/ 373063 h 635000"/>
              <a:gd name="csX20" fmla="*/ 0 w 736600"/>
              <a:gd name="csY20" fmla="*/ 158750 h 635000"/>
              <a:gd name="csX21" fmla="*/ 58737 w 736600"/>
              <a:gd name="csY21" fmla="*/ 198438 h 635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Lst>
            <a:rect l="l" t="t" r="r" b="b"/>
            <a:pathLst>
              <a:path w="736600" h="635000">
                <a:moveTo>
                  <a:pt x="401637" y="0"/>
                </a:moveTo>
                <a:lnTo>
                  <a:pt x="736600" y="190500"/>
                </a:lnTo>
                <a:lnTo>
                  <a:pt x="736600" y="404813"/>
                </a:lnTo>
                <a:lnTo>
                  <a:pt x="661987" y="442913"/>
                </a:lnTo>
                <a:lnTo>
                  <a:pt x="666750" y="539750"/>
                </a:lnTo>
                <a:lnTo>
                  <a:pt x="652462" y="563563"/>
                </a:lnTo>
                <a:lnTo>
                  <a:pt x="619125" y="579438"/>
                </a:lnTo>
                <a:lnTo>
                  <a:pt x="587375" y="579438"/>
                </a:lnTo>
                <a:lnTo>
                  <a:pt x="525462" y="550863"/>
                </a:lnTo>
                <a:lnTo>
                  <a:pt x="457200" y="568325"/>
                </a:lnTo>
                <a:lnTo>
                  <a:pt x="460375" y="635000"/>
                </a:lnTo>
                <a:lnTo>
                  <a:pt x="365125" y="592138"/>
                </a:lnTo>
                <a:lnTo>
                  <a:pt x="328612" y="614363"/>
                </a:lnTo>
                <a:lnTo>
                  <a:pt x="303212" y="590550"/>
                </a:lnTo>
                <a:lnTo>
                  <a:pt x="307975" y="549275"/>
                </a:lnTo>
                <a:lnTo>
                  <a:pt x="84137" y="412750"/>
                </a:lnTo>
                <a:lnTo>
                  <a:pt x="20637" y="428625"/>
                </a:lnTo>
                <a:lnTo>
                  <a:pt x="4762" y="409575"/>
                </a:lnTo>
                <a:lnTo>
                  <a:pt x="14287" y="390525"/>
                </a:lnTo>
                <a:lnTo>
                  <a:pt x="0" y="373063"/>
                </a:lnTo>
                <a:lnTo>
                  <a:pt x="0" y="158750"/>
                </a:lnTo>
                <a:lnTo>
                  <a:pt x="58737" y="198438"/>
                </a:lnTo>
                <a:close/>
              </a:path>
            </a:pathLst>
          </a:custGeom>
        </p:spPr>
      </p:pic>
      <p:sp>
        <p:nvSpPr>
          <p:cNvPr id="4" name="テキスト ボックス 3">
            <a:extLst>
              <a:ext uri="{FF2B5EF4-FFF2-40B4-BE49-F238E27FC236}">
                <a16:creationId xmlns:a16="http://schemas.microsoft.com/office/drawing/2014/main" id="{4B1B4C48-D223-04D1-3563-403878C90192}"/>
              </a:ext>
            </a:extLst>
          </p:cNvPr>
          <p:cNvSpPr txBox="1"/>
          <p:nvPr/>
        </p:nvSpPr>
        <p:spPr>
          <a:xfrm>
            <a:off x="3117524" y="724344"/>
            <a:ext cx="1959194" cy="461665"/>
          </a:xfrm>
          <a:prstGeom prst="rect">
            <a:avLst/>
          </a:prstGeom>
          <a:noFill/>
        </p:spPr>
        <p:txBody>
          <a:bodyPr wrap="square" rtlCol="0">
            <a:spAutoFit/>
          </a:bodyPr>
          <a:lstStyle/>
          <a:p>
            <a:pPr algn="ctr"/>
            <a:r>
              <a:rPr lang="en-US" altLang="zh-CN" sz="1200" b="1" dirty="0">
                <a:solidFill>
                  <a:schemeClr val="accent5"/>
                </a:solidFill>
              </a:rPr>
              <a:t>Azure </a:t>
            </a:r>
          </a:p>
          <a:p>
            <a:pPr algn="ctr"/>
            <a:r>
              <a:rPr lang="en-US" altLang="zh-CN" sz="1200" b="1" dirty="0">
                <a:solidFill>
                  <a:schemeClr val="accent5"/>
                </a:solidFill>
              </a:rPr>
              <a:t>Data Collection NSG</a:t>
            </a:r>
            <a:endParaRPr lang="en-US" altLang="ja-JP" sz="1200" b="1" dirty="0">
              <a:solidFill>
                <a:schemeClr val="accent5"/>
              </a:solidFill>
            </a:endParaRPr>
          </a:p>
        </p:txBody>
      </p:sp>
      <p:sp>
        <p:nvSpPr>
          <p:cNvPr id="5" name="テキスト ボックス 4">
            <a:extLst>
              <a:ext uri="{FF2B5EF4-FFF2-40B4-BE49-F238E27FC236}">
                <a16:creationId xmlns:a16="http://schemas.microsoft.com/office/drawing/2014/main" id="{D7E844AC-68CE-6A12-223B-1A4598272775}"/>
              </a:ext>
            </a:extLst>
          </p:cNvPr>
          <p:cNvSpPr txBox="1"/>
          <p:nvPr/>
        </p:nvSpPr>
        <p:spPr>
          <a:xfrm>
            <a:off x="5249813" y="724344"/>
            <a:ext cx="2027162" cy="461665"/>
          </a:xfrm>
          <a:prstGeom prst="rect">
            <a:avLst/>
          </a:prstGeom>
          <a:noFill/>
        </p:spPr>
        <p:txBody>
          <a:bodyPr wrap="square" rtlCol="0">
            <a:spAutoFit/>
          </a:bodyPr>
          <a:lstStyle/>
          <a:p>
            <a:pPr algn="ctr"/>
            <a:r>
              <a:rPr lang="en-US" altLang="zh-CN" sz="1200" b="1" dirty="0">
                <a:solidFill>
                  <a:schemeClr val="accent5"/>
                </a:solidFill>
              </a:rPr>
              <a:t>Azure </a:t>
            </a:r>
          </a:p>
          <a:p>
            <a:pPr algn="ctr"/>
            <a:r>
              <a:rPr lang="en-US" altLang="zh-CN" sz="1200" b="1" dirty="0">
                <a:solidFill>
                  <a:schemeClr val="accent5"/>
                </a:solidFill>
              </a:rPr>
              <a:t>System NSG(5450 open)</a:t>
            </a:r>
            <a:endParaRPr lang="en-US" altLang="ja-JP" sz="1200" b="1" dirty="0">
              <a:solidFill>
                <a:schemeClr val="accent5"/>
              </a:solidFill>
            </a:endParaRPr>
          </a:p>
        </p:txBody>
      </p:sp>
      <p:sp>
        <p:nvSpPr>
          <p:cNvPr id="6" name="テキスト ボックス 5">
            <a:extLst>
              <a:ext uri="{FF2B5EF4-FFF2-40B4-BE49-F238E27FC236}">
                <a16:creationId xmlns:a16="http://schemas.microsoft.com/office/drawing/2014/main" id="{0530240F-A7BF-5DC1-1EAE-93A9F31F432A}"/>
              </a:ext>
            </a:extLst>
          </p:cNvPr>
          <p:cNvSpPr txBox="1"/>
          <p:nvPr/>
        </p:nvSpPr>
        <p:spPr>
          <a:xfrm>
            <a:off x="8892755" y="695055"/>
            <a:ext cx="2738045" cy="461665"/>
          </a:xfrm>
          <a:prstGeom prst="rect">
            <a:avLst/>
          </a:prstGeom>
          <a:noFill/>
        </p:spPr>
        <p:txBody>
          <a:bodyPr wrap="square" rtlCol="0">
            <a:spAutoFit/>
          </a:bodyPr>
          <a:lstStyle/>
          <a:p>
            <a:pPr algn="ctr"/>
            <a:r>
              <a:rPr lang="en-US" altLang="zh-CN" sz="1200" b="1" dirty="0">
                <a:solidFill>
                  <a:schemeClr val="accent5"/>
                </a:solidFill>
              </a:rPr>
              <a:t>Azure </a:t>
            </a:r>
          </a:p>
          <a:p>
            <a:pPr algn="ctr"/>
            <a:r>
              <a:rPr lang="en-US" altLang="zh-CN" sz="1200" b="1" dirty="0">
                <a:solidFill>
                  <a:schemeClr val="accent5"/>
                </a:solidFill>
              </a:rPr>
              <a:t>Access NSG(443/5450/5457 open)</a:t>
            </a:r>
            <a:endParaRPr lang="en-US" altLang="ja-JP" sz="1200" b="1" dirty="0">
              <a:solidFill>
                <a:schemeClr val="accent5"/>
              </a:solidFill>
            </a:endParaRPr>
          </a:p>
        </p:txBody>
      </p:sp>
      <p:pic>
        <p:nvPicPr>
          <p:cNvPr id="7" name="図 6">
            <a:extLst>
              <a:ext uri="{FF2B5EF4-FFF2-40B4-BE49-F238E27FC236}">
                <a16:creationId xmlns:a16="http://schemas.microsoft.com/office/drawing/2014/main" id="{367C8045-03C1-FA6C-10CA-BD8E52F8CAEB}"/>
              </a:ext>
            </a:extLst>
          </p:cNvPr>
          <p:cNvPicPr>
            <a:picLocks noChangeAspect="1"/>
          </p:cNvPicPr>
          <p:nvPr/>
        </p:nvPicPr>
        <p:blipFill>
          <a:blip r:embed="rId4"/>
          <a:srcRect l="41603" t="22593" r="53791" b="66528"/>
          <a:stretch>
            <a:fillRect/>
          </a:stretch>
        </p:blipFill>
        <p:spPr>
          <a:xfrm>
            <a:off x="8002396" y="5535772"/>
            <a:ext cx="388838" cy="621612"/>
          </a:xfrm>
          <a:custGeom>
            <a:avLst/>
            <a:gdLst>
              <a:gd name="csX0" fmla="*/ 107950 w 466725"/>
              <a:gd name="csY0" fmla="*/ 0 h 746125"/>
              <a:gd name="csX1" fmla="*/ 460375 w 466725"/>
              <a:gd name="csY1" fmla="*/ 193675 h 746125"/>
              <a:gd name="csX2" fmla="*/ 466725 w 466725"/>
              <a:gd name="csY2" fmla="*/ 654050 h 746125"/>
              <a:gd name="csX3" fmla="*/ 336550 w 466725"/>
              <a:gd name="csY3" fmla="*/ 746125 h 746125"/>
              <a:gd name="csX4" fmla="*/ 3175 w 466725"/>
              <a:gd name="csY4" fmla="*/ 546100 h 746125"/>
              <a:gd name="csX5" fmla="*/ 0 w 466725"/>
              <a:gd name="csY5" fmla="*/ 69850 h 746125"/>
            </a:gdLst>
            <a:ahLst/>
            <a:cxnLst>
              <a:cxn ang="0">
                <a:pos x="csX0" y="csY0"/>
              </a:cxn>
              <a:cxn ang="0">
                <a:pos x="csX1" y="csY1"/>
              </a:cxn>
              <a:cxn ang="0">
                <a:pos x="csX2" y="csY2"/>
              </a:cxn>
              <a:cxn ang="0">
                <a:pos x="csX3" y="csY3"/>
              </a:cxn>
              <a:cxn ang="0">
                <a:pos x="csX4" y="csY4"/>
              </a:cxn>
              <a:cxn ang="0">
                <a:pos x="csX5" y="csY5"/>
              </a:cxn>
            </a:cxnLst>
            <a:rect l="l" t="t" r="r" b="b"/>
            <a:pathLst>
              <a:path w="466725" h="746125">
                <a:moveTo>
                  <a:pt x="107950" y="0"/>
                </a:moveTo>
                <a:lnTo>
                  <a:pt x="460375" y="193675"/>
                </a:lnTo>
                <a:cubicBezTo>
                  <a:pt x="462492" y="347133"/>
                  <a:pt x="464608" y="500592"/>
                  <a:pt x="466725" y="654050"/>
                </a:cubicBezTo>
                <a:lnTo>
                  <a:pt x="336550" y="746125"/>
                </a:lnTo>
                <a:lnTo>
                  <a:pt x="3175" y="546100"/>
                </a:lnTo>
                <a:cubicBezTo>
                  <a:pt x="2117" y="387350"/>
                  <a:pt x="1058" y="228600"/>
                  <a:pt x="0" y="69850"/>
                </a:cubicBezTo>
                <a:close/>
              </a:path>
            </a:pathLst>
          </a:custGeom>
        </p:spPr>
      </p:pic>
      <p:pic>
        <p:nvPicPr>
          <p:cNvPr id="9" name="図 8">
            <a:extLst>
              <a:ext uri="{FF2B5EF4-FFF2-40B4-BE49-F238E27FC236}">
                <a16:creationId xmlns:a16="http://schemas.microsoft.com/office/drawing/2014/main" id="{B8D6CE1F-9D33-5FF3-ABF8-C1CCFD378908}"/>
              </a:ext>
            </a:extLst>
          </p:cNvPr>
          <p:cNvPicPr>
            <a:picLocks noChangeAspect="1"/>
          </p:cNvPicPr>
          <p:nvPr/>
        </p:nvPicPr>
        <p:blipFill>
          <a:blip r:embed="rId4"/>
          <a:srcRect l="9649" t="33463" r="82298" b="56537"/>
          <a:stretch>
            <a:fillRect/>
          </a:stretch>
        </p:blipFill>
        <p:spPr>
          <a:xfrm>
            <a:off x="3534920" y="3739724"/>
            <a:ext cx="739602" cy="621611"/>
          </a:xfrm>
          <a:custGeom>
            <a:avLst/>
            <a:gdLst>
              <a:gd name="csX0" fmla="*/ 447675 w 815975"/>
              <a:gd name="csY0" fmla="*/ 0 h 685800"/>
              <a:gd name="csX1" fmla="*/ 815975 w 815975"/>
              <a:gd name="csY1" fmla="*/ 206375 h 685800"/>
              <a:gd name="csX2" fmla="*/ 815975 w 815975"/>
              <a:gd name="csY2" fmla="*/ 434975 h 685800"/>
              <a:gd name="csX3" fmla="*/ 733425 w 815975"/>
              <a:gd name="csY3" fmla="*/ 476250 h 685800"/>
              <a:gd name="csX4" fmla="*/ 742950 w 815975"/>
              <a:gd name="csY4" fmla="*/ 593725 h 685800"/>
              <a:gd name="csX5" fmla="*/ 708025 w 815975"/>
              <a:gd name="csY5" fmla="*/ 615950 h 685800"/>
              <a:gd name="csX6" fmla="*/ 628650 w 815975"/>
              <a:gd name="csY6" fmla="*/ 622300 h 685800"/>
              <a:gd name="csX7" fmla="*/ 603250 w 815975"/>
              <a:gd name="csY7" fmla="*/ 596900 h 685800"/>
              <a:gd name="csX8" fmla="*/ 577850 w 815975"/>
              <a:gd name="csY8" fmla="*/ 587375 h 685800"/>
              <a:gd name="csX9" fmla="*/ 577850 w 815975"/>
              <a:gd name="csY9" fmla="*/ 561975 h 685800"/>
              <a:gd name="csX10" fmla="*/ 501650 w 815975"/>
              <a:gd name="csY10" fmla="*/ 606425 h 685800"/>
              <a:gd name="csX11" fmla="*/ 511175 w 815975"/>
              <a:gd name="csY11" fmla="*/ 685800 h 685800"/>
              <a:gd name="csX12" fmla="*/ 419100 w 815975"/>
              <a:gd name="csY12" fmla="*/ 622300 h 685800"/>
              <a:gd name="csX13" fmla="*/ 403225 w 815975"/>
              <a:gd name="csY13" fmla="*/ 647700 h 685800"/>
              <a:gd name="csX14" fmla="*/ 374650 w 815975"/>
              <a:gd name="csY14" fmla="*/ 647700 h 685800"/>
              <a:gd name="csX15" fmla="*/ 349250 w 815975"/>
              <a:gd name="csY15" fmla="*/ 631825 h 685800"/>
              <a:gd name="csX16" fmla="*/ 349250 w 815975"/>
              <a:gd name="csY16" fmla="*/ 581025 h 685800"/>
              <a:gd name="csX17" fmla="*/ 85725 w 815975"/>
              <a:gd name="csY17" fmla="*/ 444500 h 685800"/>
              <a:gd name="csX18" fmla="*/ 38100 w 815975"/>
              <a:gd name="csY18" fmla="*/ 457200 h 685800"/>
              <a:gd name="csX19" fmla="*/ 19050 w 815975"/>
              <a:gd name="csY19" fmla="*/ 447675 h 685800"/>
              <a:gd name="csX20" fmla="*/ 12700 w 815975"/>
              <a:gd name="csY20" fmla="*/ 400050 h 685800"/>
              <a:gd name="csX21" fmla="*/ 0 w 815975"/>
              <a:gd name="csY21" fmla="*/ 384175 h 685800"/>
              <a:gd name="csX22" fmla="*/ 9525 w 815975"/>
              <a:gd name="csY22" fmla="*/ 146050 h 685800"/>
              <a:gd name="csX23" fmla="*/ 82550 w 815975"/>
              <a:gd name="csY23" fmla="*/ 200025 h 6858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Lst>
            <a:rect l="l" t="t" r="r" b="b"/>
            <a:pathLst>
              <a:path w="815975" h="685800">
                <a:moveTo>
                  <a:pt x="447675" y="0"/>
                </a:moveTo>
                <a:lnTo>
                  <a:pt x="815975" y="206375"/>
                </a:lnTo>
                <a:lnTo>
                  <a:pt x="815975" y="434975"/>
                </a:lnTo>
                <a:lnTo>
                  <a:pt x="733425" y="476250"/>
                </a:lnTo>
                <a:lnTo>
                  <a:pt x="742950" y="593725"/>
                </a:lnTo>
                <a:lnTo>
                  <a:pt x="708025" y="615950"/>
                </a:lnTo>
                <a:lnTo>
                  <a:pt x="628650" y="622300"/>
                </a:lnTo>
                <a:lnTo>
                  <a:pt x="603250" y="596900"/>
                </a:lnTo>
                <a:lnTo>
                  <a:pt x="577850" y="587375"/>
                </a:lnTo>
                <a:lnTo>
                  <a:pt x="577850" y="561975"/>
                </a:lnTo>
                <a:lnTo>
                  <a:pt x="501650" y="606425"/>
                </a:lnTo>
                <a:lnTo>
                  <a:pt x="511175" y="685800"/>
                </a:lnTo>
                <a:lnTo>
                  <a:pt x="419100" y="622300"/>
                </a:lnTo>
                <a:lnTo>
                  <a:pt x="403225" y="647700"/>
                </a:lnTo>
                <a:lnTo>
                  <a:pt x="374650" y="647700"/>
                </a:lnTo>
                <a:lnTo>
                  <a:pt x="349250" y="631825"/>
                </a:lnTo>
                <a:lnTo>
                  <a:pt x="349250" y="581025"/>
                </a:lnTo>
                <a:lnTo>
                  <a:pt x="85725" y="444500"/>
                </a:lnTo>
                <a:lnTo>
                  <a:pt x="38100" y="457200"/>
                </a:lnTo>
                <a:lnTo>
                  <a:pt x="19050" y="447675"/>
                </a:lnTo>
                <a:lnTo>
                  <a:pt x="12700" y="400050"/>
                </a:lnTo>
                <a:lnTo>
                  <a:pt x="0" y="384175"/>
                </a:lnTo>
                <a:lnTo>
                  <a:pt x="9525" y="146050"/>
                </a:lnTo>
                <a:lnTo>
                  <a:pt x="82550" y="200025"/>
                </a:lnTo>
                <a:close/>
              </a:path>
            </a:pathLst>
          </a:custGeom>
        </p:spPr>
      </p:pic>
      <p:cxnSp>
        <p:nvCxnSpPr>
          <p:cNvPr id="25" name="直線コネクタ 24">
            <a:extLst>
              <a:ext uri="{FF2B5EF4-FFF2-40B4-BE49-F238E27FC236}">
                <a16:creationId xmlns:a16="http://schemas.microsoft.com/office/drawing/2014/main" id="{7E665751-12D1-1E41-45D5-A08BB748A360}"/>
              </a:ext>
            </a:extLst>
          </p:cNvPr>
          <p:cNvCxnSpPr/>
          <p:nvPr/>
        </p:nvCxnSpPr>
        <p:spPr>
          <a:xfrm>
            <a:off x="3117524" y="4069489"/>
            <a:ext cx="44873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6" name="テキスト ボックス 45">
            <a:extLst>
              <a:ext uri="{FF2B5EF4-FFF2-40B4-BE49-F238E27FC236}">
                <a16:creationId xmlns:a16="http://schemas.microsoft.com/office/drawing/2014/main" id="{24F43D72-C073-B24E-6810-18388C9FE8F4}"/>
              </a:ext>
            </a:extLst>
          </p:cNvPr>
          <p:cNvSpPr txBox="1"/>
          <p:nvPr/>
        </p:nvSpPr>
        <p:spPr>
          <a:xfrm>
            <a:off x="3379594" y="4328431"/>
            <a:ext cx="1870218" cy="276999"/>
          </a:xfrm>
          <a:prstGeom prst="rect">
            <a:avLst/>
          </a:prstGeom>
          <a:noFill/>
        </p:spPr>
        <p:txBody>
          <a:bodyPr wrap="square" rtlCol="0">
            <a:spAutoFit/>
          </a:bodyPr>
          <a:lstStyle/>
          <a:p>
            <a:r>
              <a:rPr kumimoji="1" lang="en-US" altLang="ja-JP" sz="1200" dirty="0"/>
              <a:t>SFTP Server</a:t>
            </a:r>
            <a:r>
              <a:rPr lang="ja-JP" altLang="en-US" sz="1200" dirty="0"/>
              <a:t> （新規）</a:t>
            </a:r>
            <a:endParaRPr kumimoji="1" lang="en-US" altLang="ja-JP" sz="1200" dirty="0"/>
          </a:p>
        </p:txBody>
      </p:sp>
      <p:pic>
        <p:nvPicPr>
          <p:cNvPr id="52" name="グラフィックス 51" descr="ディスク 単色塗りつぶし">
            <a:extLst>
              <a:ext uri="{FF2B5EF4-FFF2-40B4-BE49-F238E27FC236}">
                <a16:creationId xmlns:a16="http://schemas.microsoft.com/office/drawing/2014/main" id="{76D1629C-7216-370D-C4EB-C606FB3B696F}"/>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3768063" y="3793406"/>
            <a:ext cx="258917" cy="258917"/>
          </a:xfrm>
          <a:prstGeom prst="rect">
            <a:avLst/>
          </a:prstGeom>
        </p:spPr>
      </p:pic>
      <p:pic>
        <p:nvPicPr>
          <p:cNvPr id="61" name="グラフィックス 60" descr="円グラフ 単色塗りつぶし">
            <a:extLst>
              <a:ext uri="{FF2B5EF4-FFF2-40B4-BE49-F238E27FC236}">
                <a16:creationId xmlns:a16="http://schemas.microsoft.com/office/drawing/2014/main" id="{5784F580-7A53-5BB2-7249-C98B8F3F7C4A}"/>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3895982" y="3870182"/>
            <a:ext cx="274045" cy="274045"/>
          </a:xfrm>
          <a:prstGeom prst="rect">
            <a:avLst/>
          </a:prstGeom>
        </p:spPr>
      </p:pic>
      <p:sp>
        <p:nvSpPr>
          <p:cNvPr id="63" name="テキスト ボックス 62">
            <a:extLst>
              <a:ext uri="{FF2B5EF4-FFF2-40B4-BE49-F238E27FC236}">
                <a16:creationId xmlns:a16="http://schemas.microsoft.com/office/drawing/2014/main" id="{956F79E5-DB56-2AFC-7C8F-E860DF01E08A}"/>
              </a:ext>
            </a:extLst>
          </p:cNvPr>
          <p:cNvSpPr txBox="1"/>
          <p:nvPr/>
        </p:nvSpPr>
        <p:spPr>
          <a:xfrm>
            <a:off x="11509344" y="5727926"/>
            <a:ext cx="1724892" cy="461665"/>
          </a:xfrm>
          <a:prstGeom prst="rect">
            <a:avLst/>
          </a:prstGeom>
          <a:noFill/>
        </p:spPr>
        <p:txBody>
          <a:bodyPr wrap="square" rtlCol="0">
            <a:spAutoFit/>
          </a:bodyPr>
          <a:lstStyle/>
          <a:p>
            <a:pPr algn="ctr"/>
            <a:r>
              <a:rPr lang="en-US" altLang="ja-JP" sz="1200" dirty="0"/>
              <a:t>Client</a:t>
            </a:r>
          </a:p>
          <a:p>
            <a:pPr algn="ctr"/>
            <a:r>
              <a:rPr lang="en-US" altLang="ja-JP" sz="1200" dirty="0"/>
              <a:t>(PI SE/PI Datalink)</a:t>
            </a:r>
            <a:endParaRPr lang="ja-JP" altLang="en-US" sz="1200" dirty="0"/>
          </a:p>
        </p:txBody>
      </p:sp>
      <p:sp>
        <p:nvSpPr>
          <p:cNvPr id="70" name="テキスト ボックス 69">
            <a:extLst>
              <a:ext uri="{FF2B5EF4-FFF2-40B4-BE49-F238E27FC236}">
                <a16:creationId xmlns:a16="http://schemas.microsoft.com/office/drawing/2014/main" id="{53A0AD92-0857-BE4C-A305-4C7F6ED08CDB}"/>
              </a:ext>
            </a:extLst>
          </p:cNvPr>
          <p:cNvSpPr txBox="1"/>
          <p:nvPr/>
        </p:nvSpPr>
        <p:spPr>
          <a:xfrm>
            <a:off x="9607303" y="5300130"/>
            <a:ext cx="1377384" cy="461665"/>
          </a:xfrm>
          <a:prstGeom prst="rect">
            <a:avLst/>
          </a:prstGeom>
          <a:noFill/>
        </p:spPr>
        <p:txBody>
          <a:bodyPr wrap="square" rtlCol="0">
            <a:spAutoFit/>
          </a:bodyPr>
          <a:lstStyle>
            <a:defPPr>
              <a:defRPr lang="ja-JP"/>
            </a:defPPr>
            <a:lvl1pPr>
              <a:defRPr sz="1200"/>
            </a:lvl1pPr>
          </a:lstStyle>
          <a:p>
            <a:r>
              <a:rPr lang="en-US" altLang="ja-JP" dirty="0"/>
              <a:t>Jump Server</a:t>
            </a:r>
          </a:p>
          <a:p>
            <a:r>
              <a:rPr lang="ja-JP" altLang="en-US" dirty="0"/>
              <a:t>（保守維持用）</a:t>
            </a:r>
          </a:p>
        </p:txBody>
      </p:sp>
      <p:grpSp>
        <p:nvGrpSpPr>
          <p:cNvPr id="71" name="グループ化 70">
            <a:extLst>
              <a:ext uri="{FF2B5EF4-FFF2-40B4-BE49-F238E27FC236}">
                <a16:creationId xmlns:a16="http://schemas.microsoft.com/office/drawing/2014/main" id="{817AA8E4-D937-3CFD-106A-8310D4BD5BE4}"/>
              </a:ext>
            </a:extLst>
          </p:cNvPr>
          <p:cNvGrpSpPr/>
          <p:nvPr/>
        </p:nvGrpSpPr>
        <p:grpSpPr>
          <a:xfrm>
            <a:off x="9854947" y="4697351"/>
            <a:ext cx="639180" cy="722848"/>
            <a:chOff x="11158379" y="2262795"/>
            <a:chExt cx="639180" cy="722848"/>
          </a:xfrm>
        </p:grpSpPr>
        <p:pic>
          <p:nvPicPr>
            <p:cNvPr id="72" name="グラフィックス 71" descr="サーバー 枠線">
              <a:extLst>
                <a:ext uri="{FF2B5EF4-FFF2-40B4-BE49-F238E27FC236}">
                  <a16:creationId xmlns:a16="http://schemas.microsoft.com/office/drawing/2014/main" id="{53DCC339-3479-41AD-3DA2-84D037163A58}"/>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11158379" y="2407779"/>
              <a:ext cx="577864" cy="577864"/>
            </a:xfrm>
            <a:prstGeom prst="rect">
              <a:avLst/>
            </a:prstGeom>
          </p:spPr>
        </p:pic>
        <p:pic>
          <p:nvPicPr>
            <p:cNvPr id="74" name="グラフィックス 73" descr="プログラマー男性 単色塗りつぶし">
              <a:extLst>
                <a:ext uri="{FF2B5EF4-FFF2-40B4-BE49-F238E27FC236}">
                  <a16:creationId xmlns:a16="http://schemas.microsoft.com/office/drawing/2014/main" id="{CD206E6E-AE77-6520-416C-0CE87CBEA377}"/>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11561523" y="2262795"/>
              <a:ext cx="236036" cy="236036"/>
            </a:xfrm>
            <a:prstGeom prst="rect">
              <a:avLst/>
            </a:prstGeom>
          </p:spPr>
        </p:pic>
      </p:grpSp>
      <p:cxnSp>
        <p:nvCxnSpPr>
          <p:cNvPr id="75" name="直線コネクタ 74">
            <a:extLst>
              <a:ext uri="{FF2B5EF4-FFF2-40B4-BE49-F238E27FC236}">
                <a16:creationId xmlns:a16="http://schemas.microsoft.com/office/drawing/2014/main" id="{7964B9B7-255D-8E90-F810-204EB619566B}"/>
              </a:ext>
            </a:extLst>
          </p:cNvPr>
          <p:cNvCxnSpPr>
            <a:cxnSpLocks/>
          </p:cNvCxnSpPr>
          <p:nvPr/>
        </p:nvCxnSpPr>
        <p:spPr>
          <a:xfrm>
            <a:off x="7563234" y="5159729"/>
            <a:ext cx="2376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14" name="図 13">
            <a:extLst>
              <a:ext uri="{FF2B5EF4-FFF2-40B4-BE49-F238E27FC236}">
                <a16:creationId xmlns:a16="http://schemas.microsoft.com/office/drawing/2014/main" id="{509238AC-BA02-6B22-9527-39A65D4C9377}"/>
              </a:ext>
            </a:extLst>
          </p:cNvPr>
          <p:cNvPicPr>
            <a:picLocks noChangeAspect="1"/>
          </p:cNvPicPr>
          <p:nvPr/>
        </p:nvPicPr>
        <p:blipFill>
          <a:blip r:embed="rId3"/>
          <a:srcRect l="83063" t="49259" r="8847" b="40602"/>
          <a:stretch>
            <a:fillRect/>
          </a:stretch>
        </p:blipFill>
        <p:spPr>
          <a:xfrm>
            <a:off x="826365" y="4287218"/>
            <a:ext cx="742479" cy="630244"/>
          </a:xfrm>
          <a:custGeom>
            <a:avLst/>
            <a:gdLst>
              <a:gd name="csX0" fmla="*/ 441325 w 819150"/>
              <a:gd name="csY0" fmla="*/ 0 h 695325"/>
              <a:gd name="csX1" fmla="*/ 819150 w 819150"/>
              <a:gd name="csY1" fmla="*/ 215900 h 695325"/>
              <a:gd name="csX2" fmla="*/ 815975 w 819150"/>
              <a:gd name="csY2" fmla="*/ 444500 h 695325"/>
              <a:gd name="csX3" fmla="*/ 758825 w 819150"/>
              <a:gd name="csY3" fmla="*/ 469900 h 695325"/>
              <a:gd name="csX4" fmla="*/ 768350 w 819150"/>
              <a:gd name="csY4" fmla="*/ 498475 h 695325"/>
              <a:gd name="csX5" fmla="*/ 774700 w 819150"/>
              <a:gd name="csY5" fmla="*/ 561975 h 695325"/>
              <a:gd name="csX6" fmla="*/ 755650 w 819150"/>
              <a:gd name="csY6" fmla="*/ 600075 h 695325"/>
              <a:gd name="csX7" fmla="*/ 720725 w 819150"/>
              <a:gd name="csY7" fmla="*/ 638175 h 695325"/>
              <a:gd name="csX8" fmla="*/ 644525 w 819150"/>
              <a:gd name="csY8" fmla="*/ 638175 h 695325"/>
              <a:gd name="csX9" fmla="*/ 606425 w 819150"/>
              <a:gd name="csY9" fmla="*/ 631825 h 695325"/>
              <a:gd name="csX10" fmla="*/ 558800 w 819150"/>
              <a:gd name="csY10" fmla="*/ 590550 h 695325"/>
              <a:gd name="csX11" fmla="*/ 511175 w 819150"/>
              <a:gd name="csY11" fmla="*/ 615950 h 695325"/>
              <a:gd name="csX12" fmla="*/ 498475 w 819150"/>
              <a:gd name="csY12" fmla="*/ 695325 h 695325"/>
              <a:gd name="csX13" fmla="*/ 415925 w 819150"/>
              <a:gd name="csY13" fmla="*/ 644525 h 695325"/>
              <a:gd name="csX14" fmla="*/ 368300 w 819150"/>
              <a:gd name="csY14" fmla="*/ 663575 h 695325"/>
              <a:gd name="csX15" fmla="*/ 355600 w 819150"/>
              <a:gd name="csY15" fmla="*/ 650875 h 695325"/>
              <a:gd name="csX16" fmla="*/ 339725 w 819150"/>
              <a:gd name="csY16" fmla="*/ 612775 h 695325"/>
              <a:gd name="csX17" fmla="*/ 85725 w 819150"/>
              <a:gd name="csY17" fmla="*/ 457200 h 695325"/>
              <a:gd name="csX18" fmla="*/ 34925 w 819150"/>
              <a:gd name="csY18" fmla="*/ 473075 h 695325"/>
              <a:gd name="csX19" fmla="*/ 9525 w 819150"/>
              <a:gd name="csY19" fmla="*/ 460375 h 695325"/>
              <a:gd name="csX20" fmla="*/ 25400 w 819150"/>
              <a:gd name="csY20" fmla="*/ 409575 h 695325"/>
              <a:gd name="csX21" fmla="*/ 0 w 819150"/>
              <a:gd name="csY21" fmla="*/ 403225 h 695325"/>
              <a:gd name="csX22" fmla="*/ 0 w 819150"/>
              <a:gd name="csY22" fmla="*/ 174625 h 695325"/>
              <a:gd name="csX23" fmla="*/ 63500 w 819150"/>
              <a:gd name="csY23" fmla="*/ 219075 h 69532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Lst>
            <a:rect l="l" t="t" r="r" b="b"/>
            <a:pathLst>
              <a:path w="819150" h="695325">
                <a:moveTo>
                  <a:pt x="441325" y="0"/>
                </a:moveTo>
                <a:lnTo>
                  <a:pt x="819150" y="215900"/>
                </a:lnTo>
                <a:cubicBezTo>
                  <a:pt x="818092" y="292100"/>
                  <a:pt x="817033" y="368300"/>
                  <a:pt x="815975" y="444500"/>
                </a:cubicBezTo>
                <a:lnTo>
                  <a:pt x="758825" y="469900"/>
                </a:lnTo>
                <a:lnTo>
                  <a:pt x="768350" y="498475"/>
                </a:lnTo>
                <a:lnTo>
                  <a:pt x="774700" y="561975"/>
                </a:lnTo>
                <a:lnTo>
                  <a:pt x="755650" y="600075"/>
                </a:lnTo>
                <a:lnTo>
                  <a:pt x="720725" y="638175"/>
                </a:lnTo>
                <a:lnTo>
                  <a:pt x="644525" y="638175"/>
                </a:lnTo>
                <a:lnTo>
                  <a:pt x="606425" y="631825"/>
                </a:lnTo>
                <a:lnTo>
                  <a:pt x="558800" y="590550"/>
                </a:lnTo>
                <a:lnTo>
                  <a:pt x="511175" y="615950"/>
                </a:lnTo>
                <a:lnTo>
                  <a:pt x="498475" y="695325"/>
                </a:lnTo>
                <a:lnTo>
                  <a:pt x="415925" y="644525"/>
                </a:lnTo>
                <a:lnTo>
                  <a:pt x="368300" y="663575"/>
                </a:lnTo>
                <a:lnTo>
                  <a:pt x="355600" y="650875"/>
                </a:lnTo>
                <a:lnTo>
                  <a:pt x="339725" y="612775"/>
                </a:lnTo>
                <a:lnTo>
                  <a:pt x="85725" y="457200"/>
                </a:lnTo>
                <a:lnTo>
                  <a:pt x="34925" y="473075"/>
                </a:lnTo>
                <a:lnTo>
                  <a:pt x="9525" y="460375"/>
                </a:lnTo>
                <a:lnTo>
                  <a:pt x="25400" y="409575"/>
                </a:lnTo>
                <a:lnTo>
                  <a:pt x="0" y="403225"/>
                </a:lnTo>
                <a:lnTo>
                  <a:pt x="0" y="174625"/>
                </a:lnTo>
                <a:lnTo>
                  <a:pt x="63500" y="219075"/>
                </a:lnTo>
                <a:close/>
              </a:path>
            </a:pathLst>
          </a:custGeom>
        </p:spPr>
      </p:pic>
      <p:pic>
        <p:nvPicPr>
          <p:cNvPr id="90" name="図 89">
            <a:extLst>
              <a:ext uri="{FF2B5EF4-FFF2-40B4-BE49-F238E27FC236}">
                <a16:creationId xmlns:a16="http://schemas.microsoft.com/office/drawing/2014/main" id="{79A1903D-C3DB-8C21-AA36-F112499B0307}"/>
              </a:ext>
            </a:extLst>
          </p:cNvPr>
          <p:cNvPicPr>
            <a:picLocks noChangeAspect="1"/>
          </p:cNvPicPr>
          <p:nvPr/>
        </p:nvPicPr>
        <p:blipFill>
          <a:blip r:embed="rId3"/>
          <a:srcRect l="56495" t="56497" r="32738" b="31528"/>
          <a:stretch>
            <a:fillRect/>
          </a:stretch>
        </p:blipFill>
        <p:spPr>
          <a:xfrm>
            <a:off x="10026800" y="3498276"/>
            <a:ext cx="840452" cy="633195"/>
          </a:xfrm>
          <a:custGeom>
            <a:avLst/>
            <a:gdLst>
              <a:gd name="csX0" fmla="*/ 524934 w 1090084"/>
              <a:gd name="csY0" fmla="*/ 0 h 821267"/>
              <a:gd name="csX1" fmla="*/ 950384 w 1090084"/>
              <a:gd name="csY1" fmla="*/ 262467 h 821267"/>
              <a:gd name="csX2" fmla="*/ 941917 w 1090084"/>
              <a:gd name="csY2" fmla="*/ 480483 h 821267"/>
              <a:gd name="csX3" fmla="*/ 954617 w 1090084"/>
              <a:gd name="csY3" fmla="*/ 503767 h 821267"/>
              <a:gd name="csX4" fmla="*/ 980017 w 1090084"/>
              <a:gd name="csY4" fmla="*/ 501650 h 821267"/>
              <a:gd name="csX5" fmla="*/ 988484 w 1090084"/>
              <a:gd name="csY5" fmla="*/ 459317 h 821267"/>
              <a:gd name="csX6" fmla="*/ 1016000 w 1090084"/>
              <a:gd name="csY6" fmla="*/ 480483 h 821267"/>
              <a:gd name="csX7" fmla="*/ 1022350 w 1090084"/>
              <a:gd name="csY7" fmla="*/ 503767 h 821267"/>
              <a:gd name="csX8" fmla="*/ 1018117 w 1090084"/>
              <a:gd name="csY8" fmla="*/ 518583 h 821267"/>
              <a:gd name="csX9" fmla="*/ 1028700 w 1090084"/>
              <a:gd name="csY9" fmla="*/ 524933 h 821267"/>
              <a:gd name="csX10" fmla="*/ 1054100 w 1090084"/>
              <a:gd name="csY10" fmla="*/ 512233 h 821267"/>
              <a:gd name="csX11" fmla="*/ 1073150 w 1090084"/>
              <a:gd name="csY11" fmla="*/ 529167 h 821267"/>
              <a:gd name="csX12" fmla="*/ 1047750 w 1090084"/>
              <a:gd name="csY12" fmla="*/ 563033 h 821267"/>
              <a:gd name="csX13" fmla="*/ 1051984 w 1090084"/>
              <a:gd name="csY13" fmla="*/ 577850 h 821267"/>
              <a:gd name="csX14" fmla="*/ 1090084 w 1090084"/>
              <a:gd name="csY14" fmla="*/ 592667 h 821267"/>
              <a:gd name="csX15" fmla="*/ 1079500 w 1090084"/>
              <a:gd name="csY15" fmla="*/ 620183 h 821267"/>
              <a:gd name="csX16" fmla="*/ 1051984 w 1090084"/>
              <a:gd name="csY16" fmla="*/ 645583 h 821267"/>
              <a:gd name="csX17" fmla="*/ 1051984 w 1090084"/>
              <a:gd name="csY17" fmla="*/ 666750 h 821267"/>
              <a:gd name="csX18" fmla="*/ 1075267 w 1090084"/>
              <a:gd name="csY18" fmla="*/ 694267 h 821267"/>
              <a:gd name="csX19" fmla="*/ 1041400 w 1090084"/>
              <a:gd name="csY19" fmla="*/ 709083 h 821267"/>
              <a:gd name="csX20" fmla="*/ 1009650 w 1090084"/>
              <a:gd name="csY20" fmla="*/ 694267 h 821267"/>
              <a:gd name="csX21" fmla="*/ 990600 w 1090084"/>
              <a:gd name="csY21" fmla="*/ 711200 h 821267"/>
              <a:gd name="csX22" fmla="*/ 1001184 w 1090084"/>
              <a:gd name="csY22" fmla="*/ 738717 h 821267"/>
              <a:gd name="csX23" fmla="*/ 956734 w 1090084"/>
              <a:gd name="csY23" fmla="*/ 742950 h 821267"/>
              <a:gd name="csX24" fmla="*/ 937684 w 1090084"/>
              <a:gd name="csY24" fmla="*/ 721783 h 821267"/>
              <a:gd name="csX25" fmla="*/ 924984 w 1090084"/>
              <a:gd name="csY25" fmla="*/ 723900 h 821267"/>
              <a:gd name="csX26" fmla="*/ 918634 w 1090084"/>
              <a:gd name="csY26" fmla="*/ 740833 h 821267"/>
              <a:gd name="csX27" fmla="*/ 872067 w 1090084"/>
              <a:gd name="csY27" fmla="*/ 728133 h 821267"/>
              <a:gd name="csX28" fmla="*/ 880534 w 1090084"/>
              <a:gd name="csY28" fmla="*/ 704850 h 821267"/>
              <a:gd name="csX29" fmla="*/ 863600 w 1090084"/>
              <a:gd name="csY29" fmla="*/ 685800 h 821267"/>
              <a:gd name="csX30" fmla="*/ 836084 w 1090084"/>
              <a:gd name="csY30" fmla="*/ 675217 h 821267"/>
              <a:gd name="csX31" fmla="*/ 844550 w 1090084"/>
              <a:gd name="csY31" fmla="*/ 649817 h 821267"/>
              <a:gd name="csX32" fmla="*/ 831850 w 1090084"/>
              <a:gd name="csY32" fmla="*/ 594783 h 821267"/>
              <a:gd name="csX33" fmla="*/ 590550 w 1090084"/>
              <a:gd name="csY33" fmla="*/ 732367 h 821267"/>
              <a:gd name="csX34" fmla="*/ 586317 w 1090084"/>
              <a:gd name="csY34" fmla="*/ 821267 h 821267"/>
              <a:gd name="csX35" fmla="*/ 499534 w 1090084"/>
              <a:gd name="csY35" fmla="*/ 768350 h 821267"/>
              <a:gd name="csX36" fmla="*/ 429684 w 1090084"/>
              <a:gd name="csY36" fmla="*/ 778933 h 821267"/>
              <a:gd name="csX37" fmla="*/ 408517 w 1090084"/>
              <a:gd name="csY37" fmla="*/ 764117 h 821267"/>
              <a:gd name="csX38" fmla="*/ 402167 w 1090084"/>
              <a:gd name="csY38" fmla="*/ 709083 h 821267"/>
              <a:gd name="csX39" fmla="*/ 86784 w 1090084"/>
              <a:gd name="csY39" fmla="*/ 520700 h 821267"/>
              <a:gd name="csX40" fmla="*/ 50800 w 1090084"/>
              <a:gd name="csY40" fmla="*/ 546100 h 821267"/>
              <a:gd name="csX41" fmla="*/ 21167 w 1090084"/>
              <a:gd name="csY41" fmla="*/ 543983 h 821267"/>
              <a:gd name="csX42" fmla="*/ 12700 w 1090084"/>
              <a:gd name="csY42" fmla="*/ 520700 h 821267"/>
              <a:gd name="csX43" fmla="*/ 14817 w 1090084"/>
              <a:gd name="csY43" fmla="*/ 488950 h 821267"/>
              <a:gd name="csX44" fmla="*/ 0 w 1090084"/>
              <a:gd name="csY44" fmla="*/ 465667 h 821267"/>
              <a:gd name="csX45" fmla="*/ 4234 w 1090084"/>
              <a:gd name="csY45" fmla="*/ 207433 h 821267"/>
              <a:gd name="csX46" fmla="*/ 88900 w 1090084"/>
              <a:gd name="csY46" fmla="*/ 249767 h 82126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Lst>
            <a:rect l="l" t="t" r="r" b="b"/>
            <a:pathLst>
              <a:path w="1090084" h="821267">
                <a:moveTo>
                  <a:pt x="524934" y="0"/>
                </a:moveTo>
                <a:lnTo>
                  <a:pt x="950384" y="262467"/>
                </a:lnTo>
                <a:lnTo>
                  <a:pt x="941917" y="480483"/>
                </a:lnTo>
                <a:lnTo>
                  <a:pt x="954617" y="503767"/>
                </a:lnTo>
                <a:lnTo>
                  <a:pt x="980017" y="501650"/>
                </a:lnTo>
                <a:lnTo>
                  <a:pt x="988484" y="459317"/>
                </a:lnTo>
                <a:lnTo>
                  <a:pt x="1016000" y="480483"/>
                </a:lnTo>
                <a:lnTo>
                  <a:pt x="1022350" y="503767"/>
                </a:lnTo>
                <a:lnTo>
                  <a:pt x="1018117" y="518583"/>
                </a:lnTo>
                <a:lnTo>
                  <a:pt x="1028700" y="524933"/>
                </a:lnTo>
                <a:lnTo>
                  <a:pt x="1054100" y="512233"/>
                </a:lnTo>
                <a:lnTo>
                  <a:pt x="1073150" y="529167"/>
                </a:lnTo>
                <a:lnTo>
                  <a:pt x="1047750" y="563033"/>
                </a:lnTo>
                <a:lnTo>
                  <a:pt x="1051984" y="577850"/>
                </a:lnTo>
                <a:lnTo>
                  <a:pt x="1090084" y="592667"/>
                </a:lnTo>
                <a:lnTo>
                  <a:pt x="1079500" y="620183"/>
                </a:lnTo>
                <a:lnTo>
                  <a:pt x="1051984" y="645583"/>
                </a:lnTo>
                <a:lnTo>
                  <a:pt x="1051984" y="666750"/>
                </a:lnTo>
                <a:lnTo>
                  <a:pt x="1075267" y="694267"/>
                </a:lnTo>
                <a:lnTo>
                  <a:pt x="1041400" y="709083"/>
                </a:lnTo>
                <a:lnTo>
                  <a:pt x="1009650" y="694267"/>
                </a:lnTo>
                <a:lnTo>
                  <a:pt x="990600" y="711200"/>
                </a:lnTo>
                <a:lnTo>
                  <a:pt x="1001184" y="738717"/>
                </a:lnTo>
                <a:lnTo>
                  <a:pt x="956734" y="742950"/>
                </a:lnTo>
                <a:lnTo>
                  <a:pt x="937684" y="721783"/>
                </a:lnTo>
                <a:lnTo>
                  <a:pt x="924984" y="723900"/>
                </a:lnTo>
                <a:lnTo>
                  <a:pt x="918634" y="740833"/>
                </a:lnTo>
                <a:lnTo>
                  <a:pt x="872067" y="728133"/>
                </a:lnTo>
                <a:lnTo>
                  <a:pt x="880534" y="704850"/>
                </a:lnTo>
                <a:lnTo>
                  <a:pt x="863600" y="685800"/>
                </a:lnTo>
                <a:lnTo>
                  <a:pt x="836084" y="675217"/>
                </a:lnTo>
                <a:lnTo>
                  <a:pt x="844550" y="649817"/>
                </a:lnTo>
                <a:lnTo>
                  <a:pt x="831850" y="594783"/>
                </a:lnTo>
                <a:lnTo>
                  <a:pt x="590550" y="732367"/>
                </a:lnTo>
                <a:lnTo>
                  <a:pt x="586317" y="821267"/>
                </a:lnTo>
                <a:lnTo>
                  <a:pt x="499534" y="768350"/>
                </a:lnTo>
                <a:lnTo>
                  <a:pt x="429684" y="778933"/>
                </a:lnTo>
                <a:lnTo>
                  <a:pt x="408517" y="764117"/>
                </a:lnTo>
                <a:lnTo>
                  <a:pt x="402167" y="709083"/>
                </a:lnTo>
                <a:lnTo>
                  <a:pt x="86784" y="520700"/>
                </a:lnTo>
                <a:lnTo>
                  <a:pt x="50800" y="546100"/>
                </a:lnTo>
                <a:lnTo>
                  <a:pt x="21167" y="543983"/>
                </a:lnTo>
                <a:lnTo>
                  <a:pt x="12700" y="520700"/>
                </a:lnTo>
                <a:lnTo>
                  <a:pt x="14817" y="488950"/>
                </a:lnTo>
                <a:lnTo>
                  <a:pt x="0" y="465667"/>
                </a:lnTo>
                <a:cubicBezTo>
                  <a:pt x="1411" y="379589"/>
                  <a:pt x="2823" y="293511"/>
                  <a:pt x="4234" y="207433"/>
                </a:cubicBezTo>
                <a:lnTo>
                  <a:pt x="88900" y="249767"/>
                </a:lnTo>
                <a:close/>
              </a:path>
            </a:pathLst>
          </a:custGeom>
        </p:spPr>
      </p:pic>
      <p:sp>
        <p:nvSpPr>
          <p:cNvPr id="36" name="テキスト ボックス 35">
            <a:extLst>
              <a:ext uri="{FF2B5EF4-FFF2-40B4-BE49-F238E27FC236}">
                <a16:creationId xmlns:a16="http://schemas.microsoft.com/office/drawing/2014/main" id="{723D44D6-C09E-D7CC-96D3-AE8315807003}"/>
              </a:ext>
            </a:extLst>
          </p:cNvPr>
          <p:cNvSpPr txBox="1"/>
          <p:nvPr/>
        </p:nvSpPr>
        <p:spPr>
          <a:xfrm>
            <a:off x="10139589" y="4134328"/>
            <a:ext cx="1128835" cy="276999"/>
          </a:xfrm>
          <a:prstGeom prst="rect">
            <a:avLst/>
          </a:prstGeom>
          <a:noFill/>
        </p:spPr>
        <p:txBody>
          <a:bodyPr wrap="none" rtlCol="0">
            <a:spAutoFit/>
          </a:bodyPr>
          <a:lstStyle/>
          <a:p>
            <a:r>
              <a:rPr kumimoji="1" lang="en-US" altLang="ja-JP" sz="1200" dirty="0"/>
              <a:t>AIM</a:t>
            </a:r>
            <a:r>
              <a:rPr lang="ja-JP" altLang="en-US" sz="1200" dirty="0"/>
              <a:t> （新規）</a:t>
            </a:r>
            <a:endParaRPr kumimoji="1" lang="ja-JP" altLang="en-US" sz="1200" dirty="0"/>
          </a:p>
        </p:txBody>
      </p:sp>
      <p:grpSp>
        <p:nvGrpSpPr>
          <p:cNvPr id="111" name="グループ化 110">
            <a:extLst>
              <a:ext uri="{FF2B5EF4-FFF2-40B4-BE49-F238E27FC236}">
                <a16:creationId xmlns:a16="http://schemas.microsoft.com/office/drawing/2014/main" id="{30499DA9-6A29-6687-802D-CA6C28E82440}"/>
              </a:ext>
            </a:extLst>
          </p:cNvPr>
          <p:cNvGrpSpPr/>
          <p:nvPr/>
        </p:nvGrpSpPr>
        <p:grpSpPr>
          <a:xfrm>
            <a:off x="10468193" y="3701751"/>
            <a:ext cx="465960" cy="437529"/>
            <a:chOff x="10401292" y="2048001"/>
            <a:chExt cx="973818" cy="914400"/>
          </a:xfrm>
        </p:grpSpPr>
        <p:pic>
          <p:nvPicPr>
            <p:cNvPr id="108" name="グラフィックス 107" descr="ロック 単色塗りつぶし">
              <a:extLst>
                <a:ext uri="{FF2B5EF4-FFF2-40B4-BE49-F238E27FC236}">
                  <a16:creationId xmlns:a16="http://schemas.microsoft.com/office/drawing/2014/main" id="{BCC4651E-EA0E-9EEC-FD76-B35CB9E9C1AD}"/>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10401292" y="2133050"/>
              <a:ext cx="419338" cy="419338"/>
            </a:xfrm>
            <a:prstGeom prst="rect">
              <a:avLst/>
            </a:prstGeom>
          </p:spPr>
        </p:pic>
        <p:pic>
          <p:nvPicPr>
            <p:cNvPr id="110" name="グラフィックス 109" descr="バッジ: チェックマーク 単色塗りつぶし">
              <a:extLst>
                <a:ext uri="{FF2B5EF4-FFF2-40B4-BE49-F238E27FC236}">
                  <a16:creationId xmlns:a16="http://schemas.microsoft.com/office/drawing/2014/main" id="{C3E5018B-BC53-E9D3-7BC5-FB04B8D85B7D}"/>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10460710" y="2048001"/>
              <a:ext cx="914400" cy="914400"/>
            </a:xfrm>
            <a:prstGeom prst="rect">
              <a:avLst/>
            </a:prstGeom>
          </p:spPr>
        </p:pic>
      </p:grpSp>
      <p:sp>
        <p:nvSpPr>
          <p:cNvPr id="116" name="テキスト ボックス 115">
            <a:extLst>
              <a:ext uri="{FF2B5EF4-FFF2-40B4-BE49-F238E27FC236}">
                <a16:creationId xmlns:a16="http://schemas.microsoft.com/office/drawing/2014/main" id="{DF2F390D-45FC-A706-1B23-9832EA91A38A}"/>
              </a:ext>
            </a:extLst>
          </p:cNvPr>
          <p:cNvSpPr txBox="1"/>
          <p:nvPr/>
        </p:nvSpPr>
        <p:spPr>
          <a:xfrm>
            <a:off x="1543475" y="4501964"/>
            <a:ext cx="1226413" cy="415498"/>
          </a:xfrm>
          <a:prstGeom prst="rect">
            <a:avLst/>
          </a:prstGeom>
          <a:noFill/>
        </p:spPr>
        <p:txBody>
          <a:bodyPr wrap="square" rtlCol="0">
            <a:spAutoFit/>
          </a:bodyPr>
          <a:lstStyle/>
          <a:p>
            <a:pPr algn="ctr"/>
            <a:r>
              <a:rPr lang="ja-JP" altLang="en-US" sz="1050" b="1" dirty="0"/>
              <a:t>中電 </a:t>
            </a:r>
            <a:r>
              <a:rPr lang="en-US" altLang="ja-JP" sz="1050" b="1" dirty="0"/>
              <a:t>to Azure</a:t>
            </a:r>
          </a:p>
          <a:p>
            <a:pPr algn="ctr"/>
            <a:r>
              <a:rPr lang="ja-JP" altLang="en-US" sz="1050" b="1" dirty="0"/>
              <a:t>専用</a:t>
            </a:r>
            <a:r>
              <a:rPr lang="en-US" altLang="ja-JP" sz="1050" b="1" dirty="0"/>
              <a:t>Route</a:t>
            </a:r>
            <a:endParaRPr kumimoji="1" lang="en-US" altLang="ja-JP" sz="1050" b="1" dirty="0"/>
          </a:p>
        </p:txBody>
      </p:sp>
      <p:sp>
        <p:nvSpPr>
          <p:cNvPr id="119" name="テキスト ボックス 118">
            <a:extLst>
              <a:ext uri="{FF2B5EF4-FFF2-40B4-BE49-F238E27FC236}">
                <a16:creationId xmlns:a16="http://schemas.microsoft.com/office/drawing/2014/main" id="{D58083DA-0AF2-0545-62DC-08267B5D5069}"/>
              </a:ext>
            </a:extLst>
          </p:cNvPr>
          <p:cNvSpPr txBox="1"/>
          <p:nvPr/>
        </p:nvSpPr>
        <p:spPr>
          <a:xfrm>
            <a:off x="8457126" y="5817734"/>
            <a:ext cx="2361084" cy="253916"/>
          </a:xfrm>
          <a:prstGeom prst="rect">
            <a:avLst/>
          </a:prstGeom>
          <a:noFill/>
        </p:spPr>
        <p:txBody>
          <a:bodyPr wrap="square" rtlCol="0">
            <a:spAutoFit/>
          </a:bodyPr>
          <a:lstStyle/>
          <a:p>
            <a:r>
              <a:rPr lang="en-US" altLang="ja-JP" sz="1050" b="1" dirty="0"/>
              <a:t>VPN</a:t>
            </a:r>
            <a:r>
              <a:rPr lang="ja-JP" altLang="en-US" sz="1050" b="1" dirty="0"/>
              <a:t> </a:t>
            </a:r>
            <a:r>
              <a:rPr lang="en-US" altLang="ja-JP" sz="1050" b="1" dirty="0"/>
              <a:t>/</a:t>
            </a:r>
            <a:r>
              <a:rPr lang="ja-JP" altLang="en-US" sz="1050" b="1" dirty="0"/>
              <a:t> 中電 </a:t>
            </a:r>
            <a:r>
              <a:rPr lang="en-US" altLang="ja-JP" sz="1050" b="1" dirty="0"/>
              <a:t>to Azure</a:t>
            </a:r>
            <a:r>
              <a:rPr lang="ja-JP" altLang="en-US" sz="1050" b="1" dirty="0"/>
              <a:t>専用</a:t>
            </a:r>
            <a:r>
              <a:rPr lang="en-US" altLang="ja-JP" sz="1050" b="1" dirty="0"/>
              <a:t>Route</a:t>
            </a:r>
            <a:endParaRPr kumimoji="1" lang="en-US" altLang="ja-JP" sz="1050" b="1" dirty="0"/>
          </a:p>
        </p:txBody>
      </p:sp>
      <p:sp>
        <p:nvSpPr>
          <p:cNvPr id="125" name="テキスト ボックス 124">
            <a:extLst>
              <a:ext uri="{FF2B5EF4-FFF2-40B4-BE49-F238E27FC236}">
                <a16:creationId xmlns:a16="http://schemas.microsoft.com/office/drawing/2014/main" id="{C6A911C5-F7B2-6E81-F5DA-FD3638F742A8}"/>
              </a:ext>
            </a:extLst>
          </p:cNvPr>
          <p:cNvSpPr txBox="1"/>
          <p:nvPr/>
        </p:nvSpPr>
        <p:spPr>
          <a:xfrm>
            <a:off x="3428807" y="5311439"/>
            <a:ext cx="1226413" cy="253916"/>
          </a:xfrm>
          <a:prstGeom prst="rect">
            <a:avLst/>
          </a:prstGeom>
          <a:noFill/>
        </p:spPr>
        <p:txBody>
          <a:bodyPr wrap="square" rtlCol="0">
            <a:spAutoFit/>
          </a:bodyPr>
          <a:lstStyle/>
          <a:p>
            <a:r>
              <a:rPr lang="en-US" altLang="ja-JP" sz="1050" b="1" dirty="0"/>
              <a:t>Azure</a:t>
            </a:r>
            <a:r>
              <a:rPr lang="ja-JP" altLang="en-US" sz="1050" b="1" dirty="0"/>
              <a:t> </a:t>
            </a:r>
            <a:r>
              <a:rPr lang="en-US" altLang="ja-JP" sz="1050" b="1" dirty="0"/>
              <a:t>V-Net</a:t>
            </a:r>
          </a:p>
        </p:txBody>
      </p:sp>
      <p:sp>
        <p:nvSpPr>
          <p:cNvPr id="126" name="テキスト ボックス 125">
            <a:extLst>
              <a:ext uri="{FF2B5EF4-FFF2-40B4-BE49-F238E27FC236}">
                <a16:creationId xmlns:a16="http://schemas.microsoft.com/office/drawing/2014/main" id="{EC8CF5D9-6C9C-9B6D-12F5-E85C624154B0}"/>
              </a:ext>
            </a:extLst>
          </p:cNvPr>
          <p:cNvSpPr txBox="1"/>
          <p:nvPr/>
        </p:nvSpPr>
        <p:spPr>
          <a:xfrm>
            <a:off x="5741978" y="3594352"/>
            <a:ext cx="1226413" cy="253916"/>
          </a:xfrm>
          <a:prstGeom prst="rect">
            <a:avLst/>
          </a:prstGeom>
          <a:noFill/>
        </p:spPr>
        <p:txBody>
          <a:bodyPr wrap="square" rtlCol="0">
            <a:spAutoFit/>
          </a:bodyPr>
          <a:lstStyle/>
          <a:p>
            <a:r>
              <a:rPr lang="en-US" altLang="ja-JP" sz="1050" b="1" dirty="0"/>
              <a:t>Azure</a:t>
            </a:r>
            <a:r>
              <a:rPr lang="ja-JP" altLang="en-US" sz="1050" b="1" dirty="0"/>
              <a:t> </a:t>
            </a:r>
            <a:r>
              <a:rPr lang="en-US" altLang="ja-JP" sz="1050" b="1" dirty="0"/>
              <a:t>V-Net</a:t>
            </a:r>
          </a:p>
        </p:txBody>
      </p:sp>
      <p:pic>
        <p:nvPicPr>
          <p:cNvPr id="1026" name="図 1025">
            <a:extLst>
              <a:ext uri="{FF2B5EF4-FFF2-40B4-BE49-F238E27FC236}">
                <a16:creationId xmlns:a16="http://schemas.microsoft.com/office/drawing/2014/main" id="{91CC45F0-B54D-2680-6550-F7753DDB1CA2}"/>
              </a:ext>
            </a:extLst>
          </p:cNvPr>
          <p:cNvPicPr>
            <a:picLocks noChangeAspect="1"/>
          </p:cNvPicPr>
          <p:nvPr/>
        </p:nvPicPr>
        <p:blipFill>
          <a:blip r:embed="rId14">
            <a:clrChange>
              <a:clrFrom>
                <a:srgbClr val="FFFFFF"/>
              </a:clrFrom>
              <a:clrTo>
                <a:srgbClr val="FFFFFF">
                  <a:alpha val="0"/>
                </a:srgbClr>
              </a:clrTo>
            </a:clrChange>
          </a:blip>
          <a:stretch>
            <a:fillRect/>
          </a:stretch>
        </p:blipFill>
        <p:spPr>
          <a:xfrm>
            <a:off x="11803493" y="1189805"/>
            <a:ext cx="1386848" cy="728095"/>
          </a:xfrm>
          <a:prstGeom prst="rect">
            <a:avLst/>
          </a:prstGeom>
        </p:spPr>
      </p:pic>
      <p:cxnSp>
        <p:nvCxnSpPr>
          <p:cNvPr id="1029" name="コネクタ: カギ線 1028">
            <a:extLst>
              <a:ext uri="{FF2B5EF4-FFF2-40B4-BE49-F238E27FC236}">
                <a16:creationId xmlns:a16="http://schemas.microsoft.com/office/drawing/2014/main" id="{E48F7516-4B52-DE1C-AC02-206815DC7C34}"/>
              </a:ext>
            </a:extLst>
          </p:cNvPr>
          <p:cNvCxnSpPr>
            <a:stCxn id="110" idx="3"/>
            <a:endCxn id="1026" idx="2"/>
          </p:cNvCxnSpPr>
          <p:nvPr/>
        </p:nvCxnSpPr>
        <p:spPr>
          <a:xfrm flipV="1">
            <a:off x="10934153" y="1917900"/>
            <a:ext cx="1562764" cy="2002616"/>
          </a:xfrm>
          <a:prstGeom prst="bentConnector2">
            <a:avLst/>
          </a:prstGeom>
          <a:ln w="28575">
            <a:solidFill>
              <a:srgbClr val="07AAE4"/>
            </a:solidFill>
            <a:prstDash val="sysDash"/>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1031" name="テキスト ボックス 1030">
            <a:extLst>
              <a:ext uri="{FF2B5EF4-FFF2-40B4-BE49-F238E27FC236}">
                <a16:creationId xmlns:a16="http://schemas.microsoft.com/office/drawing/2014/main" id="{E8842A6E-8E35-7FF9-B7E1-EC7B15198D9E}"/>
              </a:ext>
            </a:extLst>
          </p:cNvPr>
          <p:cNvSpPr txBox="1"/>
          <p:nvPr/>
        </p:nvSpPr>
        <p:spPr>
          <a:xfrm>
            <a:off x="10323542" y="2475161"/>
            <a:ext cx="1307258" cy="253916"/>
          </a:xfrm>
          <a:prstGeom prst="rect">
            <a:avLst/>
          </a:prstGeom>
          <a:noFill/>
        </p:spPr>
        <p:txBody>
          <a:bodyPr wrap="square" rtlCol="0">
            <a:spAutoFit/>
          </a:bodyPr>
          <a:lstStyle/>
          <a:p>
            <a:r>
              <a:rPr kumimoji="1" lang="ja-JP" altLang="en-US" sz="1050" b="1" dirty="0"/>
              <a:t>インターネット</a:t>
            </a:r>
            <a:endParaRPr kumimoji="1" lang="en-US" altLang="ja-JP" sz="1050" b="1" dirty="0"/>
          </a:p>
        </p:txBody>
      </p:sp>
      <p:sp>
        <p:nvSpPr>
          <p:cNvPr id="1037" name="テキスト ボックス 1036">
            <a:extLst>
              <a:ext uri="{FF2B5EF4-FFF2-40B4-BE49-F238E27FC236}">
                <a16:creationId xmlns:a16="http://schemas.microsoft.com/office/drawing/2014/main" id="{8D2BC073-EA6E-9D10-A04C-4C8E70671CAF}"/>
              </a:ext>
            </a:extLst>
          </p:cNvPr>
          <p:cNvSpPr txBox="1"/>
          <p:nvPr/>
        </p:nvSpPr>
        <p:spPr>
          <a:xfrm>
            <a:off x="414634" y="6248220"/>
            <a:ext cx="1873053" cy="461665"/>
          </a:xfrm>
          <a:prstGeom prst="rect">
            <a:avLst/>
          </a:prstGeom>
          <a:noFill/>
        </p:spPr>
        <p:txBody>
          <a:bodyPr wrap="square" rtlCol="0">
            <a:spAutoFit/>
          </a:bodyPr>
          <a:lstStyle/>
          <a:p>
            <a:pPr algn="ctr"/>
            <a:r>
              <a:rPr lang="en-US" altLang="ja-JP" sz="1200" b="1" dirty="0"/>
              <a:t>OT to Azure</a:t>
            </a:r>
          </a:p>
          <a:p>
            <a:pPr algn="ctr"/>
            <a:r>
              <a:rPr lang="ja-JP" altLang="en-US" sz="1200" b="1" dirty="0"/>
              <a:t>制御系ネットワーク</a:t>
            </a:r>
            <a:endParaRPr kumimoji="1" lang="en-US" altLang="ja-JP" sz="1200" b="1" dirty="0"/>
          </a:p>
        </p:txBody>
      </p:sp>
      <p:sp>
        <p:nvSpPr>
          <p:cNvPr id="1038" name="テキスト ボックス 1037">
            <a:extLst>
              <a:ext uri="{FF2B5EF4-FFF2-40B4-BE49-F238E27FC236}">
                <a16:creationId xmlns:a16="http://schemas.microsoft.com/office/drawing/2014/main" id="{4226E78D-1276-3822-647A-DB815646F3B9}"/>
              </a:ext>
            </a:extLst>
          </p:cNvPr>
          <p:cNvSpPr txBox="1"/>
          <p:nvPr/>
        </p:nvSpPr>
        <p:spPr>
          <a:xfrm>
            <a:off x="5138491" y="6251255"/>
            <a:ext cx="1802096" cy="461665"/>
          </a:xfrm>
          <a:prstGeom prst="rect">
            <a:avLst/>
          </a:prstGeom>
          <a:noFill/>
        </p:spPr>
        <p:txBody>
          <a:bodyPr wrap="square" rtlCol="0">
            <a:spAutoFit/>
          </a:bodyPr>
          <a:lstStyle/>
          <a:p>
            <a:pPr algn="ctr"/>
            <a:r>
              <a:rPr lang="en-US" altLang="ja-JP" sz="1200" b="1" dirty="0"/>
              <a:t>Azure</a:t>
            </a:r>
          </a:p>
          <a:p>
            <a:pPr algn="ctr"/>
            <a:r>
              <a:rPr kumimoji="1" lang="ja-JP" altLang="en-US" sz="1200" b="1" dirty="0"/>
              <a:t>情報系ネットワーク</a:t>
            </a:r>
            <a:endParaRPr kumimoji="1" lang="en-US" altLang="ja-JP" sz="1200" b="1" dirty="0"/>
          </a:p>
        </p:txBody>
      </p:sp>
      <p:sp>
        <p:nvSpPr>
          <p:cNvPr id="1039" name="テキスト ボックス 1038">
            <a:extLst>
              <a:ext uri="{FF2B5EF4-FFF2-40B4-BE49-F238E27FC236}">
                <a16:creationId xmlns:a16="http://schemas.microsoft.com/office/drawing/2014/main" id="{066563D4-6E78-C977-F68E-9BC1FF4A83C4}"/>
              </a:ext>
            </a:extLst>
          </p:cNvPr>
          <p:cNvSpPr txBox="1"/>
          <p:nvPr/>
        </p:nvSpPr>
        <p:spPr>
          <a:xfrm>
            <a:off x="11883362" y="6090531"/>
            <a:ext cx="1400720" cy="646331"/>
          </a:xfrm>
          <a:prstGeom prst="rect">
            <a:avLst/>
          </a:prstGeom>
          <a:noFill/>
        </p:spPr>
        <p:txBody>
          <a:bodyPr wrap="square" rtlCol="0">
            <a:spAutoFit/>
          </a:bodyPr>
          <a:lstStyle/>
          <a:p>
            <a:pPr algn="ctr"/>
            <a:endParaRPr kumimoji="1" lang="en-US" altLang="ja-JP" sz="1200" b="1" dirty="0"/>
          </a:p>
          <a:p>
            <a:pPr algn="ctr"/>
            <a:r>
              <a:rPr lang="en-US" altLang="ja-JP" sz="1200" b="1" dirty="0"/>
              <a:t>Azure to 3</a:t>
            </a:r>
            <a:r>
              <a:rPr lang="en-US" altLang="ja-JP" sz="1200" b="1" baseline="30000" dirty="0"/>
              <a:t>rd</a:t>
            </a:r>
            <a:r>
              <a:rPr lang="en-US" altLang="ja-JP" sz="1200" b="1" dirty="0"/>
              <a:t> </a:t>
            </a:r>
          </a:p>
          <a:p>
            <a:pPr algn="ctr"/>
            <a:r>
              <a:rPr kumimoji="1" lang="ja-JP" altLang="en-US" sz="1200" b="1" dirty="0"/>
              <a:t>インターネット</a:t>
            </a:r>
            <a:endParaRPr kumimoji="1" lang="en-US" altLang="ja-JP" sz="1200" b="1" dirty="0"/>
          </a:p>
        </p:txBody>
      </p:sp>
    </p:spTree>
    <p:extLst>
      <p:ext uri="{BB962C8B-B14F-4D97-AF65-F5344CB8AC3E}">
        <p14:creationId xmlns:p14="http://schemas.microsoft.com/office/powerpoint/2010/main" val="241928964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E1E6E8-337D-AAF2-EC7F-AC4CB151E7E8}"/>
            </a:ext>
          </a:extLst>
        </p:cNvPr>
        <p:cNvGrpSpPr/>
        <p:nvPr/>
      </p:nvGrpSpPr>
      <p:grpSpPr>
        <a:xfrm>
          <a:off x="0" y="0"/>
          <a:ext cx="0" cy="0"/>
          <a:chOff x="0" y="0"/>
          <a:chExt cx="0" cy="0"/>
        </a:xfrm>
      </p:grpSpPr>
      <p:cxnSp>
        <p:nvCxnSpPr>
          <p:cNvPr id="88" name="直線コネクタ 87">
            <a:extLst>
              <a:ext uri="{FF2B5EF4-FFF2-40B4-BE49-F238E27FC236}">
                <a16:creationId xmlns:a16="http://schemas.microsoft.com/office/drawing/2014/main" id="{A91AB51B-47A8-B6AF-647E-8D0FA2BED83D}"/>
              </a:ext>
            </a:extLst>
          </p:cNvPr>
          <p:cNvCxnSpPr/>
          <p:nvPr/>
        </p:nvCxnSpPr>
        <p:spPr>
          <a:xfrm>
            <a:off x="3117524" y="4560718"/>
            <a:ext cx="44873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タイトル 2">
            <a:extLst>
              <a:ext uri="{FF2B5EF4-FFF2-40B4-BE49-F238E27FC236}">
                <a16:creationId xmlns:a16="http://schemas.microsoft.com/office/drawing/2014/main" id="{1475D438-B6BB-6D31-380D-594CD865D210}"/>
              </a:ext>
            </a:extLst>
          </p:cNvPr>
          <p:cNvSpPr>
            <a:spLocks noGrp="1"/>
          </p:cNvSpPr>
          <p:nvPr>
            <p:ph type="title"/>
          </p:nvPr>
        </p:nvSpPr>
        <p:spPr>
          <a:xfrm>
            <a:off x="432888" y="52193"/>
            <a:ext cx="11493500" cy="626683"/>
          </a:xfrm>
        </p:spPr>
        <p:txBody>
          <a:bodyPr/>
          <a:lstStyle/>
          <a:p>
            <a:r>
              <a:rPr lang="ja-JP" altLang="en-US"/>
              <a:t>アーキテクチャ初案 </a:t>
            </a:r>
            <a:r>
              <a:rPr lang="en-US" altLang="ja-JP"/>
              <a:t>– </a:t>
            </a:r>
            <a:r>
              <a:rPr lang="ja-JP" altLang="en-US"/>
              <a:t>通信プロトコルとデータ収集頻度</a:t>
            </a:r>
            <a:br>
              <a:rPr lang="en-US" altLang="ja-JP"/>
            </a:br>
            <a:r>
              <a:rPr lang="en-US" altLang="ja-JP"/>
              <a:t>The draft of </a:t>
            </a:r>
            <a:r>
              <a:rPr lang="en-US" altLang="zh-CN"/>
              <a:t>architecture – protocols and data collecting frequency</a:t>
            </a:r>
            <a:endParaRPr lang="ja-JP" altLang="en-US" sz="2000"/>
          </a:p>
        </p:txBody>
      </p:sp>
      <p:sp>
        <p:nvSpPr>
          <p:cNvPr id="2" name="テキスト ボックス 1">
            <a:extLst>
              <a:ext uri="{FF2B5EF4-FFF2-40B4-BE49-F238E27FC236}">
                <a16:creationId xmlns:a16="http://schemas.microsoft.com/office/drawing/2014/main" id="{65F393CB-B1E8-F1D6-443F-97206F4AE316}"/>
              </a:ext>
            </a:extLst>
          </p:cNvPr>
          <p:cNvSpPr txBox="1"/>
          <p:nvPr/>
        </p:nvSpPr>
        <p:spPr>
          <a:xfrm>
            <a:off x="9447933" y="-13168"/>
            <a:ext cx="2596405" cy="738664"/>
          </a:xfrm>
          <a:prstGeom prst="rect">
            <a:avLst/>
          </a:prstGeom>
          <a:noFill/>
        </p:spPr>
        <p:txBody>
          <a:bodyPr wrap="square" rtlCol="0">
            <a:spAutoFit/>
          </a:bodyPr>
          <a:lstStyle/>
          <a:p>
            <a:r>
              <a:rPr lang="ja-JP" altLang="en-US" sz="1400">
                <a:latin typeface="+mn-ea"/>
              </a:rPr>
              <a:t>統一した</a:t>
            </a:r>
            <a:r>
              <a:rPr lang="en-US" altLang="ja-JP" sz="1400">
                <a:latin typeface="+mn-ea"/>
              </a:rPr>
              <a:t>Tag</a:t>
            </a:r>
            <a:r>
              <a:rPr lang="ja-JP" altLang="en-US" sz="1400">
                <a:latin typeface="+mn-ea"/>
              </a:rPr>
              <a:t>命名規則と収集頻度設定規則を沿うシナリオに応じるデータ収集</a:t>
            </a:r>
          </a:p>
        </p:txBody>
      </p:sp>
      <p:pic>
        <p:nvPicPr>
          <p:cNvPr id="10" name="図 9">
            <a:extLst>
              <a:ext uri="{FF2B5EF4-FFF2-40B4-BE49-F238E27FC236}">
                <a16:creationId xmlns:a16="http://schemas.microsoft.com/office/drawing/2014/main" id="{EC901898-8538-F3CD-8ED9-DB930CD71E50}"/>
              </a:ext>
            </a:extLst>
          </p:cNvPr>
          <p:cNvPicPr>
            <a:picLocks noChangeAspect="1"/>
          </p:cNvPicPr>
          <p:nvPr/>
        </p:nvPicPr>
        <p:blipFill>
          <a:blip r:embed="rId3"/>
          <a:srcRect l="10772" t="4025" r="81890" b="87133"/>
          <a:stretch>
            <a:fillRect/>
          </a:stretch>
        </p:blipFill>
        <p:spPr>
          <a:xfrm>
            <a:off x="1381438" y="3504980"/>
            <a:ext cx="673412" cy="549665"/>
          </a:xfrm>
          <a:custGeom>
            <a:avLst/>
            <a:gdLst>
              <a:gd name="csX0" fmla="*/ 263525 w 742950"/>
              <a:gd name="csY0" fmla="*/ 0 h 606425"/>
              <a:gd name="csX1" fmla="*/ 742950 w 742950"/>
              <a:gd name="csY1" fmla="*/ 298450 h 606425"/>
              <a:gd name="csX2" fmla="*/ 730250 w 742950"/>
              <a:gd name="csY2" fmla="*/ 444500 h 606425"/>
              <a:gd name="csX3" fmla="*/ 720725 w 742950"/>
              <a:gd name="csY3" fmla="*/ 457200 h 606425"/>
              <a:gd name="csX4" fmla="*/ 730250 w 742950"/>
              <a:gd name="csY4" fmla="*/ 495300 h 606425"/>
              <a:gd name="csX5" fmla="*/ 479425 w 742950"/>
              <a:gd name="csY5" fmla="*/ 606425 h 606425"/>
              <a:gd name="csX6" fmla="*/ 28575 w 742950"/>
              <a:gd name="csY6" fmla="*/ 339725 h 606425"/>
              <a:gd name="csX7" fmla="*/ 41275 w 742950"/>
              <a:gd name="csY7" fmla="*/ 285750 h 606425"/>
              <a:gd name="csX8" fmla="*/ 0 w 742950"/>
              <a:gd name="csY8" fmla="*/ 282575 h 606425"/>
              <a:gd name="csX9" fmla="*/ 9525 w 742950"/>
              <a:gd name="csY9" fmla="*/ 146050 h 60642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742950" h="606425">
                <a:moveTo>
                  <a:pt x="263525" y="0"/>
                </a:moveTo>
                <a:lnTo>
                  <a:pt x="742950" y="298450"/>
                </a:lnTo>
                <a:lnTo>
                  <a:pt x="730250" y="444500"/>
                </a:lnTo>
                <a:lnTo>
                  <a:pt x="720725" y="457200"/>
                </a:lnTo>
                <a:lnTo>
                  <a:pt x="730250" y="495300"/>
                </a:lnTo>
                <a:lnTo>
                  <a:pt x="479425" y="606425"/>
                </a:lnTo>
                <a:lnTo>
                  <a:pt x="28575" y="339725"/>
                </a:lnTo>
                <a:lnTo>
                  <a:pt x="41275" y="285750"/>
                </a:lnTo>
                <a:lnTo>
                  <a:pt x="0" y="282575"/>
                </a:lnTo>
                <a:lnTo>
                  <a:pt x="9525" y="146050"/>
                </a:lnTo>
                <a:close/>
              </a:path>
            </a:pathLst>
          </a:custGeom>
        </p:spPr>
      </p:pic>
      <p:pic>
        <p:nvPicPr>
          <p:cNvPr id="12" name="図 11">
            <a:extLst>
              <a:ext uri="{FF2B5EF4-FFF2-40B4-BE49-F238E27FC236}">
                <a16:creationId xmlns:a16="http://schemas.microsoft.com/office/drawing/2014/main" id="{FA41DF88-B01F-6137-57DB-AB1A728BE64D}"/>
              </a:ext>
            </a:extLst>
          </p:cNvPr>
          <p:cNvPicPr>
            <a:picLocks noChangeAspect="1"/>
          </p:cNvPicPr>
          <p:nvPr/>
        </p:nvPicPr>
        <p:blipFill>
          <a:blip r:embed="rId4"/>
          <a:srcRect l="9745" t="18241" r="82892" b="72269"/>
          <a:stretch>
            <a:fillRect/>
          </a:stretch>
        </p:blipFill>
        <p:spPr>
          <a:xfrm>
            <a:off x="1375918" y="4717826"/>
            <a:ext cx="676289" cy="589954"/>
          </a:xfrm>
          <a:custGeom>
            <a:avLst/>
            <a:gdLst>
              <a:gd name="csX0" fmla="*/ 549275 w 746125"/>
              <a:gd name="csY0" fmla="*/ 0 h 650875"/>
              <a:gd name="csX1" fmla="*/ 746125 w 746125"/>
              <a:gd name="csY1" fmla="*/ 317500 h 650875"/>
              <a:gd name="csX2" fmla="*/ 555625 w 746125"/>
              <a:gd name="csY2" fmla="*/ 647700 h 650875"/>
              <a:gd name="csX3" fmla="*/ 187325 w 746125"/>
              <a:gd name="csY3" fmla="*/ 650875 h 650875"/>
              <a:gd name="csX4" fmla="*/ 0 w 746125"/>
              <a:gd name="csY4" fmla="*/ 323850 h 650875"/>
              <a:gd name="csX5" fmla="*/ 180975 w 746125"/>
              <a:gd name="csY5" fmla="*/ 6350 h 650875"/>
            </a:gdLst>
            <a:ahLst/>
            <a:cxnLst>
              <a:cxn ang="0">
                <a:pos x="csX0" y="csY0"/>
              </a:cxn>
              <a:cxn ang="0">
                <a:pos x="csX1" y="csY1"/>
              </a:cxn>
              <a:cxn ang="0">
                <a:pos x="csX2" y="csY2"/>
              </a:cxn>
              <a:cxn ang="0">
                <a:pos x="csX3" y="csY3"/>
              </a:cxn>
              <a:cxn ang="0">
                <a:pos x="csX4" y="csY4"/>
              </a:cxn>
              <a:cxn ang="0">
                <a:pos x="csX5" y="csY5"/>
              </a:cxn>
            </a:cxnLst>
            <a:rect l="l" t="t" r="r" b="b"/>
            <a:pathLst>
              <a:path w="746125" h="650875">
                <a:moveTo>
                  <a:pt x="549275" y="0"/>
                </a:moveTo>
                <a:lnTo>
                  <a:pt x="746125" y="317500"/>
                </a:lnTo>
                <a:lnTo>
                  <a:pt x="555625" y="647700"/>
                </a:lnTo>
                <a:lnTo>
                  <a:pt x="187325" y="650875"/>
                </a:lnTo>
                <a:lnTo>
                  <a:pt x="0" y="323850"/>
                </a:lnTo>
                <a:lnTo>
                  <a:pt x="180975" y="6350"/>
                </a:lnTo>
                <a:close/>
              </a:path>
            </a:pathLst>
          </a:custGeom>
        </p:spPr>
      </p:pic>
      <p:pic>
        <p:nvPicPr>
          <p:cNvPr id="17" name="図 16">
            <a:extLst>
              <a:ext uri="{FF2B5EF4-FFF2-40B4-BE49-F238E27FC236}">
                <a16:creationId xmlns:a16="http://schemas.microsoft.com/office/drawing/2014/main" id="{5DBF4184-1530-B80A-3960-F86E649685EA}"/>
              </a:ext>
            </a:extLst>
          </p:cNvPr>
          <p:cNvPicPr>
            <a:picLocks noChangeAspect="1"/>
          </p:cNvPicPr>
          <p:nvPr/>
        </p:nvPicPr>
        <p:blipFill>
          <a:blip r:embed="rId4"/>
          <a:srcRect l="30291" t="27083" r="60904" b="61852"/>
          <a:stretch>
            <a:fillRect/>
          </a:stretch>
        </p:blipFill>
        <p:spPr>
          <a:xfrm>
            <a:off x="3474296" y="3797867"/>
            <a:ext cx="892175" cy="758825"/>
          </a:xfrm>
          <a:custGeom>
            <a:avLst/>
            <a:gdLst>
              <a:gd name="csX0" fmla="*/ 488950 w 892175"/>
              <a:gd name="csY0" fmla="*/ 0 h 758825"/>
              <a:gd name="csX1" fmla="*/ 892175 w 892175"/>
              <a:gd name="csY1" fmla="*/ 228600 h 758825"/>
              <a:gd name="csX2" fmla="*/ 885825 w 892175"/>
              <a:gd name="csY2" fmla="*/ 492125 h 758825"/>
              <a:gd name="csX3" fmla="*/ 546100 w 892175"/>
              <a:gd name="csY3" fmla="*/ 669925 h 758825"/>
              <a:gd name="csX4" fmla="*/ 552450 w 892175"/>
              <a:gd name="csY4" fmla="*/ 758825 h 758825"/>
              <a:gd name="csX5" fmla="*/ 454025 w 892175"/>
              <a:gd name="csY5" fmla="*/ 698500 h 758825"/>
              <a:gd name="csX6" fmla="*/ 415925 w 892175"/>
              <a:gd name="csY6" fmla="*/ 714375 h 758825"/>
              <a:gd name="csX7" fmla="*/ 374650 w 892175"/>
              <a:gd name="csY7" fmla="*/ 701675 h 758825"/>
              <a:gd name="csX8" fmla="*/ 387350 w 892175"/>
              <a:gd name="csY8" fmla="*/ 641350 h 758825"/>
              <a:gd name="csX9" fmla="*/ 85725 w 892175"/>
              <a:gd name="csY9" fmla="*/ 473075 h 758825"/>
              <a:gd name="csX10" fmla="*/ 53975 w 892175"/>
              <a:gd name="csY10" fmla="*/ 504825 h 758825"/>
              <a:gd name="csX11" fmla="*/ 22225 w 892175"/>
              <a:gd name="csY11" fmla="*/ 495300 h 758825"/>
              <a:gd name="csX12" fmla="*/ 22225 w 892175"/>
              <a:gd name="csY12" fmla="*/ 441325 h 758825"/>
              <a:gd name="csX13" fmla="*/ 0 w 892175"/>
              <a:gd name="csY13" fmla="*/ 434975 h 758825"/>
              <a:gd name="csX14" fmla="*/ 3175 w 892175"/>
              <a:gd name="csY14" fmla="*/ 187325 h 758825"/>
              <a:gd name="csX15" fmla="*/ 85725 w 892175"/>
              <a:gd name="csY15" fmla="*/ 225425 h 75882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Lst>
            <a:rect l="l" t="t" r="r" b="b"/>
            <a:pathLst>
              <a:path w="892175" h="758825">
                <a:moveTo>
                  <a:pt x="488950" y="0"/>
                </a:moveTo>
                <a:lnTo>
                  <a:pt x="892175" y="228600"/>
                </a:lnTo>
                <a:lnTo>
                  <a:pt x="885825" y="492125"/>
                </a:lnTo>
                <a:lnTo>
                  <a:pt x="546100" y="669925"/>
                </a:lnTo>
                <a:lnTo>
                  <a:pt x="552450" y="758825"/>
                </a:lnTo>
                <a:lnTo>
                  <a:pt x="454025" y="698500"/>
                </a:lnTo>
                <a:lnTo>
                  <a:pt x="415925" y="714375"/>
                </a:lnTo>
                <a:lnTo>
                  <a:pt x="374650" y="701675"/>
                </a:lnTo>
                <a:lnTo>
                  <a:pt x="387350" y="641350"/>
                </a:lnTo>
                <a:lnTo>
                  <a:pt x="85725" y="473075"/>
                </a:lnTo>
                <a:lnTo>
                  <a:pt x="53975" y="504825"/>
                </a:lnTo>
                <a:lnTo>
                  <a:pt x="22225" y="495300"/>
                </a:lnTo>
                <a:lnTo>
                  <a:pt x="22225" y="441325"/>
                </a:lnTo>
                <a:lnTo>
                  <a:pt x="0" y="434975"/>
                </a:lnTo>
                <a:cubicBezTo>
                  <a:pt x="1058" y="352425"/>
                  <a:pt x="2117" y="269875"/>
                  <a:pt x="3175" y="187325"/>
                </a:cubicBezTo>
                <a:lnTo>
                  <a:pt x="85725" y="225425"/>
                </a:lnTo>
                <a:close/>
              </a:path>
            </a:pathLst>
          </a:custGeom>
        </p:spPr>
      </p:pic>
      <p:pic>
        <p:nvPicPr>
          <p:cNvPr id="16" name="図 15">
            <a:extLst>
              <a:ext uri="{FF2B5EF4-FFF2-40B4-BE49-F238E27FC236}">
                <a16:creationId xmlns:a16="http://schemas.microsoft.com/office/drawing/2014/main" id="{7906F1E3-F945-A97D-4F13-3565B62973A6}"/>
              </a:ext>
            </a:extLst>
          </p:cNvPr>
          <p:cNvPicPr>
            <a:picLocks noChangeAspect="1"/>
          </p:cNvPicPr>
          <p:nvPr/>
        </p:nvPicPr>
        <p:blipFill>
          <a:blip r:embed="rId4"/>
          <a:srcRect l="30291" t="27083" r="60904" b="61852"/>
          <a:stretch>
            <a:fillRect/>
          </a:stretch>
        </p:blipFill>
        <p:spPr>
          <a:xfrm>
            <a:off x="3474297" y="4153635"/>
            <a:ext cx="892175" cy="758825"/>
          </a:xfrm>
          <a:custGeom>
            <a:avLst/>
            <a:gdLst>
              <a:gd name="csX0" fmla="*/ 488950 w 892175"/>
              <a:gd name="csY0" fmla="*/ 0 h 758825"/>
              <a:gd name="csX1" fmla="*/ 892175 w 892175"/>
              <a:gd name="csY1" fmla="*/ 228600 h 758825"/>
              <a:gd name="csX2" fmla="*/ 885825 w 892175"/>
              <a:gd name="csY2" fmla="*/ 492125 h 758825"/>
              <a:gd name="csX3" fmla="*/ 546100 w 892175"/>
              <a:gd name="csY3" fmla="*/ 669925 h 758825"/>
              <a:gd name="csX4" fmla="*/ 552450 w 892175"/>
              <a:gd name="csY4" fmla="*/ 758825 h 758825"/>
              <a:gd name="csX5" fmla="*/ 454025 w 892175"/>
              <a:gd name="csY5" fmla="*/ 698500 h 758825"/>
              <a:gd name="csX6" fmla="*/ 415925 w 892175"/>
              <a:gd name="csY6" fmla="*/ 714375 h 758825"/>
              <a:gd name="csX7" fmla="*/ 374650 w 892175"/>
              <a:gd name="csY7" fmla="*/ 701675 h 758825"/>
              <a:gd name="csX8" fmla="*/ 387350 w 892175"/>
              <a:gd name="csY8" fmla="*/ 641350 h 758825"/>
              <a:gd name="csX9" fmla="*/ 85725 w 892175"/>
              <a:gd name="csY9" fmla="*/ 473075 h 758825"/>
              <a:gd name="csX10" fmla="*/ 53975 w 892175"/>
              <a:gd name="csY10" fmla="*/ 504825 h 758825"/>
              <a:gd name="csX11" fmla="*/ 22225 w 892175"/>
              <a:gd name="csY11" fmla="*/ 495300 h 758825"/>
              <a:gd name="csX12" fmla="*/ 22225 w 892175"/>
              <a:gd name="csY12" fmla="*/ 441325 h 758825"/>
              <a:gd name="csX13" fmla="*/ 0 w 892175"/>
              <a:gd name="csY13" fmla="*/ 434975 h 758825"/>
              <a:gd name="csX14" fmla="*/ 3175 w 892175"/>
              <a:gd name="csY14" fmla="*/ 187325 h 758825"/>
              <a:gd name="csX15" fmla="*/ 85725 w 892175"/>
              <a:gd name="csY15" fmla="*/ 225425 h 75882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Lst>
            <a:rect l="l" t="t" r="r" b="b"/>
            <a:pathLst>
              <a:path w="892175" h="758825">
                <a:moveTo>
                  <a:pt x="488950" y="0"/>
                </a:moveTo>
                <a:lnTo>
                  <a:pt x="892175" y="228600"/>
                </a:lnTo>
                <a:lnTo>
                  <a:pt x="885825" y="492125"/>
                </a:lnTo>
                <a:lnTo>
                  <a:pt x="546100" y="669925"/>
                </a:lnTo>
                <a:lnTo>
                  <a:pt x="552450" y="758825"/>
                </a:lnTo>
                <a:lnTo>
                  <a:pt x="454025" y="698500"/>
                </a:lnTo>
                <a:lnTo>
                  <a:pt x="415925" y="714375"/>
                </a:lnTo>
                <a:lnTo>
                  <a:pt x="374650" y="701675"/>
                </a:lnTo>
                <a:lnTo>
                  <a:pt x="387350" y="641350"/>
                </a:lnTo>
                <a:lnTo>
                  <a:pt x="85725" y="473075"/>
                </a:lnTo>
                <a:lnTo>
                  <a:pt x="53975" y="504825"/>
                </a:lnTo>
                <a:lnTo>
                  <a:pt x="22225" y="495300"/>
                </a:lnTo>
                <a:lnTo>
                  <a:pt x="22225" y="441325"/>
                </a:lnTo>
                <a:lnTo>
                  <a:pt x="0" y="434975"/>
                </a:lnTo>
                <a:cubicBezTo>
                  <a:pt x="1058" y="352425"/>
                  <a:pt x="2117" y="269875"/>
                  <a:pt x="3175" y="187325"/>
                </a:cubicBezTo>
                <a:lnTo>
                  <a:pt x="85725" y="225425"/>
                </a:lnTo>
                <a:close/>
              </a:path>
            </a:pathLst>
          </a:custGeom>
        </p:spPr>
      </p:pic>
      <p:sp>
        <p:nvSpPr>
          <p:cNvPr id="26" name="円柱 25">
            <a:extLst>
              <a:ext uri="{FF2B5EF4-FFF2-40B4-BE49-F238E27FC236}">
                <a16:creationId xmlns:a16="http://schemas.microsoft.com/office/drawing/2014/main" id="{824DC6DE-4358-0279-F709-7C291A050BC4}"/>
              </a:ext>
            </a:extLst>
          </p:cNvPr>
          <p:cNvSpPr/>
          <p:nvPr/>
        </p:nvSpPr>
        <p:spPr>
          <a:xfrm>
            <a:off x="2973524" y="1854336"/>
            <a:ext cx="144000" cy="4644000"/>
          </a:xfrm>
          <a:prstGeom prst="can">
            <a:avLst/>
          </a:prstGeom>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21594000" scaled="0"/>
            <a:tileRect/>
          </a:gradFill>
          <a:ln w="31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8" name="円柱 27">
            <a:extLst>
              <a:ext uri="{FF2B5EF4-FFF2-40B4-BE49-F238E27FC236}">
                <a16:creationId xmlns:a16="http://schemas.microsoft.com/office/drawing/2014/main" id="{9FADAC4F-DA68-0210-5ECE-5EBE72B0B7B9}"/>
              </a:ext>
            </a:extLst>
          </p:cNvPr>
          <p:cNvSpPr/>
          <p:nvPr/>
        </p:nvSpPr>
        <p:spPr>
          <a:xfrm>
            <a:off x="7419234" y="1854031"/>
            <a:ext cx="144000" cy="4644000"/>
          </a:xfrm>
          <a:prstGeom prst="can">
            <a:avLst/>
          </a:prstGeom>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21594000" scaled="0"/>
            <a:tileRect/>
          </a:gradFill>
          <a:ln w="31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6" name="テキスト ボックス 35">
            <a:extLst>
              <a:ext uri="{FF2B5EF4-FFF2-40B4-BE49-F238E27FC236}">
                <a16:creationId xmlns:a16="http://schemas.microsoft.com/office/drawing/2014/main" id="{E03022D3-A7D4-2DA0-3E10-4E601F99C0A6}"/>
              </a:ext>
            </a:extLst>
          </p:cNvPr>
          <p:cNvSpPr txBox="1"/>
          <p:nvPr/>
        </p:nvSpPr>
        <p:spPr>
          <a:xfrm>
            <a:off x="5293114" y="5264651"/>
            <a:ext cx="1455848" cy="438582"/>
          </a:xfrm>
          <a:prstGeom prst="rect">
            <a:avLst/>
          </a:prstGeom>
          <a:noFill/>
        </p:spPr>
        <p:txBody>
          <a:bodyPr wrap="none" rtlCol="0">
            <a:spAutoFit/>
          </a:bodyPr>
          <a:lstStyle/>
          <a:p>
            <a:r>
              <a:rPr kumimoji="1" lang="en-US" altLang="ja-JP" sz="1200"/>
              <a:t>PI Point Builder</a:t>
            </a:r>
          </a:p>
          <a:p>
            <a:r>
              <a:rPr lang="ja-JP" altLang="en-US" sz="1050" b="1">
                <a:solidFill>
                  <a:schemeClr val="bg2"/>
                </a:solidFill>
              </a:rPr>
              <a:t>（</a:t>
            </a:r>
            <a:r>
              <a:rPr lang="en-US" altLang="ja-JP" sz="1050" b="1">
                <a:solidFill>
                  <a:schemeClr val="bg2"/>
                </a:solidFill>
              </a:rPr>
              <a:t>OPC UA/MQTT</a:t>
            </a:r>
            <a:r>
              <a:rPr lang="ja-JP" altLang="en-US" sz="1050" b="1">
                <a:solidFill>
                  <a:schemeClr val="bg2"/>
                </a:solidFill>
              </a:rPr>
              <a:t>）</a:t>
            </a:r>
            <a:endParaRPr lang="en-US" altLang="ja-JP" sz="1050" b="1">
              <a:solidFill>
                <a:schemeClr val="bg2"/>
              </a:solidFill>
            </a:endParaRPr>
          </a:p>
        </p:txBody>
      </p:sp>
      <p:sp>
        <p:nvSpPr>
          <p:cNvPr id="37" name="テキスト ボックス 36">
            <a:extLst>
              <a:ext uri="{FF2B5EF4-FFF2-40B4-BE49-F238E27FC236}">
                <a16:creationId xmlns:a16="http://schemas.microsoft.com/office/drawing/2014/main" id="{065577E3-6986-B31D-ECD4-21632033DD7F}"/>
              </a:ext>
            </a:extLst>
          </p:cNvPr>
          <p:cNvSpPr txBox="1"/>
          <p:nvPr/>
        </p:nvSpPr>
        <p:spPr>
          <a:xfrm>
            <a:off x="3361767" y="4912460"/>
            <a:ext cx="1870218" cy="807913"/>
          </a:xfrm>
          <a:prstGeom prst="rect">
            <a:avLst/>
          </a:prstGeom>
          <a:noFill/>
        </p:spPr>
        <p:txBody>
          <a:bodyPr wrap="square" rtlCol="0">
            <a:spAutoFit/>
          </a:bodyPr>
          <a:lstStyle/>
          <a:p>
            <a:r>
              <a:rPr kumimoji="1" lang="en-US" altLang="ja-JP" sz="1200" dirty="0"/>
              <a:t>PI Interfaces/</a:t>
            </a:r>
          </a:p>
          <a:p>
            <a:r>
              <a:rPr lang="en-US" altLang="ja-JP" sz="1200" dirty="0"/>
              <a:t>Connectors/Adapters</a:t>
            </a:r>
          </a:p>
          <a:p>
            <a:r>
              <a:rPr lang="ja-JP" altLang="en-US" sz="1050" b="1" dirty="0">
                <a:solidFill>
                  <a:schemeClr val="bg2"/>
                </a:solidFill>
              </a:rPr>
              <a:t>（</a:t>
            </a:r>
            <a:r>
              <a:rPr lang="en-US" altLang="ja-JP" sz="1050" b="1" dirty="0">
                <a:solidFill>
                  <a:schemeClr val="bg2"/>
                </a:solidFill>
              </a:rPr>
              <a:t>OPC UA/MQTT</a:t>
            </a:r>
            <a:r>
              <a:rPr lang="ja-JP" altLang="en-US" sz="1050" b="1" dirty="0">
                <a:solidFill>
                  <a:schemeClr val="bg2"/>
                </a:solidFill>
              </a:rPr>
              <a:t>）</a:t>
            </a:r>
            <a:endParaRPr lang="en-US" altLang="ja-JP" sz="1050" b="1" dirty="0">
              <a:solidFill>
                <a:schemeClr val="bg2"/>
              </a:solidFill>
            </a:endParaRPr>
          </a:p>
          <a:p>
            <a:endParaRPr kumimoji="1" lang="en-US" altLang="ja-JP" sz="1200" dirty="0"/>
          </a:p>
        </p:txBody>
      </p:sp>
      <p:sp>
        <p:nvSpPr>
          <p:cNvPr id="38" name="テキスト ボックス 37">
            <a:extLst>
              <a:ext uri="{FF2B5EF4-FFF2-40B4-BE49-F238E27FC236}">
                <a16:creationId xmlns:a16="http://schemas.microsoft.com/office/drawing/2014/main" id="{1D32C769-F93D-0376-53BD-FE18B5FC45CB}"/>
              </a:ext>
            </a:extLst>
          </p:cNvPr>
          <p:cNvSpPr txBox="1"/>
          <p:nvPr/>
        </p:nvSpPr>
        <p:spPr>
          <a:xfrm>
            <a:off x="5301838" y="4868475"/>
            <a:ext cx="2143536" cy="461665"/>
          </a:xfrm>
          <a:prstGeom prst="rect">
            <a:avLst/>
          </a:prstGeom>
          <a:noFill/>
        </p:spPr>
        <p:txBody>
          <a:bodyPr wrap="none" rtlCol="0">
            <a:spAutoFit/>
          </a:bodyPr>
          <a:lstStyle/>
          <a:p>
            <a:r>
              <a:rPr kumimoji="1" lang="en-US" altLang="ja-JP" sz="1200"/>
              <a:t>PI Connector Relay</a:t>
            </a:r>
          </a:p>
          <a:p>
            <a:r>
              <a:rPr lang="en-US" altLang="ja-JP" sz="1200"/>
              <a:t>PI Data Collection Manager</a:t>
            </a:r>
            <a:endParaRPr kumimoji="1" lang="en-US" altLang="ja-JP" sz="1200"/>
          </a:p>
        </p:txBody>
      </p:sp>
      <p:sp>
        <p:nvSpPr>
          <p:cNvPr id="39" name="テキスト ボックス 38">
            <a:extLst>
              <a:ext uri="{FF2B5EF4-FFF2-40B4-BE49-F238E27FC236}">
                <a16:creationId xmlns:a16="http://schemas.microsoft.com/office/drawing/2014/main" id="{246DCFEB-15A8-E272-3C0F-20771973E88A}"/>
              </a:ext>
            </a:extLst>
          </p:cNvPr>
          <p:cNvSpPr txBox="1"/>
          <p:nvPr/>
        </p:nvSpPr>
        <p:spPr>
          <a:xfrm>
            <a:off x="157039" y="4043753"/>
            <a:ext cx="2237059" cy="438582"/>
          </a:xfrm>
          <a:prstGeom prst="rect">
            <a:avLst/>
          </a:prstGeom>
          <a:noFill/>
        </p:spPr>
        <p:txBody>
          <a:bodyPr wrap="square" rtlCol="0">
            <a:spAutoFit/>
          </a:bodyPr>
          <a:lstStyle/>
          <a:p>
            <a:pPr algn="ctr"/>
            <a:r>
              <a:rPr kumimoji="1" lang="en-US" altLang="ja-JP" sz="1200" dirty="0"/>
              <a:t>Network Devices </a:t>
            </a:r>
            <a:r>
              <a:rPr kumimoji="1" lang="en-US" altLang="ja-JP" sz="1050" dirty="0"/>
              <a:t>OT Monitor</a:t>
            </a:r>
          </a:p>
          <a:p>
            <a:pPr algn="ctr"/>
            <a:r>
              <a:rPr lang="ja-JP" altLang="en-US" sz="1050" b="1" dirty="0">
                <a:solidFill>
                  <a:srgbClr val="2A83FE"/>
                </a:solidFill>
              </a:rPr>
              <a:t>（</a:t>
            </a:r>
            <a:r>
              <a:rPr lang="en-US" altLang="ja-JP" sz="1050" b="1" dirty="0">
                <a:solidFill>
                  <a:srgbClr val="2A83FE"/>
                </a:solidFill>
              </a:rPr>
              <a:t>MCP/IEC/FINS</a:t>
            </a:r>
            <a:r>
              <a:rPr lang="ja-JP" altLang="en-US" sz="1050" b="1" dirty="0">
                <a:solidFill>
                  <a:srgbClr val="2A83FE"/>
                </a:solidFill>
              </a:rPr>
              <a:t>）</a:t>
            </a:r>
            <a:endParaRPr lang="en-US" altLang="ja-JP" sz="900" b="1" dirty="0">
              <a:solidFill>
                <a:srgbClr val="2A83FE"/>
              </a:solidFill>
            </a:endParaRPr>
          </a:p>
        </p:txBody>
      </p:sp>
      <p:sp>
        <p:nvSpPr>
          <p:cNvPr id="40" name="テキスト ボックス 39">
            <a:extLst>
              <a:ext uri="{FF2B5EF4-FFF2-40B4-BE49-F238E27FC236}">
                <a16:creationId xmlns:a16="http://schemas.microsoft.com/office/drawing/2014/main" id="{E419F9D9-A235-B315-B6AD-F763554D7DD4}"/>
              </a:ext>
            </a:extLst>
          </p:cNvPr>
          <p:cNvSpPr txBox="1"/>
          <p:nvPr/>
        </p:nvSpPr>
        <p:spPr>
          <a:xfrm>
            <a:off x="126929" y="5318546"/>
            <a:ext cx="2580779" cy="438582"/>
          </a:xfrm>
          <a:prstGeom prst="rect">
            <a:avLst/>
          </a:prstGeom>
          <a:noFill/>
        </p:spPr>
        <p:txBody>
          <a:bodyPr wrap="square" rtlCol="0">
            <a:spAutoFit/>
          </a:bodyPr>
          <a:lstStyle/>
          <a:p>
            <a:pPr algn="ctr"/>
            <a:r>
              <a:rPr kumimoji="1" lang="en-US" altLang="ja-JP" sz="1200" dirty="0"/>
              <a:t>Process Controls </a:t>
            </a:r>
            <a:r>
              <a:rPr lang="en-US" altLang="ja-JP" sz="1050" dirty="0"/>
              <a:t>DCS/SCADA/PLC</a:t>
            </a:r>
          </a:p>
          <a:p>
            <a:pPr algn="ctr"/>
            <a:r>
              <a:rPr lang="ja-JP" altLang="en-US" sz="1050" b="1" dirty="0">
                <a:solidFill>
                  <a:srgbClr val="2A83FE"/>
                </a:solidFill>
              </a:rPr>
              <a:t>（</a:t>
            </a:r>
            <a:r>
              <a:rPr lang="en-US" altLang="ja-JP" sz="1050" b="1" dirty="0">
                <a:solidFill>
                  <a:srgbClr val="2A83FE"/>
                </a:solidFill>
              </a:rPr>
              <a:t>MCP/IEC/FINS/DB</a:t>
            </a:r>
            <a:r>
              <a:rPr lang="ja-JP" altLang="en-US" sz="1050" b="1" dirty="0">
                <a:solidFill>
                  <a:srgbClr val="2A83FE"/>
                </a:solidFill>
              </a:rPr>
              <a:t>）</a:t>
            </a:r>
            <a:endParaRPr lang="en-US" altLang="ja-JP" sz="900" b="1" dirty="0">
              <a:solidFill>
                <a:srgbClr val="2A83FE"/>
              </a:solidFill>
            </a:endParaRPr>
          </a:p>
        </p:txBody>
      </p:sp>
      <p:sp>
        <p:nvSpPr>
          <p:cNvPr id="47" name="テキスト ボックス 46">
            <a:extLst>
              <a:ext uri="{FF2B5EF4-FFF2-40B4-BE49-F238E27FC236}">
                <a16:creationId xmlns:a16="http://schemas.microsoft.com/office/drawing/2014/main" id="{86933D79-B48C-AE8E-7A44-6E3A67900F39}"/>
              </a:ext>
            </a:extLst>
          </p:cNvPr>
          <p:cNvSpPr txBox="1"/>
          <p:nvPr/>
        </p:nvSpPr>
        <p:spPr>
          <a:xfrm>
            <a:off x="8084830" y="5884431"/>
            <a:ext cx="1569660" cy="461665"/>
          </a:xfrm>
          <a:prstGeom prst="rect">
            <a:avLst/>
          </a:prstGeom>
          <a:noFill/>
        </p:spPr>
        <p:txBody>
          <a:bodyPr wrap="none" rtlCol="0">
            <a:spAutoFit/>
          </a:bodyPr>
          <a:lstStyle/>
          <a:p>
            <a:pPr algn="ctr"/>
            <a:r>
              <a:rPr kumimoji="1" lang="ja-JP" altLang="en-US" sz="1200" b="1" dirty="0"/>
              <a:t>データ可視化と分析</a:t>
            </a:r>
            <a:endParaRPr kumimoji="1" lang="en-US" altLang="ja-JP" sz="1200" b="1" dirty="0"/>
          </a:p>
          <a:p>
            <a:pPr algn="ctr"/>
            <a:r>
              <a:rPr kumimoji="1" lang="ja-JP" altLang="en-US" sz="1200" b="1" dirty="0"/>
              <a:t>（親局）</a:t>
            </a:r>
          </a:p>
        </p:txBody>
      </p:sp>
      <p:sp>
        <p:nvSpPr>
          <p:cNvPr id="48" name="テキスト ボックス 47">
            <a:extLst>
              <a:ext uri="{FF2B5EF4-FFF2-40B4-BE49-F238E27FC236}">
                <a16:creationId xmlns:a16="http://schemas.microsoft.com/office/drawing/2014/main" id="{1D99F805-21FA-1408-AA0E-584E3706E6BD}"/>
              </a:ext>
            </a:extLst>
          </p:cNvPr>
          <p:cNvSpPr txBox="1"/>
          <p:nvPr/>
        </p:nvSpPr>
        <p:spPr>
          <a:xfrm>
            <a:off x="3726557" y="5884431"/>
            <a:ext cx="800219" cy="461665"/>
          </a:xfrm>
          <a:prstGeom prst="rect">
            <a:avLst/>
          </a:prstGeom>
          <a:noFill/>
        </p:spPr>
        <p:txBody>
          <a:bodyPr wrap="none" rtlCol="0">
            <a:spAutoFit/>
          </a:bodyPr>
          <a:lstStyle/>
          <a:p>
            <a:pPr algn="ctr"/>
            <a:r>
              <a:rPr kumimoji="1" lang="ja-JP" altLang="en-US" sz="1200" b="1" dirty="0"/>
              <a:t>設備接続</a:t>
            </a:r>
            <a:endParaRPr kumimoji="1" lang="en-US" altLang="ja-JP" sz="1200" b="1" dirty="0"/>
          </a:p>
          <a:p>
            <a:pPr algn="ctr"/>
            <a:r>
              <a:rPr lang="ja-JP" altLang="en-US" sz="1200" b="1" dirty="0"/>
              <a:t>（子局）</a:t>
            </a:r>
            <a:endParaRPr kumimoji="1" lang="ja-JP" altLang="en-US" sz="1200" b="1" dirty="0"/>
          </a:p>
        </p:txBody>
      </p:sp>
      <p:sp>
        <p:nvSpPr>
          <p:cNvPr id="51" name="テキスト ボックス 50">
            <a:extLst>
              <a:ext uri="{FF2B5EF4-FFF2-40B4-BE49-F238E27FC236}">
                <a16:creationId xmlns:a16="http://schemas.microsoft.com/office/drawing/2014/main" id="{A72EFD1F-362C-642C-A761-D0F4B016ED4B}"/>
              </a:ext>
            </a:extLst>
          </p:cNvPr>
          <p:cNvSpPr txBox="1"/>
          <p:nvPr/>
        </p:nvSpPr>
        <p:spPr>
          <a:xfrm>
            <a:off x="651903" y="5884431"/>
            <a:ext cx="1723549" cy="461665"/>
          </a:xfrm>
          <a:prstGeom prst="rect">
            <a:avLst/>
          </a:prstGeom>
          <a:noFill/>
        </p:spPr>
        <p:txBody>
          <a:bodyPr wrap="none" rtlCol="0">
            <a:spAutoFit/>
          </a:bodyPr>
          <a:lstStyle/>
          <a:p>
            <a:pPr algn="ctr"/>
            <a:r>
              <a:rPr kumimoji="1" lang="ja-JP" altLang="en-US" sz="1200" b="1" dirty="0"/>
              <a:t>設備制御とデータ交換</a:t>
            </a:r>
            <a:endParaRPr kumimoji="1" lang="en-US" altLang="ja-JP" sz="1200" b="1" dirty="0"/>
          </a:p>
          <a:p>
            <a:pPr algn="ctr"/>
            <a:r>
              <a:rPr lang="ja-JP" altLang="en-US" sz="1200" b="1" dirty="0"/>
              <a:t>（発電所）</a:t>
            </a:r>
            <a:endParaRPr kumimoji="1" lang="ja-JP" altLang="en-US" sz="1200" b="1" dirty="0"/>
          </a:p>
        </p:txBody>
      </p:sp>
      <p:sp>
        <p:nvSpPr>
          <p:cNvPr id="53" name="テキスト ボックス 52">
            <a:extLst>
              <a:ext uri="{FF2B5EF4-FFF2-40B4-BE49-F238E27FC236}">
                <a16:creationId xmlns:a16="http://schemas.microsoft.com/office/drawing/2014/main" id="{10C1CF9A-595C-CF8E-99CF-44BCAA310EC7}"/>
              </a:ext>
            </a:extLst>
          </p:cNvPr>
          <p:cNvSpPr txBox="1"/>
          <p:nvPr/>
        </p:nvSpPr>
        <p:spPr>
          <a:xfrm>
            <a:off x="148426" y="2591135"/>
            <a:ext cx="2502608" cy="461665"/>
          </a:xfrm>
          <a:prstGeom prst="rect">
            <a:avLst/>
          </a:prstGeom>
          <a:noFill/>
        </p:spPr>
        <p:txBody>
          <a:bodyPr wrap="square" rtlCol="0">
            <a:spAutoFit/>
          </a:bodyPr>
          <a:lstStyle/>
          <a:p>
            <a:pPr algn="ctr"/>
            <a:r>
              <a:rPr kumimoji="1" lang="en-US" altLang="ja-JP" sz="1200" dirty="0"/>
              <a:t>Edge Gateway/</a:t>
            </a:r>
            <a:r>
              <a:rPr kumimoji="1" lang="en-US" altLang="ja-JP" sz="1200" dirty="0" err="1"/>
              <a:t>Opc</a:t>
            </a:r>
            <a:r>
              <a:rPr kumimoji="1" lang="en-US" altLang="ja-JP" sz="1200" dirty="0"/>
              <a:t> </a:t>
            </a:r>
            <a:r>
              <a:rPr kumimoji="1" lang="en-US" altLang="ja-JP" sz="1200" dirty="0" err="1"/>
              <a:t>Ua</a:t>
            </a:r>
            <a:r>
              <a:rPr kumimoji="1" lang="en-US" altLang="ja-JP" sz="1200" dirty="0"/>
              <a:t> Server</a:t>
            </a:r>
          </a:p>
          <a:p>
            <a:pPr algn="ctr"/>
            <a:r>
              <a:rPr lang="ja-JP" altLang="en-US" sz="1050" b="1" dirty="0">
                <a:solidFill>
                  <a:srgbClr val="2A83FE"/>
                </a:solidFill>
              </a:rPr>
              <a:t>（</a:t>
            </a:r>
            <a:r>
              <a:rPr lang="en-US" altLang="ja-JP" sz="1050" b="1" dirty="0">
                <a:solidFill>
                  <a:srgbClr val="2A83FE"/>
                </a:solidFill>
              </a:rPr>
              <a:t>MCP/IEC/FINS/</a:t>
            </a:r>
            <a:r>
              <a:rPr lang="en-US" altLang="ja-JP" sz="1050" b="1" dirty="0">
                <a:solidFill>
                  <a:srgbClr val="FF0000"/>
                </a:solidFill>
              </a:rPr>
              <a:t>CSV/TXT</a:t>
            </a:r>
            <a:r>
              <a:rPr lang="ja-JP" altLang="en-US" sz="1200" b="1" dirty="0">
                <a:solidFill>
                  <a:srgbClr val="2A83FE"/>
                </a:solidFill>
              </a:rPr>
              <a:t>）</a:t>
            </a:r>
            <a:endParaRPr kumimoji="1" lang="en-US" altLang="ja-JP" sz="1050" b="1" dirty="0">
              <a:solidFill>
                <a:srgbClr val="2A83FE"/>
              </a:solidFill>
            </a:endParaRPr>
          </a:p>
        </p:txBody>
      </p:sp>
      <p:cxnSp>
        <p:nvCxnSpPr>
          <p:cNvPr id="57" name="コネクタ: カギ線 56">
            <a:extLst>
              <a:ext uri="{FF2B5EF4-FFF2-40B4-BE49-F238E27FC236}">
                <a16:creationId xmlns:a16="http://schemas.microsoft.com/office/drawing/2014/main" id="{5CF37588-E00B-FF88-7703-CB85D82E841A}"/>
              </a:ext>
            </a:extLst>
          </p:cNvPr>
          <p:cNvCxnSpPr>
            <a:stCxn id="10" idx="1"/>
            <a:endCxn id="26" idx="2"/>
          </p:cNvCxnSpPr>
          <p:nvPr/>
        </p:nvCxnSpPr>
        <p:spPr>
          <a:xfrm>
            <a:off x="2054850" y="3775496"/>
            <a:ext cx="918674" cy="400840"/>
          </a:xfrm>
          <a:prstGeom prst="bentConnector3">
            <a:avLst>
              <a:gd name="adj1"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8" name="コネクタ: カギ線 57">
            <a:extLst>
              <a:ext uri="{FF2B5EF4-FFF2-40B4-BE49-F238E27FC236}">
                <a16:creationId xmlns:a16="http://schemas.microsoft.com/office/drawing/2014/main" id="{5055A03B-A6B0-4A22-FAA3-208DF820C6EA}"/>
              </a:ext>
            </a:extLst>
          </p:cNvPr>
          <p:cNvCxnSpPr>
            <a:cxnSpLocks/>
            <a:stCxn id="12" idx="1"/>
            <a:endCxn id="26" idx="2"/>
          </p:cNvCxnSpPr>
          <p:nvPr/>
        </p:nvCxnSpPr>
        <p:spPr>
          <a:xfrm flipV="1">
            <a:off x="2052207" y="4176336"/>
            <a:ext cx="921317" cy="829272"/>
          </a:xfrm>
          <a:prstGeom prst="bentConnector3">
            <a:avLst>
              <a:gd name="adj1"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9" name="直線コネクタ 88">
            <a:extLst>
              <a:ext uri="{FF2B5EF4-FFF2-40B4-BE49-F238E27FC236}">
                <a16:creationId xmlns:a16="http://schemas.microsoft.com/office/drawing/2014/main" id="{D7BD4292-240A-0908-B8A6-6A26D8343D42}"/>
              </a:ext>
            </a:extLst>
          </p:cNvPr>
          <p:cNvCxnSpPr>
            <a:cxnSpLocks/>
          </p:cNvCxnSpPr>
          <p:nvPr/>
        </p:nvCxnSpPr>
        <p:spPr>
          <a:xfrm>
            <a:off x="4360783" y="4185755"/>
            <a:ext cx="828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 name="図 19">
            <a:extLst>
              <a:ext uri="{FF2B5EF4-FFF2-40B4-BE49-F238E27FC236}">
                <a16:creationId xmlns:a16="http://schemas.microsoft.com/office/drawing/2014/main" id="{70D61879-1016-8931-C09E-4CC71AC379EE}"/>
              </a:ext>
            </a:extLst>
          </p:cNvPr>
          <p:cNvPicPr>
            <a:picLocks noChangeAspect="1"/>
          </p:cNvPicPr>
          <p:nvPr/>
        </p:nvPicPr>
        <p:blipFill>
          <a:blip r:embed="rId4"/>
          <a:srcRect l="41603" t="22593" r="53791" b="66528"/>
          <a:stretch>
            <a:fillRect/>
          </a:stretch>
        </p:blipFill>
        <p:spPr>
          <a:xfrm>
            <a:off x="4615098" y="3919728"/>
            <a:ext cx="388838" cy="621612"/>
          </a:xfrm>
          <a:custGeom>
            <a:avLst/>
            <a:gdLst>
              <a:gd name="csX0" fmla="*/ 107950 w 466725"/>
              <a:gd name="csY0" fmla="*/ 0 h 746125"/>
              <a:gd name="csX1" fmla="*/ 460375 w 466725"/>
              <a:gd name="csY1" fmla="*/ 193675 h 746125"/>
              <a:gd name="csX2" fmla="*/ 466725 w 466725"/>
              <a:gd name="csY2" fmla="*/ 654050 h 746125"/>
              <a:gd name="csX3" fmla="*/ 336550 w 466725"/>
              <a:gd name="csY3" fmla="*/ 746125 h 746125"/>
              <a:gd name="csX4" fmla="*/ 3175 w 466725"/>
              <a:gd name="csY4" fmla="*/ 546100 h 746125"/>
              <a:gd name="csX5" fmla="*/ 0 w 466725"/>
              <a:gd name="csY5" fmla="*/ 69850 h 746125"/>
            </a:gdLst>
            <a:ahLst/>
            <a:cxnLst>
              <a:cxn ang="0">
                <a:pos x="csX0" y="csY0"/>
              </a:cxn>
              <a:cxn ang="0">
                <a:pos x="csX1" y="csY1"/>
              </a:cxn>
              <a:cxn ang="0">
                <a:pos x="csX2" y="csY2"/>
              </a:cxn>
              <a:cxn ang="0">
                <a:pos x="csX3" y="csY3"/>
              </a:cxn>
              <a:cxn ang="0">
                <a:pos x="csX4" y="csY4"/>
              </a:cxn>
              <a:cxn ang="0">
                <a:pos x="csX5" y="csY5"/>
              </a:cxn>
            </a:cxnLst>
            <a:rect l="l" t="t" r="r" b="b"/>
            <a:pathLst>
              <a:path w="466725" h="746125">
                <a:moveTo>
                  <a:pt x="107950" y="0"/>
                </a:moveTo>
                <a:lnTo>
                  <a:pt x="460375" y="193675"/>
                </a:lnTo>
                <a:cubicBezTo>
                  <a:pt x="462492" y="347133"/>
                  <a:pt x="464608" y="500592"/>
                  <a:pt x="466725" y="654050"/>
                </a:cubicBezTo>
                <a:lnTo>
                  <a:pt x="336550" y="746125"/>
                </a:lnTo>
                <a:lnTo>
                  <a:pt x="3175" y="546100"/>
                </a:lnTo>
                <a:cubicBezTo>
                  <a:pt x="2117" y="387350"/>
                  <a:pt x="1058" y="228600"/>
                  <a:pt x="0" y="69850"/>
                </a:cubicBezTo>
                <a:close/>
              </a:path>
            </a:pathLst>
          </a:custGeom>
        </p:spPr>
      </p:pic>
      <p:cxnSp>
        <p:nvCxnSpPr>
          <p:cNvPr id="93" name="直線コネクタ 92">
            <a:extLst>
              <a:ext uri="{FF2B5EF4-FFF2-40B4-BE49-F238E27FC236}">
                <a16:creationId xmlns:a16="http://schemas.microsoft.com/office/drawing/2014/main" id="{78021B29-1F01-E7E4-937E-4AF27F67D9EB}"/>
              </a:ext>
            </a:extLst>
          </p:cNvPr>
          <p:cNvCxnSpPr>
            <a:cxnSpLocks/>
          </p:cNvCxnSpPr>
          <p:nvPr/>
        </p:nvCxnSpPr>
        <p:spPr>
          <a:xfrm>
            <a:off x="5327978" y="3744915"/>
            <a:ext cx="2088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2" name="図 21">
            <a:extLst>
              <a:ext uri="{FF2B5EF4-FFF2-40B4-BE49-F238E27FC236}">
                <a16:creationId xmlns:a16="http://schemas.microsoft.com/office/drawing/2014/main" id="{F09EC4F0-99AF-D76D-42E2-DB15F69A798A}"/>
              </a:ext>
            </a:extLst>
          </p:cNvPr>
          <p:cNvPicPr>
            <a:picLocks noChangeAspect="1"/>
          </p:cNvPicPr>
          <p:nvPr/>
        </p:nvPicPr>
        <p:blipFill>
          <a:blip r:embed="rId4"/>
          <a:srcRect l="41603" t="22593" r="53791" b="66528"/>
          <a:stretch>
            <a:fillRect/>
          </a:stretch>
        </p:blipFill>
        <p:spPr>
          <a:xfrm>
            <a:off x="6830738" y="3483561"/>
            <a:ext cx="388838" cy="621612"/>
          </a:xfrm>
          <a:custGeom>
            <a:avLst/>
            <a:gdLst>
              <a:gd name="csX0" fmla="*/ 107950 w 466725"/>
              <a:gd name="csY0" fmla="*/ 0 h 746125"/>
              <a:gd name="csX1" fmla="*/ 460375 w 466725"/>
              <a:gd name="csY1" fmla="*/ 193675 h 746125"/>
              <a:gd name="csX2" fmla="*/ 466725 w 466725"/>
              <a:gd name="csY2" fmla="*/ 654050 h 746125"/>
              <a:gd name="csX3" fmla="*/ 336550 w 466725"/>
              <a:gd name="csY3" fmla="*/ 746125 h 746125"/>
              <a:gd name="csX4" fmla="*/ 3175 w 466725"/>
              <a:gd name="csY4" fmla="*/ 546100 h 746125"/>
              <a:gd name="csX5" fmla="*/ 0 w 466725"/>
              <a:gd name="csY5" fmla="*/ 69850 h 746125"/>
            </a:gdLst>
            <a:ahLst/>
            <a:cxnLst>
              <a:cxn ang="0">
                <a:pos x="csX0" y="csY0"/>
              </a:cxn>
              <a:cxn ang="0">
                <a:pos x="csX1" y="csY1"/>
              </a:cxn>
              <a:cxn ang="0">
                <a:pos x="csX2" y="csY2"/>
              </a:cxn>
              <a:cxn ang="0">
                <a:pos x="csX3" y="csY3"/>
              </a:cxn>
              <a:cxn ang="0">
                <a:pos x="csX4" y="csY4"/>
              </a:cxn>
              <a:cxn ang="0">
                <a:pos x="csX5" y="csY5"/>
              </a:cxn>
            </a:cxnLst>
            <a:rect l="l" t="t" r="r" b="b"/>
            <a:pathLst>
              <a:path w="466725" h="746125">
                <a:moveTo>
                  <a:pt x="107950" y="0"/>
                </a:moveTo>
                <a:lnTo>
                  <a:pt x="460375" y="193675"/>
                </a:lnTo>
                <a:cubicBezTo>
                  <a:pt x="462492" y="347133"/>
                  <a:pt x="464608" y="500592"/>
                  <a:pt x="466725" y="654050"/>
                </a:cubicBezTo>
                <a:lnTo>
                  <a:pt x="336550" y="746125"/>
                </a:lnTo>
                <a:lnTo>
                  <a:pt x="3175" y="546100"/>
                </a:lnTo>
                <a:cubicBezTo>
                  <a:pt x="2117" y="387350"/>
                  <a:pt x="1058" y="228600"/>
                  <a:pt x="0" y="69850"/>
                </a:cubicBezTo>
                <a:close/>
              </a:path>
            </a:pathLst>
          </a:custGeom>
        </p:spPr>
      </p:pic>
      <p:cxnSp>
        <p:nvCxnSpPr>
          <p:cNvPr id="94" name="直線コネクタ 93">
            <a:extLst>
              <a:ext uri="{FF2B5EF4-FFF2-40B4-BE49-F238E27FC236}">
                <a16:creationId xmlns:a16="http://schemas.microsoft.com/office/drawing/2014/main" id="{E221DC5A-FE7E-36CB-9301-03267ACBEA60}"/>
              </a:ext>
            </a:extLst>
          </p:cNvPr>
          <p:cNvCxnSpPr>
            <a:cxnSpLocks/>
          </p:cNvCxnSpPr>
          <p:nvPr/>
        </p:nvCxnSpPr>
        <p:spPr>
          <a:xfrm>
            <a:off x="5327978" y="4516912"/>
            <a:ext cx="828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6" name="直線コネクタ 95">
            <a:extLst>
              <a:ext uri="{FF2B5EF4-FFF2-40B4-BE49-F238E27FC236}">
                <a16:creationId xmlns:a16="http://schemas.microsoft.com/office/drawing/2014/main" id="{3CDF4489-CA09-0E07-4361-36EEF552D108}"/>
              </a:ext>
            </a:extLst>
          </p:cNvPr>
          <p:cNvCxnSpPr>
            <a:cxnSpLocks/>
          </p:cNvCxnSpPr>
          <p:nvPr/>
        </p:nvCxnSpPr>
        <p:spPr>
          <a:xfrm>
            <a:off x="7563234" y="4561018"/>
            <a:ext cx="828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7" name="円柱 26">
            <a:extLst>
              <a:ext uri="{FF2B5EF4-FFF2-40B4-BE49-F238E27FC236}">
                <a16:creationId xmlns:a16="http://schemas.microsoft.com/office/drawing/2014/main" id="{82373E5B-5452-AC7B-B923-A00E512CABD0}"/>
              </a:ext>
            </a:extLst>
          </p:cNvPr>
          <p:cNvSpPr/>
          <p:nvPr/>
        </p:nvSpPr>
        <p:spPr>
          <a:xfrm>
            <a:off x="5183978" y="1854336"/>
            <a:ext cx="144000" cy="4644000"/>
          </a:xfrm>
          <a:prstGeom prst="can">
            <a:avLst/>
          </a:prstGeom>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21594000" scaled="0"/>
            <a:tileRect/>
          </a:gradFill>
          <a:ln w="31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105" name="図 104">
            <a:extLst>
              <a:ext uri="{FF2B5EF4-FFF2-40B4-BE49-F238E27FC236}">
                <a16:creationId xmlns:a16="http://schemas.microsoft.com/office/drawing/2014/main" id="{3D4FD86A-8E7F-ED4E-F41A-C54767C55619}"/>
              </a:ext>
            </a:extLst>
          </p:cNvPr>
          <p:cNvPicPr>
            <a:picLocks noChangeAspect="1"/>
          </p:cNvPicPr>
          <p:nvPr/>
        </p:nvPicPr>
        <p:blipFill>
          <a:blip r:embed="rId3"/>
          <a:srcRect l="56495" t="56497" r="32738" b="31528"/>
          <a:stretch>
            <a:fillRect/>
          </a:stretch>
        </p:blipFill>
        <p:spPr>
          <a:xfrm>
            <a:off x="5803673" y="3834286"/>
            <a:ext cx="962011" cy="724777"/>
          </a:xfrm>
          <a:custGeom>
            <a:avLst/>
            <a:gdLst>
              <a:gd name="csX0" fmla="*/ 524934 w 1090084"/>
              <a:gd name="csY0" fmla="*/ 0 h 821267"/>
              <a:gd name="csX1" fmla="*/ 950384 w 1090084"/>
              <a:gd name="csY1" fmla="*/ 262467 h 821267"/>
              <a:gd name="csX2" fmla="*/ 941917 w 1090084"/>
              <a:gd name="csY2" fmla="*/ 480483 h 821267"/>
              <a:gd name="csX3" fmla="*/ 954617 w 1090084"/>
              <a:gd name="csY3" fmla="*/ 503767 h 821267"/>
              <a:gd name="csX4" fmla="*/ 980017 w 1090084"/>
              <a:gd name="csY4" fmla="*/ 501650 h 821267"/>
              <a:gd name="csX5" fmla="*/ 988484 w 1090084"/>
              <a:gd name="csY5" fmla="*/ 459317 h 821267"/>
              <a:gd name="csX6" fmla="*/ 1016000 w 1090084"/>
              <a:gd name="csY6" fmla="*/ 480483 h 821267"/>
              <a:gd name="csX7" fmla="*/ 1022350 w 1090084"/>
              <a:gd name="csY7" fmla="*/ 503767 h 821267"/>
              <a:gd name="csX8" fmla="*/ 1018117 w 1090084"/>
              <a:gd name="csY8" fmla="*/ 518583 h 821267"/>
              <a:gd name="csX9" fmla="*/ 1028700 w 1090084"/>
              <a:gd name="csY9" fmla="*/ 524933 h 821267"/>
              <a:gd name="csX10" fmla="*/ 1054100 w 1090084"/>
              <a:gd name="csY10" fmla="*/ 512233 h 821267"/>
              <a:gd name="csX11" fmla="*/ 1073150 w 1090084"/>
              <a:gd name="csY11" fmla="*/ 529167 h 821267"/>
              <a:gd name="csX12" fmla="*/ 1047750 w 1090084"/>
              <a:gd name="csY12" fmla="*/ 563033 h 821267"/>
              <a:gd name="csX13" fmla="*/ 1051984 w 1090084"/>
              <a:gd name="csY13" fmla="*/ 577850 h 821267"/>
              <a:gd name="csX14" fmla="*/ 1090084 w 1090084"/>
              <a:gd name="csY14" fmla="*/ 592667 h 821267"/>
              <a:gd name="csX15" fmla="*/ 1079500 w 1090084"/>
              <a:gd name="csY15" fmla="*/ 620183 h 821267"/>
              <a:gd name="csX16" fmla="*/ 1051984 w 1090084"/>
              <a:gd name="csY16" fmla="*/ 645583 h 821267"/>
              <a:gd name="csX17" fmla="*/ 1051984 w 1090084"/>
              <a:gd name="csY17" fmla="*/ 666750 h 821267"/>
              <a:gd name="csX18" fmla="*/ 1075267 w 1090084"/>
              <a:gd name="csY18" fmla="*/ 694267 h 821267"/>
              <a:gd name="csX19" fmla="*/ 1041400 w 1090084"/>
              <a:gd name="csY19" fmla="*/ 709083 h 821267"/>
              <a:gd name="csX20" fmla="*/ 1009650 w 1090084"/>
              <a:gd name="csY20" fmla="*/ 694267 h 821267"/>
              <a:gd name="csX21" fmla="*/ 990600 w 1090084"/>
              <a:gd name="csY21" fmla="*/ 711200 h 821267"/>
              <a:gd name="csX22" fmla="*/ 1001184 w 1090084"/>
              <a:gd name="csY22" fmla="*/ 738717 h 821267"/>
              <a:gd name="csX23" fmla="*/ 956734 w 1090084"/>
              <a:gd name="csY23" fmla="*/ 742950 h 821267"/>
              <a:gd name="csX24" fmla="*/ 937684 w 1090084"/>
              <a:gd name="csY24" fmla="*/ 721783 h 821267"/>
              <a:gd name="csX25" fmla="*/ 924984 w 1090084"/>
              <a:gd name="csY25" fmla="*/ 723900 h 821267"/>
              <a:gd name="csX26" fmla="*/ 918634 w 1090084"/>
              <a:gd name="csY26" fmla="*/ 740833 h 821267"/>
              <a:gd name="csX27" fmla="*/ 872067 w 1090084"/>
              <a:gd name="csY27" fmla="*/ 728133 h 821267"/>
              <a:gd name="csX28" fmla="*/ 880534 w 1090084"/>
              <a:gd name="csY28" fmla="*/ 704850 h 821267"/>
              <a:gd name="csX29" fmla="*/ 863600 w 1090084"/>
              <a:gd name="csY29" fmla="*/ 685800 h 821267"/>
              <a:gd name="csX30" fmla="*/ 836084 w 1090084"/>
              <a:gd name="csY30" fmla="*/ 675217 h 821267"/>
              <a:gd name="csX31" fmla="*/ 844550 w 1090084"/>
              <a:gd name="csY31" fmla="*/ 649817 h 821267"/>
              <a:gd name="csX32" fmla="*/ 831850 w 1090084"/>
              <a:gd name="csY32" fmla="*/ 594783 h 821267"/>
              <a:gd name="csX33" fmla="*/ 590550 w 1090084"/>
              <a:gd name="csY33" fmla="*/ 732367 h 821267"/>
              <a:gd name="csX34" fmla="*/ 586317 w 1090084"/>
              <a:gd name="csY34" fmla="*/ 821267 h 821267"/>
              <a:gd name="csX35" fmla="*/ 499534 w 1090084"/>
              <a:gd name="csY35" fmla="*/ 768350 h 821267"/>
              <a:gd name="csX36" fmla="*/ 429684 w 1090084"/>
              <a:gd name="csY36" fmla="*/ 778933 h 821267"/>
              <a:gd name="csX37" fmla="*/ 408517 w 1090084"/>
              <a:gd name="csY37" fmla="*/ 764117 h 821267"/>
              <a:gd name="csX38" fmla="*/ 402167 w 1090084"/>
              <a:gd name="csY38" fmla="*/ 709083 h 821267"/>
              <a:gd name="csX39" fmla="*/ 86784 w 1090084"/>
              <a:gd name="csY39" fmla="*/ 520700 h 821267"/>
              <a:gd name="csX40" fmla="*/ 50800 w 1090084"/>
              <a:gd name="csY40" fmla="*/ 546100 h 821267"/>
              <a:gd name="csX41" fmla="*/ 21167 w 1090084"/>
              <a:gd name="csY41" fmla="*/ 543983 h 821267"/>
              <a:gd name="csX42" fmla="*/ 12700 w 1090084"/>
              <a:gd name="csY42" fmla="*/ 520700 h 821267"/>
              <a:gd name="csX43" fmla="*/ 14817 w 1090084"/>
              <a:gd name="csY43" fmla="*/ 488950 h 821267"/>
              <a:gd name="csX44" fmla="*/ 0 w 1090084"/>
              <a:gd name="csY44" fmla="*/ 465667 h 821267"/>
              <a:gd name="csX45" fmla="*/ 4234 w 1090084"/>
              <a:gd name="csY45" fmla="*/ 207433 h 821267"/>
              <a:gd name="csX46" fmla="*/ 88900 w 1090084"/>
              <a:gd name="csY46" fmla="*/ 249767 h 82126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Lst>
            <a:rect l="l" t="t" r="r" b="b"/>
            <a:pathLst>
              <a:path w="1090084" h="821267">
                <a:moveTo>
                  <a:pt x="524934" y="0"/>
                </a:moveTo>
                <a:lnTo>
                  <a:pt x="950384" y="262467"/>
                </a:lnTo>
                <a:lnTo>
                  <a:pt x="941917" y="480483"/>
                </a:lnTo>
                <a:lnTo>
                  <a:pt x="954617" y="503767"/>
                </a:lnTo>
                <a:lnTo>
                  <a:pt x="980017" y="501650"/>
                </a:lnTo>
                <a:lnTo>
                  <a:pt x="988484" y="459317"/>
                </a:lnTo>
                <a:lnTo>
                  <a:pt x="1016000" y="480483"/>
                </a:lnTo>
                <a:lnTo>
                  <a:pt x="1022350" y="503767"/>
                </a:lnTo>
                <a:lnTo>
                  <a:pt x="1018117" y="518583"/>
                </a:lnTo>
                <a:lnTo>
                  <a:pt x="1028700" y="524933"/>
                </a:lnTo>
                <a:lnTo>
                  <a:pt x="1054100" y="512233"/>
                </a:lnTo>
                <a:lnTo>
                  <a:pt x="1073150" y="529167"/>
                </a:lnTo>
                <a:lnTo>
                  <a:pt x="1047750" y="563033"/>
                </a:lnTo>
                <a:lnTo>
                  <a:pt x="1051984" y="577850"/>
                </a:lnTo>
                <a:lnTo>
                  <a:pt x="1090084" y="592667"/>
                </a:lnTo>
                <a:lnTo>
                  <a:pt x="1079500" y="620183"/>
                </a:lnTo>
                <a:lnTo>
                  <a:pt x="1051984" y="645583"/>
                </a:lnTo>
                <a:lnTo>
                  <a:pt x="1051984" y="666750"/>
                </a:lnTo>
                <a:lnTo>
                  <a:pt x="1075267" y="694267"/>
                </a:lnTo>
                <a:lnTo>
                  <a:pt x="1041400" y="709083"/>
                </a:lnTo>
                <a:lnTo>
                  <a:pt x="1009650" y="694267"/>
                </a:lnTo>
                <a:lnTo>
                  <a:pt x="990600" y="711200"/>
                </a:lnTo>
                <a:lnTo>
                  <a:pt x="1001184" y="738717"/>
                </a:lnTo>
                <a:lnTo>
                  <a:pt x="956734" y="742950"/>
                </a:lnTo>
                <a:lnTo>
                  <a:pt x="937684" y="721783"/>
                </a:lnTo>
                <a:lnTo>
                  <a:pt x="924984" y="723900"/>
                </a:lnTo>
                <a:lnTo>
                  <a:pt x="918634" y="740833"/>
                </a:lnTo>
                <a:lnTo>
                  <a:pt x="872067" y="728133"/>
                </a:lnTo>
                <a:lnTo>
                  <a:pt x="880534" y="704850"/>
                </a:lnTo>
                <a:lnTo>
                  <a:pt x="863600" y="685800"/>
                </a:lnTo>
                <a:lnTo>
                  <a:pt x="836084" y="675217"/>
                </a:lnTo>
                <a:lnTo>
                  <a:pt x="844550" y="649817"/>
                </a:lnTo>
                <a:lnTo>
                  <a:pt x="831850" y="594783"/>
                </a:lnTo>
                <a:lnTo>
                  <a:pt x="590550" y="732367"/>
                </a:lnTo>
                <a:lnTo>
                  <a:pt x="586317" y="821267"/>
                </a:lnTo>
                <a:lnTo>
                  <a:pt x="499534" y="768350"/>
                </a:lnTo>
                <a:lnTo>
                  <a:pt x="429684" y="778933"/>
                </a:lnTo>
                <a:lnTo>
                  <a:pt x="408517" y="764117"/>
                </a:lnTo>
                <a:lnTo>
                  <a:pt x="402167" y="709083"/>
                </a:lnTo>
                <a:lnTo>
                  <a:pt x="86784" y="520700"/>
                </a:lnTo>
                <a:lnTo>
                  <a:pt x="50800" y="546100"/>
                </a:lnTo>
                <a:lnTo>
                  <a:pt x="21167" y="543983"/>
                </a:lnTo>
                <a:lnTo>
                  <a:pt x="12700" y="520700"/>
                </a:lnTo>
                <a:lnTo>
                  <a:pt x="14817" y="488950"/>
                </a:lnTo>
                <a:lnTo>
                  <a:pt x="0" y="465667"/>
                </a:lnTo>
                <a:cubicBezTo>
                  <a:pt x="1411" y="379589"/>
                  <a:pt x="2823" y="293511"/>
                  <a:pt x="4234" y="207433"/>
                </a:cubicBezTo>
                <a:lnTo>
                  <a:pt x="88900" y="249767"/>
                </a:lnTo>
                <a:close/>
              </a:path>
            </a:pathLst>
          </a:custGeom>
        </p:spPr>
      </p:pic>
      <p:pic>
        <p:nvPicPr>
          <p:cNvPr id="24" name="図 23">
            <a:extLst>
              <a:ext uri="{FF2B5EF4-FFF2-40B4-BE49-F238E27FC236}">
                <a16:creationId xmlns:a16="http://schemas.microsoft.com/office/drawing/2014/main" id="{BB028E34-29F8-BBC3-3C35-F7C854466659}"/>
              </a:ext>
            </a:extLst>
          </p:cNvPr>
          <p:cNvPicPr>
            <a:picLocks noChangeAspect="1"/>
          </p:cNvPicPr>
          <p:nvPr/>
        </p:nvPicPr>
        <p:blipFill>
          <a:blip r:embed="rId3"/>
          <a:srcRect l="56495" t="56497" r="32738" b="31528"/>
          <a:stretch>
            <a:fillRect/>
          </a:stretch>
        </p:blipFill>
        <p:spPr>
          <a:xfrm>
            <a:off x="5830896" y="4152727"/>
            <a:ext cx="962011" cy="724777"/>
          </a:xfrm>
          <a:custGeom>
            <a:avLst/>
            <a:gdLst>
              <a:gd name="csX0" fmla="*/ 524934 w 1090084"/>
              <a:gd name="csY0" fmla="*/ 0 h 821267"/>
              <a:gd name="csX1" fmla="*/ 950384 w 1090084"/>
              <a:gd name="csY1" fmla="*/ 262467 h 821267"/>
              <a:gd name="csX2" fmla="*/ 941917 w 1090084"/>
              <a:gd name="csY2" fmla="*/ 480483 h 821267"/>
              <a:gd name="csX3" fmla="*/ 954617 w 1090084"/>
              <a:gd name="csY3" fmla="*/ 503767 h 821267"/>
              <a:gd name="csX4" fmla="*/ 980017 w 1090084"/>
              <a:gd name="csY4" fmla="*/ 501650 h 821267"/>
              <a:gd name="csX5" fmla="*/ 988484 w 1090084"/>
              <a:gd name="csY5" fmla="*/ 459317 h 821267"/>
              <a:gd name="csX6" fmla="*/ 1016000 w 1090084"/>
              <a:gd name="csY6" fmla="*/ 480483 h 821267"/>
              <a:gd name="csX7" fmla="*/ 1022350 w 1090084"/>
              <a:gd name="csY7" fmla="*/ 503767 h 821267"/>
              <a:gd name="csX8" fmla="*/ 1018117 w 1090084"/>
              <a:gd name="csY8" fmla="*/ 518583 h 821267"/>
              <a:gd name="csX9" fmla="*/ 1028700 w 1090084"/>
              <a:gd name="csY9" fmla="*/ 524933 h 821267"/>
              <a:gd name="csX10" fmla="*/ 1054100 w 1090084"/>
              <a:gd name="csY10" fmla="*/ 512233 h 821267"/>
              <a:gd name="csX11" fmla="*/ 1073150 w 1090084"/>
              <a:gd name="csY11" fmla="*/ 529167 h 821267"/>
              <a:gd name="csX12" fmla="*/ 1047750 w 1090084"/>
              <a:gd name="csY12" fmla="*/ 563033 h 821267"/>
              <a:gd name="csX13" fmla="*/ 1051984 w 1090084"/>
              <a:gd name="csY13" fmla="*/ 577850 h 821267"/>
              <a:gd name="csX14" fmla="*/ 1090084 w 1090084"/>
              <a:gd name="csY14" fmla="*/ 592667 h 821267"/>
              <a:gd name="csX15" fmla="*/ 1079500 w 1090084"/>
              <a:gd name="csY15" fmla="*/ 620183 h 821267"/>
              <a:gd name="csX16" fmla="*/ 1051984 w 1090084"/>
              <a:gd name="csY16" fmla="*/ 645583 h 821267"/>
              <a:gd name="csX17" fmla="*/ 1051984 w 1090084"/>
              <a:gd name="csY17" fmla="*/ 666750 h 821267"/>
              <a:gd name="csX18" fmla="*/ 1075267 w 1090084"/>
              <a:gd name="csY18" fmla="*/ 694267 h 821267"/>
              <a:gd name="csX19" fmla="*/ 1041400 w 1090084"/>
              <a:gd name="csY19" fmla="*/ 709083 h 821267"/>
              <a:gd name="csX20" fmla="*/ 1009650 w 1090084"/>
              <a:gd name="csY20" fmla="*/ 694267 h 821267"/>
              <a:gd name="csX21" fmla="*/ 990600 w 1090084"/>
              <a:gd name="csY21" fmla="*/ 711200 h 821267"/>
              <a:gd name="csX22" fmla="*/ 1001184 w 1090084"/>
              <a:gd name="csY22" fmla="*/ 738717 h 821267"/>
              <a:gd name="csX23" fmla="*/ 956734 w 1090084"/>
              <a:gd name="csY23" fmla="*/ 742950 h 821267"/>
              <a:gd name="csX24" fmla="*/ 937684 w 1090084"/>
              <a:gd name="csY24" fmla="*/ 721783 h 821267"/>
              <a:gd name="csX25" fmla="*/ 924984 w 1090084"/>
              <a:gd name="csY25" fmla="*/ 723900 h 821267"/>
              <a:gd name="csX26" fmla="*/ 918634 w 1090084"/>
              <a:gd name="csY26" fmla="*/ 740833 h 821267"/>
              <a:gd name="csX27" fmla="*/ 872067 w 1090084"/>
              <a:gd name="csY27" fmla="*/ 728133 h 821267"/>
              <a:gd name="csX28" fmla="*/ 880534 w 1090084"/>
              <a:gd name="csY28" fmla="*/ 704850 h 821267"/>
              <a:gd name="csX29" fmla="*/ 863600 w 1090084"/>
              <a:gd name="csY29" fmla="*/ 685800 h 821267"/>
              <a:gd name="csX30" fmla="*/ 836084 w 1090084"/>
              <a:gd name="csY30" fmla="*/ 675217 h 821267"/>
              <a:gd name="csX31" fmla="*/ 844550 w 1090084"/>
              <a:gd name="csY31" fmla="*/ 649817 h 821267"/>
              <a:gd name="csX32" fmla="*/ 831850 w 1090084"/>
              <a:gd name="csY32" fmla="*/ 594783 h 821267"/>
              <a:gd name="csX33" fmla="*/ 590550 w 1090084"/>
              <a:gd name="csY33" fmla="*/ 732367 h 821267"/>
              <a:gd name="csX34" fmla="*/ 586317 w 1090084"/>
              <a:gd name="csY34" fmla="*/ 821267 h 821267"/>
              <a:gd name="csX35" fmla="*/ 499534 w 1090084"/>
              <a:gd name="csY35" fmla="*/ 768350 h 821267"/>
              <a:gd name="csX36" fmla="*/ 429684 w 1090084"/>
              <a:gd name="csY36" fmla="*/ 778933 h 821267"/>
              <a:gd name="csX37" fmla="*/ 408517 w 1090084"/>
              <a:gd name="csY37" fmla="*/ 764117 h 821267"/>
              <a:gd name="csX38" fmla="*/ 402167 w 1090084"/>
              <a:gd name="csY38" fmla="*/ 709083 h 821267"/>
              <a:gd name="csX39" fmla="*/ 86784 w 1090084"/>
              <a:gd name="csY39" fmla="*/ 520700 h 821267"/>
              <a:gd name="csX40" fmla="*/ 50800 w 1090084"/>
              <a:gd name="csY40" fmla="*/ 546100 h 821267"/>
              <a:gd name="csX41" fmla="*/ 21167 w 1090084"/>
              <a:gd name="csY41" fmla="*/ 543983 h 821267"/>
              <a:gd name="csX42" fmla="*/ 12700 w 1090084"/>
              <a:gd name="csY42" fmla="*/ 520700 h 821267"/>
              <a:gd name="csX43" fmla="*/ 14817 w 1090084"/>
              <a:gd name="csY43" fmla="*/ 488950 h 821267"/>
              <a:gd name="csX44" fmla="*/ 0 w 1090084"/>
              <a:gd name="csY44" fmla="*/ 465667 h 821267"/>
              <a:gd name="csX45" fmla="*/ 4234 w 1090084"/>
              <a:gd name="csY45" fmla="*/ 207433 h 821267"/>
              <a:gd name="csX46" fmla="*/ 88900 w 1090084"/>
              <a:gd name="csY46" fmla="*/ 249767 h 82126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Lst>
            <a:rect l="l" t="t" r="r" b="b"/>
            <a:pathLst>
              <a:path w="1090084" h="821267">
                <a:moveTo>
                  <a:pt x="524934" y="0"/>
                </a:moveTo>
                <a:lnTo>
                  <a:pt x="950384" y="262467"/>
                </a:lnTo>
                <a:lnTo>
                  <a:pt x="941917" y="480483"/>
                </a:lnTo>
                <a:lnTo>
                  <a:pt x="954617" y="503767"/>
                </a:lnTo>
                <a:lnTo>
                  <a:pt x="980017" y="501650"/>
                </a:lnTo>
                <a:lnTo>
                  <a:pt x="988484" y="459317"/>
                </a:lnTo>
                <a:lnTo>
                  <a:pt x="1016000" y="480483"/>
                </a:lnTo>
                <a:lnTo>
                  <a:pt x="1022350" y="503767"/>
                </a:lnTo>
                <a:lnTo>
                  <a:pt x="1018117" y="518583"/>
                </a:lnTo>
                <a:lnTo>
                  <a:pt x="1028700" y="524933"/>
                </a:lnTo>
                <a:lnTo>
                  <a:pt x="1054100" y="512233"/>
                </a:lnTo>
                <a:lnTo>
                  <a:pt x="1073150" y="529167"/>
                </a:lnTo>
                <a:lnTo>
                  <a:pt x="1047750" y="563033"/>
                </a:lnTo>
                <a:lnTo>
                  <a:pt x="1051984" y="577850"/>
                </a:lnTo>
                <a:lnTo>
                  <a:pt x="1090084" y="592667"/>
                </a:lnTo>
                <a:lnTo>
                  <a:pt x="1079500" y="620183"/>
                </a:lnTo>
                <a:lnTo>
                  <a:pt x="1051984" y="645583"/>
                </a:lnTo>
                <a:lnTo>
                  <a:pt x="1051984" y="666750"/>
                </a:lnTo>
                <a:lnTo>
                  <a:pt x="1075267" y="694267"/>
                </a:lnTo>
                <a:lnTo>
                  <a:pt x="1041400" y="709083"/>
                </a:lnTo>
                <a:lnTo>
                  <a:pt x="1009650" y="694267"/>
                </a:lnTo>
                <a:lnTo>
                  <a:pt x="990600" y="711200"/>
                </a:lnTo>
                <a:lnTo>
                  <a:pt x="1001184" y="738717"/>
                </a:lnTo>
                <a:lnTo>
                  <a:pt x="956734" y="742950"/>
                </a:lnTo>
                <a:lnTo>
                  <a:pt x="937684" y="721783"/>
                </a:lnTo>
                <a:lnTo>
                  <a:pt x="924984" y="723900"/>
                </a:lnTo>
                <a:lnTo>
                  <a:pt x="918634" y="740833"/>
                </a:lnTo>
                <a:lnTo>
                  <a:pt x="872067" y="728133"/>
                </a:lnTo>
                <a:lnTo>
                  <a:pt x="880534" y="704850"/>
                </a:lnTo>
                <a:lnTo>
                  <a:pt x="863600" y="685800"/>
                </a:lnTo>
                <a:lnTo>
                  <a:pt x="836084" y="675217"/>
                </a:lnTo>
                <a:lnTo>
                  <a:pt x="844550" y="649817"/>
                </a:lnTo>
                <a:lnTo>
                  <a:pt x="831850" y="594783"/>
                </a:lnTo>
                <a:lnTo>
                  <a:pt x="590550" y="732367"/>
                </a:lnTo>
                <a:lnTo>
                  <a:pt x="586317" y="821267"/>
                </a:lnTo>
                <a:lnTo>
                  <a:pt x="499534" y="768350"/>
                </a:lnTo>
                <a:lnTo>
                  <a:pt x="429684" y="778933"/>
                </a:lnTo>
                <a:lnTo>
                  <a:pt x="408517" y="764117"/>
                </a:lnTo>
                <a:lnTo>
                  <a:pt x="402167" y="709083"/>
                </a:lnTo>
                <a:lnTo>
                  <a:pt x="86784" y="520700"/>
                </a:lnTo>
                <a:lnTo>
                  <a:pt x="50800" y="546100"/>
                </a:lnTo>
                <a:lnTo>
                  <a:pt x="21167" y="543983"/>
                </a:lnTo>
                <a:lnTo>
                  <a:pt x="12700" y="520700"/>
                </a:lnTo>
                <a:lnTo>
                  <a:pt x="14817" y="488950"/>
                </a:lnTo>
                <a:lnTo>
                  <a:pt x="0" y="465667"/>
                </a:lnTo>
                <a:cubicBezTo>
                  <a:pt x="1411" y="379589"/>
                  <a:pt x="2823" y="293511"/>
                  <a:pt x="4234" y="207433"/>
                </a:cubicBezTo>
                <a:lnTo>
                  <a:pt x="88900" y="249767"/>
                </a:lnTo>
                <a:close/>
              </a:path>
            </a:pathLst>
          </a:custGeom>
        </p:spPr>
      </p:pic>
      <p:cxnSp>
        <p:nvCxnSpPr>
          <p:cNvPr id="107" name="コネクタ: カギ線 106">
            <a:extLst>
              <a:ext uri="{FF2B5EF4-FFF2-40B4-BE49-F238E27FC236}">
                <a16:creationId xmlns:a16="http://schemas.microsoft.com/office/drawing/2014/main" id="{9ED49110-737A-166B-FFAE-44F3F9420BEA}"/>
              </a:ext>
            </a:extLst>
          </p:cNvPr>
          <p:cNvCxnSpPr>
            <a:cxnSpLocks/>
            <a:stCxn id="1030" idx="3"/>
            <a:endCxn id="26" idx="2"/>
          </p:cNvCxnSpPr>
          <p:nvPr/>
        </p:nvCxnSpPr>
        <p:spPr>
          <a:xfrm>
            <a:off x="2053280" y="2374117"/>
            <a:ext cx="920244" cy="1802219"/>
          </a:xfrm>
          <a:prstGeom prst="bentConnector3">
            <a:avLst>
              <a:gd name="adj1"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1030" name="Picture 6">
            <a:extLst>
              <a:ext uri="{FF2B5EF4-FFF2-40B4-BE49-F238E27FC236}">
                <a16:creationId xmlns:a16="http://schemas.microsoft.com/office/drawing/2014/main" id="{3F9C6BD3-E302-8FBF-45BD-582128792E12}"/>
              </a:ext>
            </a:extLst>
          </p:cNvPr>
          <p:cNvPicPr>
            <a:picLocks noChangeAspect="1" noChangeArrowheads="1"/>
          </p:cNvPicPr>
          <p:nvPr/>
        </p:nvPicPr>
        <p:blipFill>
          <a:blip r:embed="rId5">
            <a:clrChange>
              <a:clrFrom>
                <a:srgbClr val="FFFFFF"/>
              </a:clrFrom>
              <a:clrTo>
                <a:srgbClr val="FFFFFF">
                  <a:alpha val="0"/>
                </a:srgbClr>
              </a:clrTo>
            </a:clrChange>
            <a:duotone>
              <a:prstClr val="black"/>
              <a:schemeClr val="tx2">
                <a:tint val="45000"/>
                <a:satMod val="400000"/>
              </a:schemeClr>
            </a:duotone>
            <a:alphaModFix amt="85000"/>
            <a:extLst>
              <a:ext uri="{BEBA8EAE-BF5A-486C-A8C5-ECC9F3942E4B}">
                <a14:imgProps xmlns:a14="http://schemas.microsoft.com/office/drawing/2010/main">
                  <a14:imgLayer r:embed="rId6">
                    <a14:imgEffect>
                      <a14:sharpenSoften amount="50000"/>
                    </a14:imgEffect>
                  </a14:imgLayer>
                </a14:imgProps>
              </a:ext>
              <a:ext uri="{28A0092B-C50C-407E-A947-70E740481C1C}">
                <a14:useLocalDpi xmlns:a14="http://schemas.microsoft.com/office/drawing/2010/main" val="0"/>
              </a:ext>
            </a:extLst>
          </a:blip>
          <a:srcRect/>
          <a:stretch>
            <a:fillRect/>
          </a:stretch>
        </p:blipFill>
        <p:spPr bwMode="auto">
          <a:xfrm>
            <a:off x="925416" y="1951168"/>
            <a:ext cx="1127864" cy="845898"/>
          </a:xfrm>
          <a:prstGeom prst="rect">
            <a:avLst/>
          </a:prstGeom>
          <a:noFill/>
          <a:extLst>
            <a:ext uri="{909E8E84-426E-40DD-AFC4-6F175D3DCCD1}">
              <a14:hiddenFill xmlns:a14="http://schemas.microsoft.com/office/drawing/2010/main">
                <a:solidFill>
                  <a:srgbClr val="FFFFFF"/>
                </a:solidFill>
              </a14:hiddenFill>
            </a:ext>
          </a:extLst>
        </p:spPr>
      </p:pic>
      <p:sp>
        <p:nvSpPr>
          <p:cNvPr id="9" name="テキスト ボックス 8">
            <a:extLst>
              <a:ext uri="{FF2B5EF4-FFF2-40B4-BE49-F238E27FC236}">
                <a16:creationId xmlns:a16="http://schemas.microsoft.com/office/drawing/2014/main" id="{76246C9B-C49E-427D-97DA-BB9061E773DB}"/>
              </a:ext>
            </a:extLst>
          </p:cNvPr>
          <p:cNvSpPr txBox="1"/>
          <p:nvPr/>
        </p:nvSpPr>
        <p:spPr>
          <a:xfrm>
            <a:off x="2973524" y="897983"/>
            <a:ext cx="2258462" cy="954107"/>
          </a:xfrm>
          <a:prstGeom prst="rect">
            <a:avLst/>
          </a:prstGeom>
          <a:noFill/>
        </p:spPr>
        <p:txBody>
          <a:bodyPr wrap="square">
            <a:spAutoFit/>
          </a:bodyPr>
          <a:lstStyle/>
          <a:p>
            <a:pPr algn="ctr"/>
            <a:r>
              <a:rPr lang="en-US" altLang="ja-JP" sz="1600" b="1" dirty="0">
                <a:solidFill>
                  <a:schemeClr val="tx2">
                    <a:lumMod val="50000"/>
                  </a:schemeClr>
                </a:solidFill>
                <a:latin typeface="+mn-ea"/>
              </a:rPr>
              <a:t>OT</a:t>
            </a:r>
            <a:r>
              <a:rPr lang="ja-JP" altLang="en-US" sz="1600" b="1" dirty="0">
                <a:solidFill>
                  <a:schemeClr val="tx2">
                    <a:lumMod val="50000"/>
                  </a:schemeClr>
                </a:solidFill>
                <a:latin typeface="+mn-ea"/>
              </a:rPr>
              <a:t>データ収集</a:t>
            </a:r>
            <a:r>
              <a:rPr lang="en-US" altLang="ja-JP" sz="1600" b="1" dirty="0">
                <a:solidFill>
                  <a:schemeClr val="tx2">
                    <a:lumMod val="50000"/>
                  </a:schemeClr>
                </a:solidFill>
                <a:latin typeface="+mn-ea"/>
              </a:rPr>
              <a:t>L1~L2</a:t>
            </a:r>
          </a:p>
          <a:p>
            <a:pPr algn="ctr"/>
            <a:r>
              <a:rPr lang="ja-JP" altLang="en-US" sz="1600" b="1" dirty="0">
                <a:solidFill>
                  <a:schemeClr val="tx2">
                    <a:lumMod val="50000"/>
                  </a:schemeClr>
                </a:solidFill>
                <a:latin typeface="+mn-ea"/>
              </a:rPr>
              <a:t>専用・汎用プロトコル</a:t>
            </a:r>
            <a:endParaRPr lang="en-US" altLang="ja-JP" sz="1600" b="1" dirty="0">
              <a:solidFill>
                <a:schemeClr val="tx2">
                  <a:lumMod val="50000"/>
                </a:schemeClr>
              </a:solidFill>
              <a:latin typeface="+mn-ea"/>
            </a:endParaRPr>
          </a:p>
          <a:p>
            <a:pPr algn="ctr"/>
            <a:r>
              <a:rPr lang="ja-JP" altLang="en-US" sz="1200" b="1" dirty="0">
                <a:solidFill>
                  <a:srgbClr val="C00000"/>
                </a:solidFill>
              </a:rPr>
              <a:t>データ収集速度</a:t>
            </a:r>
            <a:r>
              <a:rPr lang="en-US" altLang="ja-JP" sz="1200" b="1" dirty="0">
                <a:solidFill>
                  <a:srgbClr val="C00000"/>
                </a:solidFill>
              </a:rPr>
              <a:t>(</a:t>
            </a:r>
            <a:r>
              <a:rPr lang="en-US" altLang="ja-JP" sz="1200" b="1" dirty="0" err="1">
                <a:solidFill>
                  <a:srgbClr val="C00000"/>
                </a:solidFill>
              </a:rPr>
              <a:t>ms~</a:t>
            </a:r>
            <a:r>
              <a:rPr lang="en-US" altLang="zh-CN" sz="1200" b="1" dirty="0" err="1">
                <a:solidFill>
                  <a:srgbClr val="C00000"/>
                </a:solidFill>
              </a:rPr>
              <a:t>s</a:t>
            </a:r>
            <a:r>
              <a:rPr lang="en-US" altLang="ja-JP" sz="1200" b="1" dirty="0">
                <a:solidFill>
                  <a:srgbClr val="C00000"/>
                </a:solidFill>
              </a:rPr>
              <a:t>)</a:t>
            </a:r>
          </a:p>
          <a:p>
            <a:pPr algn="ctr"/>
            <a:r>
              <a:rPr lang="ja-JP" altLang="en-US" sz="1200" b="1" dirty="0">
                <a:solidFill>
                  <a:srgbClr val="C00000"/>
                </a:solidFill>
              </a:rPr>
              <a:t>期間：</a:t>
            </a:r>
            <a:r>
              <a:rPr lang="en-US" altLang="ja-JP" sz="1200" b="1" dirty="0">
                <a:solidFill>
                  <a:srgbClr val="C00000"/>
                </a:solidFill>
              </a:rPr>
              <a:t>1</a:t>
            </a:r>
            <a:r>
              <a:rPr lang="ja-JP" altLang="en-US" sz="1200" b="1" dirty="0">
                <a:solidFill>
                  <a:srgbClr val="C00000"/>
                </a:solidFill>
              </a:rPr>
              <a:t>年</a:t>
            </a:r>
            <a:endParaRPr lang="ja-JP" altLang="en-US" sz="1600" b="1" dirty="0">
              <a:solidFill>
                <a:srgbClr val="C00000"/>
              </a:solidFill>
            </a:endParaRPr>
          </a:p>
        </p:txBody>
      </p:sp>
      <p:sp>
        <p:nvSpPr>
          <p:cNvPr id="25" name="テキスト ボックス 24">
            <a:extLst>
              <a:ext uri="{FF2B5EF4-FFF2-40B4-BE49-F238E27FC236}">
                <a16:creationId xmlns:a16="http://schemas.microsoft.com/office/drawing/2014/main" id="{39786BA9-73AC-F63D-584E-8A1740CBFB2F}"/>
              </a:ext>
            </a:extLst>
          </p:cNvPr>
          <p:cNvSpPr txBox="1"/>
          <p:nvPr/>
        </p:nvSpPr>
        <p:spPr>
          <a:xfrm>
            <a:off x="209471" y="872623"/>
            <a:ext cx="2559755" cy="954107"/>
          </a:xfrm>
          <a:prstGeom prst="rect">
            <a:avLst/>
          </a:prstGeom>
          <a:noFill/>
          <a:ln>
            <a:noFill/>
          </a:ln>
        </p:spPr>
        <p:txBody>
          <a:bodyPr wrap="square">
            <a:spAutoFit/>
          </a:bodyPr>
          <a:lstStyle/>
          <a:p>
            <a:pPr algn="ctr"/>
            <a:r>
              <a:rPr lang="ja-JP" altLang="en-US" sz="1600" b="1" dirty="0">
                <a:solidFill>
                  <a:schemeClr val="tx2">
                    <a:lumMod val="50000"/>
                  </a:schemeClr>
                </a:solidFill>
                <a:latin typeface="+mn-ea"/>
              </a:rPr>
              <a:t>設備制御</a:t>
            </a:r>
            <a:r>
              <a:rPr lang="en-US" altLang="ja-JP" sz="1600" b="1" dirty="0">
                <a:solidFill>
                  <a:schemeClr val="tx2">
                    <a:lumMod val="50000"/>
                  </a:schemeClr>
                </a:solidFill>
                <a:latin typeface="+mn-ea"/>
              </a:rPr>
              <a:t>L0~L1</a:t>
            </a:r>
          </a:p>
          <a:p>
            <a:pPr algn="ctr"/>
            <a:r>
              <a:rPr lang="ja-JP" altLang="en-US" sz="1600" b="1" dirty="0">
                <a:solidFill>
                  <a:schemeClr val="tx2">
                    <a:lumMod val="50000"/>
                  </a:schemeClr>
                </a:solidFill>
                <a:latin typeface="+mn-ea"/>
              </a:rPr>
              <a:t>専用プロトコル</a:t>
            </a:r>
            <a:endParaRPr lang="en-US" altLang="ja-JP" sz="1600" b="1" dirty="0">
              <a:solidFill>
                <a:schemeClr val="tx2">
                  <a:lumMod val="50000"/>
                </a:schemeClr>
              </a:solidFill>
              <a:latin typeface="+mn-ea"/>
            </a:endParaRPr>
          </a:p>
          <a:p>
            <a:pPr algn="ctr"/>
            <a:r>
              <a:rPr lang="ja-JP" altLang="en-US" sz="1200" b="1" dirty="0">
                <a:solidFill>
                  <a:srgbClr val="C00000"/>
                </a:solidFill>
              </a:rPr>
              <a:t>データ交換速度</a:t>
            </a:r>
            <a:r>
              <a:rPr lang="en-US" altLang="ja-JP" sz="1200" b="1" dirty="0">
                <a:solidFill>
                  <a:srgbClr val="C00000"/>
                </a:solidFill>
              </a:rPr>
              <a:t>(</a:t>
            </a:r>
            <a:r>
              <a:rPr lang="en-US" altLang="ja-JP" sz="1200" b="1" dirty="0" err="1">
                <a:solidFill>
                  <a:srgbClr val="C00000"/>
                </a:solidFill>
              </a:rPr>
              <a:t>us~ms</a:t>
            </a:r>
            <a:r>
              <a:rPr lang="en-US" altLang="ja-JP" sz="1200" b="1" dirty="0">
                <a:solidFill>
                  <a:srgbClr val="C00000"/>
                </a:solidFill>
              </a:rPr>
              <a:t>)</a:t>
            </a:r>
          </a:p>
          <a:p>
            <a:pPr algn="ctr"/>
            <a:r>
              <a:rPr lang="ja-JP" altLang="en-US" sz="1200" b="1" dirty="0">
                <a:solidFill>
                  <a:srgbClr val="C00000"/>
                </a:solidFill>
              </a:rPr>
              <a:t>期間：</a:t>
            </a:r>
            <a:r>
              <a:rPr lang="en-US" altLang="ja-JP" sz="1200" b="1" dirty="0">
                <a:solidFill>
                  <a:srgbClr val="C00000"/>
                </a:solidFill>
              </a:rPr>
              <a:t>30</a:t>
            </a:r>
            <a:r>
              <a:rPr lang="ja-JP" altLang="en-US" sz="1200" b="1" dirty="0">
                <a:solidFill>
                  <a:srgbClr val="C00000"/>
                </a:solidFill>
              </a:rPr>
              <a:t>日</a:t>
            </a:r>
          </a:p>
        </p:txBody>
      </p:sp>
      <p:sp>
        <p:nvSpPr>
          <p:cNvPr id="56" name="テキスト ボックス 55">
            <a:extLst>
              <a:ext uri="{FF2B5EF4-FFF2-40B4-BE49-F238E27FC236}">
                <a16:creationId xmlns:a16="http://schemas.microsoft.com/office/drawing/2014/main" id="{5ADFCA85-D5E7-25F2-0D5D-4C3D44C09FEE}"/>
              </a:ext>
            </a:extLst>
          </p:cNvPr>
          <p:cNvSpPr txBox="1"/>
          <p:nvPr/>
        </p:nvSpPr>
        <p:spPr>
          <a:xfrm>
            <a:off x="5673436" y="917887"/>
            <a:ext cx="3330261" cy="954107"/>
          </a:xfrm>
          <a:prstGeom prst="rect">
            <a:avLst/>
          </a:prstGeom>
          <a:noFill/>
        </p:spPr>
        <p:txBody>
          <a:bodyPr wrap="square">
            <a:spAutoFit/>
          </a:bodyPr>
          <a:lstStyle/>
          <a:p>
            <a:pPr algn="ctr"/>
            <a:r>
              <a:rPr lang="en-US" altLang="ja-JP" sz="1600" b="1" dirty="0">
                <a:solidFill>
                  <a:schemeClr val="tx2">
                    <a:lumMod val="50000"/>
                  </a:schemeClr>
                </a:solidFill>
                <a:latin typeface="+mn-ea"/>
              </a:rPr>
              <a:t>IT API/DB</a:t>
            </a:r>
            <a:r>
              <a:rPr lang="ja-JP" altLang="en-US" sz="1600" b="1" dirty="0">
                <a:solidFill>
                  <a:schemeClr val="tx2">
                    <a:lumMod val="50000"/>
                  </a:schemeClr>
                </a:solidFill>
                <a:latin typeface="+mn-ea"/>
              </a:rPr>
              <a:t>連携</a:t>
            </a:r>
            <a:r>
              <a:rPr lang="en-US" altLang="ja-JP" sz="1600" b="1" dirty="0">
                <a:solidFill>
                  <a:schemeClr val="tx2">
                    <a:lumMod val="50000"/>
                  </a:schemeClr>
                </a:solidFill>
                <a:latin typeface="+mn-ea"/>
              </a:rPr>
              <a:t>L3~L4</a:t>
            </a:r>
          </a:p>
          <a:p>
            <a:pPr algn="ctr"/>
            <a:r>
              <a:rPr lang="ja-JP" altLang="en-US" sz="1600" b="1" dirty="0">
                <a:solidFill>
                  <a:schemeClr val="tx2">
                    <a:lumMod val="50000"/>
                  </a:schemeClr>
                </a:solidFill>
                <a:latin typeface="+mn-ea"/>
              </a:rPr>
              <a:t>汎用プロトコル</a:t>
            </a:r>
            <a:endParaRPr lang="en-US" altLang="ja-JP" sz="1600" b="1" dirty="0">
              <a:solidFill>
                <a:schemeClr val="tx2">
                  <a:lumMod val="50000"/>
                </a:schemeClr>
              </a:solidFill>
              <a:latin typeface="+mn-ea"/>
            </a:endParaRPr>
          </a:p>
          <a:p>
            <a:pPr algn="ctr"/>
            <a:r>
              <a:rPr lang="ja-JP" altLang="en-US" sz="1200" b="1" dirty="0">
                <a:solidFill>
                  <a:srgbClr val="C00000"/>
                </a:solidFill>
              </a:rPr>
              <a:t>データ収集速度</a:t>
            </a:r>
            <a:r>
              <a:rPr lang="en-US" altLang="ja-JP" sz="1200" b="1" dirty="0">
                <a:solidFill>
                  <a:srgbClr val="C00000"/>
                </a:solidFill>
              </a:rPr>
              <a:t>(</a:t>
            </a:r>
            <a:r>
              <a:rPr lang="en-US" altLang="ja-JP" sz="1200" b="1" dirty="0" err="1">
                <a:solidFill>
                  <a:srgbClr val="C00000"/>
                </a:solidFill>
              </a:rPr>
              <a:t>s~min</a:t>
            </a:r>
            <a:r>
              <a:rPr lang="en-US" altLang="ja-JP" sz="1200" b="1" dirty="0">
                <a:solidFill>
                  <a:srgbClr val="C00000"/>
                </a:solidFill>
              </a:rPr>
              <a:t>)</a:t>
            </a:r>
          </a:p>
          <a:p>
            <a:pPr algn="ctr"/>
            <a:r>
              <a:rPr lang="ja-JP" altLang="en-US" sz="1200" b="1" dirty="0">
                <a:solidFill>
                  <a:srgbClr val="C00000"/>
                </a:solidFill>
              </a:rPr>
              <a:t>期間：</a:t>
            </a:r>
            <a:r>
              <a:rPr lang="en-US" altLang="ja-JP" sz="1200" b="1" dirty="0">
                <a:solidFill>
                  <a:srgbClr val="C00000"/>
                </a:solidFill>
              </a:rPr>
              <a:t>5</a:t>
            </a:r>
            <a:r>
              <a:rPr lang="ja-JP" altLang="en-US" sz="1200" b="1" dirty="0">
                <a:solidFill>
                  <a:srgbClr val="C00000"/>
                </a:solidFill>
              </a:rPr>
              <a:t>年以上</a:t>
            </a:r>
            <a:endParaRPr lang="ja-JP" altLang="en-US" sz="1600" b="1" dirty="0">
              <a:solidFill>
                <a:srgbClr val="C00000"/>
              </a:solidFill>
            </a:endParaRPr>
          </a:p>
        </p:txBody>
      </p:sp>
      <p:sp>
        <p:nvSpPr>
          <p:cNvPr id="64" name="四角形: 角を丸くする 63">
            <a:extLst>
              <a:ext uri="{FF2B5EF4-FFF2-40B4-BE49-F238E27FC236}">
                <a16:creationId xmlns:a16="http://schemas.microsoft.com/office/drawing/2014/main" id="{A2A0C342-7EA4-47F5-1F01-73218E104D14}"/>
              </a:ext>
            </a:extLst>
          </p:cNvPr>
          <p:cNvSpPr/>
          <p:nvPr/>
        </p:nvSpPr>
        <p:spPr>
          <a:xfrm>
            <a:off x="5486400" y="1993884"/>
            <a:ext cx="1663789" cy="1460781"/>
          </a:xfrm>
          <a:prstGeom prst="roundRect">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6" name="テキスト ボックス 65">
            <a:extLst>
              <a:ext uri="{FF2B5EF4-FFF2-40B4-BE49-F238E27FC236}">
                <a16:creationId xmlns:a16="http://schemas.microsoft.com/office/drawing/2014/main" id="{C63A141B-9E4C-117E-76A7-28FE25E30034}"/>
              </a:ext>
            </a:extLst>
          </p:cNvPr>
          <p:cNvSpPr txBox="1"/>
          <p:nvPr/>
        </p:nvSpPr>
        <p:spPr>
          <a:xfrm>
            <a:off x="5648206" y="3169587"/>
            <a:ext cx="1088760" cy="276999"/>
          </a:xfrm>
          <a:prstGeom prst="rect">
            <a:avLst/>
          </a:prstGeom>
          <a:noFill/>
        </p:spPr>
        <p:txBody>
          <a:bodyPr wrap="none" rtlCol="0">
            <a:spAutoFit/>
          </a:bodyPr>
          <a:lstStyle/>
          <a:p>
            <a:r>
              <a:rPr kumimoji="1" lang="en-US" altLang="ja-JP" sz="1200"/>
              <a:t>PI DA Server</a:t>
            </a:r>
            <a:endParaRPr kumimoji="1" lang="ja-JP" altLang="en-US" sz="1200"/>
          </a:p>
        </p:txBody>
      </p:sp>
      <p:cxnSp>
        <p:nvCxnSpPr>
          <p:cNvPr id="67" name="直線コネクタ 66">
            <a:extLst>
              <a:ext uri="{FF2B5EF4-FFF2-40B4-BE49-F238E27FC236}">
                <a16:creationId xmlns:a16="http://schemas.microsoft.com/office/drawing/2014/main" id="{B85B59C7-4002-C234-D2D6-59025237965C}"/>
              </a:ext>
            </a:extLst>
          </p:cNvPr>
          <p:cNvCxnSpPr>
            <a:cxnSpLocks/>
          </p:cNvCxnSpPr>
          <p:nvPr/>
        </p:nvCxnSpPr>
        <p:spPr>
          <a:xfrm>
            <a:off x="5308728" y="2558403"/>
            <a:ext cx="180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68" name="図 67">
            <a:extLst>
              <a:ext uri="{FF2B5EF4-FFF2-40B4-BE49-F238E27FC236}">
                <a16:creationId xmlns:a16="http://schemas.microsoft.com/office/drawing/2014/main" id="{54942008-71CF-D134-C3CC-D45BB9930F02}"/>
              </a:ext>
            </a:extLst>
          </p:cNvPr>
          <p:cNvPicPr>
            <a:picLocks noChangeAspect="1"/>
          </p:cNvPicPr>
          <p:nvPr/>
        </p:nvPicPr>
        <p:blipFill>
          <a:blip r:embed="rId4"/>
          <a:srcRect l="56392" t="19769" r="34553" b="68889"/>
          <a:stretch>
            <a:fillRect/>
          </a:stretch>
        </p:blipFill>
        <p:spPr>
          <a:xfrm>
            <a:off x="5830896" y="2114997"/>
            <a:ext cx="833937" cy="706971"/>
          </a:xfrm>
          <a:custGeom>
            <a:avLst/>
            <a:gdLst>
              <a:gd name="csX0" fmla="*/ 504825 w 917575"/>
              <a:gd name="csY0" fmla="*/ 0 h 777875"/>
              <a:gd name="csX1" fmla="*/ 914400 w 917575"/>
              <a:gd name="csY1" fmla="*/ 228600 h 777875"/>
              <a:gd name="csX2" fmla="*/ 917575 w 917575"/>
              <a:gd name="csY2" fmla="*/ 492125 h 777875"/>
              <a:gd name="csX3" fmla="*/ 838200 w 917575"/>
              <a:gd name="csY3" fmla="*/ 546100 h 777875"/>
              <a:gd name="csX4" fmla="*/ 838200 w 917575"/>
              <a:gd name="csY4" fmla="*/ 673100 h 777875"/>
              <a:gd name="csX5" fmla="*/ 806450 w 917575"/>
              <a:gd name="csY5" fmla="*/ 695325 h 777875"/>
              <a:gd name="csX6" fmla="*/ 768350 w 917575"/>
              <a:gd name="csY6" fmla="*/ 708025 h 777875"/>
              <a:gd name="csX7" fmla="*/ 704850 w 917575"/>
              <a:gd name="csY7" fmla="*/ 701675 h 777875"/>
              <a:gd name="csX8" fmla="*/ 682625 w 917575"/>
              <a:gd name="csY8" fmla="*/ 692150 h 777875"/>
              <a:gd name="csX9" fmla="*/ 654050 w 917575"/>
              <a:gd name="csY9" fmla="*/ 654050 h 777875"/>
              <a:gd name="csX10" fmla="*/ 574675 w 917575"/>
              <a:gd name="csY10" fmla="*/ 701675 h 777875"/>
              <a:gd name="csX11" fmla="*/ 577850 w 917575"/>
              <a:gd name="csY11" fmla="*/ 777875 h 777875"/>
              <a:gd name="csX12" fmla="*/ 482600 w 917575"/>
              <a:gd name="csY12" fmla="*/ 714375 h 777875"/>
              <a:gd name="csX13" fmla="*/ 428625 w 917575"/>
              <a:gd name="csY13" fmla="*/ 739775 h 777875"/>
              <a:gd name="csX14" fmla="*/ 400050 w 917575"/>
              <a:gd name="csY14" fmla="*/ 739775 h 777875"/>
              <a:gd name="csX15" fmla="*/ 396875 w 917575"/>
              <a:gd name="csY15" fmla="*/ 673100 h 777875"/>
              <a:gd name="csX16" fmla="*/ 98425 w 917575"/>
              <a:gd name="csY16" fmla="*/ 495300 h 777875"/>
              <a:gd name="csX17" fmla="*/ 63500 w 917575"/>
              <a:gd name="csY17" fmla="*/ 530225 h 777875"/>
              <a:gd name="csX18" fmla="*/ 25400 w 917575"/>
              <a:gd name="csY18" fmla="*/ 514350 h 777875"/>
              <a:gd name="csX19" fmla="*/ 25400 w 917575"/>
              <a:gd name="csY19" fmla="*/ 466725 h 777875"/>
              <a:gd name="csX20" fmla="*/ 12700 w 917575"/>
              <a:gd name="csY20" fmla="*/ 463550 h 777875"/>
              <a:gd name="csX21" fmla="*/ 0 w 917575"/>
              <a:gd name="csY21" fmla="*/ 200025 h 777875"/>
              <a:gd name="csX22" fmla="*/ 101600 w 917575"/>
              <a:gd name="csY22" fmla="*/ 238125 h 77787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Lst>
            <a:rect l="l" t="t" r="r" b="b"/>
            <a:pathLst>
              <a:path w="917575" h="777875">
                <a:moveTo>
                  <a:pt x="504825" y="0"/>
                </a:moveTo>
                <a:lnTo>
                  <a:pt x="914400" y="228600"/>
                </a:lnTo>
                <a:cubicBezTo>
                  <a:pt x="915458" y="316442"/>
                  <a:pt x="916517" y="404283"/>
                  <a:pt x="917575" y="492125"/>
                </a:cubicBezTo>
                <a:lnTo>
                  <a:pt x="838200" y="546100"/>
                </a:lnTo>
                <a:lnTo>
                  <a:pt x="838200" y="673100"/>
                </a:lnTo>
                <a:lnTo>
                  <a:pt x="806450" y="695325"/>
                </a:lnTo>
                <a:lnTo>
                  <a:pt x="768350" y="708025"/>
                </a:lnTo>
                <a:lnTo>
                  <a:pt x="704850" y="701675"/>
                </a:lnTo>
                <a:lnTo>
                  <a:pt x="682625" y="692150"/>
                </a:lnTo>
                <a:lnTo>
                  <a:pt x="654050" y="654050"/>
                </a:lnTo>
                <a:lnTo>
                  <a:pt x="574675" y="701675"/>
                </a:lnTo>
                <a:lnTo>
                  <a:pt x="577850" y="777875"/>
                </a:lnTo>
                <a:lnTo>
                  <a:pt x="482600" y="714375"/>
                </a:lnTo>
                <a:lnTo>
                  <a:pt x="428625" y="739775"/>
                </a:lnTo>
                <a:lnTo>
                  <a:pt x="400050" y="739775"/>
                </a:lnTo>
                <a:lnTo>
                  <a:pt x="396875" y="673100"/>
                </a:lnTo>
                <a:lnTo>
                  <a:pt x="98425" y="495300"/>
                </a:lnTo>
                <a:lnTo>
                  <a:pt x="63500" y="530225"/>
                </a:lnTo>
                <a:lnTo>
                  <a:pt x="25400" y="514350"/>
                </a:lnTo>
                <a:lnTo>
                  <a:pt x="25400" y="466725"/>
                </a:lnTo>
                <a:lnTo>
                  <a:pt x="12700" y="463550"/>
                </a:lnTo>
                <a:lnTo>
                  <a:pt x="0" y="200025"/>
                </a:lnTo>
                <a:lnTo>
                  <a:pt x="101600" y="238125"/>
                </a:lnTo>
                <a:close/>
              </a:path>
            </a:pathLst>
          </a:custGeom>
        </p:spPr>
      </p:pic>
      <p:pic>
        <p:nvPicPr>
          <p:cNvPr id="70" name="図 69">
            <a:extLst>
              <a:ext uri="{FF2B5EF4-FFF2-40B4-BE49-F238E27FC236}">
                <a16:creationId xmlns:a16="http://schemas.microsoft.com/office/drawing/2014/main" id="{18C50642-3F16-BD11-B4CA-600B35AB30B6}"/>
              </a:ext>
            </a:extLst>
          </p:cNvPr>
          <p:cNvPicPr>
            <a:picLocks noChangeAspect="1"/>
          </p:cNvPicPr>
          <p:nvPr/>
        </p:nvPicPr>
        <p:blipFill>
          <a:blip r:embed="rId4"/>
          <a:srcRect l="56392" t="19769" r="34553" b="68889"/>
          <a:stretch>
            <a:fillRect/>
          </a:stretch>
        </p:blipFill>
        <p:spPr>
          <a:xfrm>
            <a:off x="5830896" y="2511494"/>
            <a:ext cx="833937" cy="706971"/>
          </a:xfrm>
          <a:custGeom>
            <a:avLst/>
            <a:gdLst>
              <a:gd name="csX0" fmla="*/ 504825 w 917575"/>
              <a:gd name="csY0" fmla="*/ 0 h 777875"/>
              <a:gd name="csX1" fmla="*/ 914400 w 917575"/>
              <a:gd name="csY1" fmla="*/ 228600 h 777875"/>
              <a:gd name="csX2" fmla="*/ 917575 w 917575"/>
              <a:gd name="csY2" fmla="*/ 492125 h 777875"/>
              <a:gd name="csX3" fmla="*/ 838200 w 917575"/>
              <a:gd name="csY3" fmla="*/ 546100 h 777875"/>
              <a:gd name="csX4" fmla="*/ 838200 w 917575"/>
              <a:gd name="csY4" fmla="*/ 673100 h 777875"/>
              <a:gd name="csX5" fmla="*/ 806450 w 917575"/>
              <a:gd name="csY5" fmla="*/ 695325 h 777875"/>
              <a:gd name="csX6" fmla="*/ 768350 w 917575"/>
              <a:gd name="csY6" fmla="*/ 708025 h 777875"/>
              <a:gd name="csX7" fmla="*/ 704850 w 917575"/>
              <a:gd name="csY7" fmla="*/ 701675 h 777875"/>
              <a:gd name="csX8" fmla="*/ 682625 w 917575"/>
              <a:gd name="csY8" fmla="*/ 692150 h 777875"/>
              <a:gd name="csX9" fmla="*/ 654050 w 917575"/>
              <a:gd name="csY9" fmla="*/ 654050 h 777875"/>
              <a:gd name="csX10" fmla="*/ 574675 w 917575"/>
              <a:gd name="csY10" fmla="*/ 701675 h 777875"/>
              <a:gd name="csX11" fmla="*/ 577850 w 917575"/>
              <a:gd name="csY11" fmla="*/ 777875 h 777875"/>
              <a:gd name="csX12" fmla="*/ 482600 w 917575"/>
              <a:gd name="csY12" fmla="*/ 714375 h 777875"/>
              <a:gd name="csX13" fmla="*/ 428625 w 917575"/>
              <a:gd name="csY13" fmla="*/ 739775 h 777875"/>
              <a:gd name="csX14" fmla="*/ 400050 w 917575"/>
              <a:gd name="csY14" fmla="*/ 739775 h 777875"/>
              <a:gd name="csX15" fmla="*/ 396875 w 917575"/>
              <a:gd name="csY15" fmla="*/ 673100 h 777875"/>
              <a:gd name="csX16" fmla="*/ 98425 w 917575"/>
              <a:gd name="csY16" fmla="*/ 495300 h 777875"/>
              <a:gd name="csX17" fmla="*/ 63500 w 917575"/>
              <a:gd name="csY17" fmla="*/ 530225 h 777875"/>
              <a:gd name="csX18" fmla="*/ 25400 w 917575"/>
              <a:gd name="csY18" fmla="*/ 514350 h 777875"/>
              <a:gd name="csX19" fmla="*/ 25400 w 917575"/>
              <a:gd name="csY19" fmla="*/ 466725 h 777875"/>
              <a:gd name="csX20" fmla="*/ 12700 w 917575"/>
              <a:gd name="csY20" fmla="*/ 463550 h 777875"/>
              <a:gd name="csX21" fmla="*/ 0 w 917575"/>
              <a:gd name="csY21" fmla="*/ 200025 h 777875"/>
              <a:gd name="csX22" fmla="*/ 101600 w 917575"/>
              <a:gd name="csY22" fmla="*/ 238125 h 77787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Lst>
            <a:rect l="l" t="t" r="r" b="b"/>
            <a:pathLst>
              <a:path w="917575" h="777875">
                <a:moveTo>
                  <a:pt x="504825" y="0"/>
                </a:moveTo>
                <a:lnTo>
                  <a:pt x="914400" y="228600"/>
                </a:lnTo>
                <a:cubicBezTo>
                  <a:pt x="915458" y="316442"/>
                  <a:pt x="916517" y="404283"/>
                  <a:pt x="917575" y="492125"/>
                </a:cubicBezTo>
                <a:lnTo>
                  <a:pt x="838200" y="546100"/>
                </a:lnTo>
                <a:lnTo>
                  <a:pt x="838200" y="673100"/>
                </a:lnTo>
                <a:lnTo>
                  <a:pt x="806450" y="695325"/>
                </a:lnTo>
                <a:lnTo>
                  <a:pt x="768350" y="708025"/>
                </a:lnTo>
                <a:lnTo>
                  <a:pt x="704850" y="701675"/>
                </a:lnTo>
                <a:lnTo>
                  <a:pt x="682625" y="692150"/>
                </a:lnTo>
                <a:lnTo>
                  <a:pt x="654050" y="654050"/>
                </a:lnTo>
                <a:lnTo>
                  <a:pt x="574675" y="701675"/>
                </a:lnTo>
                <a:lnTo>
                  <a:pt x="577850" y="777875"/>
                </a:lnTo>
                <a:lnTo>
                  <a:pt x="482600" y="714375"/>
                </a:lnTo>
                <a:lnTo>
                  <a:pt x="428625" y="739775"/>
                </a:lnTo>
                <a:lnTo>
                  <a:pt x="400050" y="739775"/>
                </a:lnTo>
                <a:lnTo>
                  <a:pt x="396875" y="673100"/>
                </a:lnTo>
                <a:lnTo>
                  <a:pt x="98425" y="495300"/>
                </a:lnTo>
                <a:lnTo>
                  <a:pt x="63500" y="530225"/>
                </a:lnTo>
                <a:lnTo>
                  <a:pt x="25400" y="514350"/>
                </a:lnTo>
                <a:lnTo>
                  <a:pt x="25400" y="466725"/>
                </a:lnTo>
                <a:lnTo>
                  <a:pt x="12700" y="463550"/>
                </a:lnTo>
                <a:lnTo>
                  <a:pt x="0" y="200025"/>
                </a:lnTo>
                <a:lnTo>
                  <a:pt x="101600" y="238125"/>
                </a:lnTo>
                <a:close/>
              </a:path>
            </a:pathLst>
          </a:custGeom>
        </p:spPr>
      </p:pic>
      <p:sp>
        <p:nvSpPr>
          <p:cNvPr id="71" name="四角形: 角を丸くする 70">
            <a:extLst>
              <a:ext uri="{FF2B5EF4-FFF2-40B4-BE49-F238E27FC236}">
                <a16:creationId xmlns:a16="http://schemas.microsoft.com/office/drawing/2014/main" id="{F241E27C-3B60-FB91-345A-34949A7946A6}"/>
              </a:ext>
            </a:extLst>
          </p:cNvPr>
          <p:cNvSpPr/>
          <p:nvPr/>
        </p:nvSpPr>
        <p:spPr>
          <a:xfrm>
            <a:off x="7908153" y="2231658"/>
            <a:ext cx="1663789" cy="1418128"/>
          </a:xfrm>
          <a:prstGeom prst="roundRect">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2" name="テキスト ボックス 71">
            <a:extLst>
              <a:ext uri="{FF2B5EF4-FFF2-40B4-BE49-F238E27FC236}">
                <a16:creationId xmlns:a16="http://schemas.microsoft.com/office/drawing/2014/main" id="{D42CEF1D-72AE-94EC-4401-8ABD9B242EA3}"/>
              </a:ext>
            </a:extLst>
          </p:cNvPr>
          <p:cNvSpPr txBox="1"/>
          <p:nvPr/>
        </p:nvSpPr>
        <p:spPr>
          <a:xfrm>
            <a:off x="7792701" y="3816498"/>
            <a:ext cx="992739" cy="461665"/>
          </a:xfrm>
          <a:prstGeom prst="rect">
            <a:avLst/>
          </a:prstGeom>
          <a:noFill/>
        </p:spPr>
        <p:txBody>
          <a:bodyPr wrap="square" rtlCol="0">
            <a:spAutoFit/>
          </a:bodyPr>
          <a:lstStyle/>
          <a:p>
            <a:r>
              <a:rPr kumimoji="1" lang="en-US" altLang="ja-JP" sz="1200"/>
              <a:t>PI FD</a:t>
            </a:r>
            <a:r>
              <a:rPr lang="ja-JP" altLang="en-US" sz="1200"/>
              <a:t> </a:t>
            </a:r>
            <a:r>
              <a:rPr lang="en-US" altLang="ja-JP" sz="1200"/>
              <a:t>Database</a:t>
            </a:r>
            <a:endParaRPr kumimoji="1" lang="en-US" altLang="ja-JP" sz="1200"/>
          </a:p>
        </p:txBody>
      </p:sp>
      <p:pic>
        <p:nvPicPr>
          <p:cNvPr id="75" name="図 74">
            <a:extLst>
              <a:ext uri="{FF2B5EF4-FFF2-40B4-BE49-F238E27FC236}">
                <a16:creationId xmlns:a16="http://schemas.microsoft.com/office/drawing/2014/main" id="{2BB270F9-DECC-0129-77B2-8504BE015720}"/>
              </a:ext>
            </a:extLst>
          </p:cNvPr>
          <p:cNvPicPr>
            <a:picLocks noChangeAspect="1"/>
          </p:cNvPicPr>
          <p:nvPr/>
        </p:nvPicPr>
        <p:blipFill>
          <a:blip r:embed="rId3"/>
          <a:srcRect l="56495" t="56497" r="32738" b="31528"/>
          <a:stretch>
            <a:fillRect/>
          </a:stretch>
        </p:blipFill>
        <p:spPr>
          <a:xfrm>
            <a:off x="8905546" y="3154609"/>
            <a:ext cx="840452" cy="633195"/>
          </a:xfrm>
          <a:custGeom>
            <a:avLst/>
            <a:gdLst>
              <a:gd name="csX0" fmla="*/ 524934 w 1090084"/>
              <a:gd name="csY0" fmla="*/ 0 h 821267"/>
              <a:gd name="csX1" fmla="*/ 950384 w 1090084"/>
              <a:gd name="csY1" fmla="*/ 262467 h 821267"/>
              <a:gd name="csX2" fmla="*/ 941917 w 1090084"/>
              <a:gd name="csY2" fmla="*/ 480483 h 821267"/>
              <a:gd name="csX3" fmla="*/ 954617 w 1090084"/>
              <a:gd name="csY3" fmla="*/ 503767 h 821267"/>
              <a:gd name="csX4" fmla="*/ 980017 w 1090084"/>
              <a:gd name="csY4" fmla="*/ 501650 h 821267"/>
              <a:gd name="csX5" fmla="*/ 988484 w 1090084"/>
              <a:gd name="csY5" fmla="*/ 459317 h 821267"/>
              <a:gd name="csX6" fmla="*/ 1016000 w 1090084"/>
              <a:gd name="csY6" fmla="*/ 480483 h 821267"/>
              <a:gd name="csX7" fmla="*/ 1022350 w 1090084"/>
              <a:gd name="csY7" fmla="*/ 503767 h 821267"/>
              <a:gd name="csX8" fmla="*/ 1018117 w 1090084"/>
              <a:gd name="csY8" fmla="*/ 518583 h 821267"/>
              <a:gd name="csX9" fmla="*/ 1028700 w 1090084"/>
              <a:gd name="csY9" fmla="*/ 524933 h 821267"/>
              <a:gd name="csX10" fmla="*/ 1054100 w 1090084"/>
              <a:gd name="csY10" fmla="*/ 512233 h 821267"/>
              <a:gd name="csX11" fmla="*/ 1073150 w 1090084"/>
              <a:gd name="csY11" fmla="*/ 529167 h 821267"/>
              <a:gd name="csX12" fmla="*/ 1047750 w 1090084"/>
              <a:gd name="csY12" fmla="*/ 563033 h 821267"/>
              <a:gd name="csX13" fmla="*/ 1051984 w 1090084"/>
              <a:gd name="csY13" fmla="*/ 577850 h 821267"/>
              <a:gd name="csX14" fmla="*/ 1090084 w 1090084"/>
              <a:gd name="csY14" fmla="*/ 592667 h 821267"/>
              <a:gd name="csX15" fmla="*/ 1079500 w 1090084"/>
              <a:gd name="csY15" fmla="*/ 620183 h 821267"/>
              <a:gd name="csX16" fmla="*/ 1051984 w 1090084"/>
              <a:gd name="csY16" fmla="*/ 645583 h 821267"/>
              <a:gd name="csX17" fmla="*/ 1051984 w 1090084"/>
              <a:gd name="csY17" fmla="*/ 666750 h 821267"/>
              <a:gd name="csX18" fmla="*/ 1075267 w 1090084"/>
              <a:gd name="csY18" fmla="*/ 694267 h 821267"/>
              <a:gd name="csX19" fmla="*/ 1041400 w 1090084"/>
              <a:gd name="csY19" fmla="*/ 709083 h 821267"/>
              <a:gd name="csX20" fmla="*/ 1009650 w 1090084"/>
              <a:gd name="csY20" fmla="*/ 694267 h 821267"/>
              <a:gd name="csX21" fmla="*/ 990600 w 1090084"/>
              <a:gd name="csY21" fmla="*/ 711200 h 821267"/>
              <a:gd name="csX22" fmla="*/ 1001184 w 1090084"/>
              <a:gd name="csY22" fmla="*/ 738717 h 821267"/>
              <a:gd name="csX23" fmla="*/ 956734 w 1090084"/>
              <a:gd name="csY23" fmla="*/ 742950 h 821267"/>
              <a:gd name="csX24" fmla="*/ 937684 w 1090084"/>
              <a:gd name="csY24" fmla="*/ 721783 h 821267"/>
              <a:gd name="csX25" fmla="*/ 924984 w 1090084"/>
              <a:gd name="csY25" fmla="*/ 723900 h 821267"/>
              <a:gd name="csX26" fmla="*/ 918634 w 1090084"/>
              <a:gd name="csY26" fmla="*/ 740833 h 821267"/>
              <a:gd name="csX27" fmla="*/ 872067 w 1090084"/>
              <a:gd name="csY27" fmla="*/ 728133 h 821267"/>
              <a:gd name="csX28" fmla="*/ 880534 w 1090084"/>
              <a:gd name="csY28" fmla="*/ 704850 h 821267"/>
              <a:gd name="csX29" fmla="*/ 863600 w 1090084"/>
              <a:gd name="csY29" fmla="*/ 685800 h 821267"/>
              <a:gd name="csX30" fmla="*/ 836084 w 1090084"/>
              <a:gd name="csY30" fmla="*/ 675217 h 821267"/>
              <a:gd name="csX31" fmla="*/ 844550 w 1090084"/>
              <a:gd name="csY31" fmla="*/ 649817 h 821267"/>
              <a:gd name="csX32" fmla="*/ 831850 w 1090084"/>
              <a:gd name="csY32" fmla="*/ 594783 h 821267"/>
              <a:gd name="csX33" fmla="*/ 590550 w 1090084"/>
              <a:gd name="csY33" fmla="*/ 732367 h 821267"/>
              <a:gd name="csX34" fmla="*/ 586317 w 1090084"/>
              <a:gd name="csY34" fmla="*/ 821267 h 821267"/>
              <a:gd name="csX35" fmla="*/ 499534 w 1090084"/>
              <a:gd name="csY35" fmla="*/ 768350 h 821267"/>
              <a:gd name="csX36" fmla="*/ 429684 w 1090084"/>
              <a:gd name="csY36" fmla="*/ 778933 h 821267"/>
              <a:gd name="csX37" fmla="*/ 408517 w 1090084"/>
              <a:gd name="csY37" fmla="*/ 764117 h 821267"/>
              <a:gd name="csX38" fmla="*/ 402167 w 1090084"/>
              <a:gd name="csY38" fmla="*/ 709083 h 821267"/>
              <a:gd name="csX39" fmla="*/ 86784 w 1090084"/>
              <a:gd name="csY39" fmla="*/ 520700 h 821267"/>
              <a:gd name="csX40" fmla="*/ 50800 w 1090084"/>
              <a:gd name="csY40" fmla="*/ 546100 h 821267"/>
              <a:gd name="csX41" fmla="*/ 21167 w 1090084"/>
              <a:gd name="csY41" fmla="*/ 543983 h 821267"/>
              <a:gd name="csX42" fmla="*/ 12700 w 1090084"/>
              <a:gd name="csY42" fmla="*/ 520700 h 821267"/>
              <a:gd name="csX43" fmla="*/ 14817 w 1090084"/>
              <a:gd name="csY43" fmla="*/ 488950 h 821267"/>
              <a:gd name="csX44" fmla="*/ 0 w 1090084"/>
              <a:gd name="csY44" fmla="*/ 465667 h 821267"/>
              <a:gd name="csX45" fmla="*/ 4234 w 1090084"/>
              <a:gd name="csY45" fmla="*/ 207433 h 821267"/>
              <a:gd name="csX46" fmla="*/ 88900 w 1090084"/>
              <a:gd name="csY46" fmla="*/ 249767 h 82126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Lst>
            <a:rect l="l" t="t" r="r" b="b"/>
            <a:pathLst>
              <a:path w="1090084" h="821267">
                <a:moveTo>
                  <a:pt x="524934" y="0"/>
                </a:moveTo>
                <a:lnTo>
                  <a:pt x="950384" y="262467"/>
                </a:lnTo>
                <a:lnTo>
                  <a:pt x="941917" y="480483"/>
                </a:lnTo>
                <a:lnTo>
                  <a:pt x="954617" y="503767"/>
                </a:lnTo>
                <a:lnTo>
                  <a:pt x="980017" y="501650"/>
                </a:lnTo>
                <a:lnTo>
                  <a:pt x="988484" y="459317"/>
                </a:lnTo>
                <a:lnTo>
                  <a:pt x="1016000" y="480483"/>
                </a:lnTo>
                <a:lnTo>
                  <a:pt x="1022350" y="503767"/>
                </a:lnTo>
                <a:lnTo>
                  <a:pt x="1018117" y="518583"/>
                </a:lnTo>
                <a:lnTo>
                  <a:pt x="1028700" y="524933"/>
                </a:lnTo>
                <a:lnTo>
                  <a:pt x="1054100" y="512233"/>
                </a:lnTo>
                <a:lnTo>
                  <a:pt x="1073150" y="529167"/>
                </a:lnTo>
                <a:lnTo>
                  <a:pt x="1047750" y="563033"/>
                </a:lnTo>
                <a:lnTo>
                  <a:pt x="1051984" y="577850"/>
                </a:lnTo>
                <a:lnTo>
                  <a:pt x="1090084" y="592667"/>
                </a:lnTo>
                <a:lnTo>
                  <a:pt x="1079500" y="620183"/>
                </a:lnTo>
                <a:lnTo>
                  <a:pt x="1051984" y="645583"/>
                </a:lnTo>
                <a:lnTo>
                  <a:pt x="1051984" y="666750"/>
                </a:lnTo>
                <a:lnTo>
                  <a:pt x="1075267" y="694267"/>
                </a:lnTo>
                <a:lnTo>
                  <a:pt x="1041400" y="709083"/>
                </a:lnTo>
                <a:lnTo>
                  <a:pt x="1009650" y="694267"/>
                </a:lnTo>
                <a:lnTo>
                  <a:pt x="990600" y="711200"/>
                </a:lnTo>
                <a:lnTo>
                  <a:pt x="1001184" y="738717"/>
                </a:lnTo>
                <a:lnTo>
                  <a:pt x="956734" y="742950"/>
                </a:lnTo>
                <a:lnTo>
                  <a:pt x="937684" y="721783"/>
                </a:lnTo>
                <a:lnTo>
                  <a:pt x="924984" y="723900"/>
                </a:lnTo>
                <a:lnTo>
                  <a:pt x="918634" y="740833"/>
                </a:lnTo>
                <a:lnTo>
                  <a:pt x="872067" y="728133"/>
                </a:lnTo>
                <a:lnTo>
                  <a:pt x="880534" y="704850"/>
                </a:lnTo>
                <a:lnTo>
                  <a:pt x="863600" y="685800"/>
                </a:lnTo>
                <a:lnTo>
                  <a:pt x="836084" y="675217"/>
                </a:lnTo>
                <a:lnTo>
                  <a:pt x="844550" y="649817"/>
                </a:lnTo>
                <a:lnTo>
                  <a:pt x="831850" y="594783"/>
                </a:lnTo>
                <a:lnTo>
                  <a:pt x="590550" y="732367"/>
                </a:lnTo>
                <a:lnTo>
                  <a:pt x="586317" y="821267"/>
                </a:lnTo>
                <a:lnTo>
                  <a:pt x="499534" y="768350"/>
                </a:lnTo>
                <a:lnTo>
                  <a:pt x="429684" y="778933"/>
                </a:lnTo>
                <a:lnTo>
                  <a:pt x="408517" y="764117"/>
                </a:lnTo>
                <a:lnTo>
                  <a:pt x="402167" y="709083"/>
                </a:lnTo>
                <a:lnTo>
                  <a:pt x="86784" y="520700"/>
                </a:lnTo>
                <a:lnTo>
                  <a:pt x="50800" y="546100"/>
                </a:lnTo>
                <a:lnTo>
                  <a:pt x="21167" y="543983"/>
                </a:lnTo>
                <a:lnTo>
                  <a:pt x="12700" y="520700"/>
                </a:lnTo>
                <a:lnTo>
                  <a:pt x="14817" y="488950"/>
                </a:lnTo>
                <a:lnTo>
                  <a:pt x="0" y="465667"/>
                </a:lnTo>
                <a:cubicBezTo>
                  <a:pt x="1411" y="379589"/>
                  <a:pt x="2823" y="293511"/>
                  <a:pt x="4234" y="207433"/>
                </a:cubicBezTo>
                <a:lnTo>
                  <a:pt x="88900" y="249767"/>
                </a:lnTo>
                <a:close/>
              </a:path>
            </a:pathLst>
          </a:custGeom>
        </p:spPr>
      </p:pic>
      <p:pic>
        <p:nvPicPr>
          <p:cNvPr id="76" name="図 75">
            <a:extLst>
              <a:ext uri="{FF2B5EF4-FFF2-40B4-BE49-F238E27FC236}">
                <a16:creationId xmlns:a16="http://schemas.microsoft.com/office/drawing/2014/main" id="{4299C5BF-95E6-5366-EC7E-5CF4743796F2}"/>
              </a:ext>
            </a:extLst>
          </p:cNvPr>
          <p:cNvPicPr>
            <a:picLocks noChangeAspect="1"/>
          </p:cNvPicPr>
          <p:nvPr/>
        </p:nvPicPr>
        <p:blipFill>
          <a:blip r:embed="rId4"/>
          <a:srcRect l="82244" t="12014" r="9500" b="77546"/>
          <a:stretch>
            <a:fillRect/>
          </a:stretch>
        </p:blipFill>
        <p:spPr>
          <a:xfrm>
            <a:off x="8384777" y="1893703"/>
            <a:ext cx="742624" cy="635527"/>
          </a:xfrm>
          <a:custGeom>
            <a:avLst/>
            <a:gdLst>
              <a:gd name="csX0" fmla="*/ 455613 w 836613"/>
              <a:gd name="csY0" fmla="*/ 0 h 715962"/>
              <a:gd name="csX1" fmla="*/ 835025 w 836613"/>
              <a:gd name="csY1" fmla="*/ 217487 h 715962"/>
              <a:gd name="csX2" fmla="*/ 836613 w 836613"/>
              <a:gd name="csY2" fmla="*/ 447675 h 715962"/>
              <a:gd name="csX3" fmla="*/ 519113 w 836613"/>
              <a:gd name="csY3" fmla="*/ 638175 h 715962"/>
              <a:gd name="csX4" fmla="*/ 519113 w 836613"/>
              <a:gd name="csY4" fmla="*/ 715962 h 715962"/>
              <a:gd name="csX5" fmla="*/ 425450 w 836613"/>
              <a:gd name="csY5" fmla="*/ 658812 h 715962"/>
              <a:gd name="csX6" fmla="*/ 387350 w 836613"/>
              <a:gd name="csY6" fmla="*/ 676275 h 715962"/>
              <a:gd name="csX7" fmla="*/ 352425 w 836613"/>
              <a:gd name="csY7" fmla="*/ 655637 h 715962"/>
              <a:gd name="csX8" fmla="*/ 357188 w 836613"/>
              <a:gd name="csY8" fmla="*/ 608012 h 715962"/>
              <a:gd name="csX9" fmla="*/ 85725 w 836613"/>
              <a:gd name="csY9" fmla="*/ 457200 h 715962"/>
              <a:gd name="csX10" fmla="*/ 47625 w 836613"/>
              <a:gd name="csY10" fmla="*/ 482600 h 715962"/>
              <a:gd name="csX11" fmla="*/ 14288 w 836613"/>
              <a:gd name="csY11" fmla="*/ 466725 h 715962"/>
              <a:gd name="csX12" fmla="*/ 19050 w 836613"/>
              <a:gd name="csY12" fmla="*/ 417512 h 715962"/>
              <a:gd name="csX13" fmla="*/ 0 w 836613"/>
              <a:gd name="csY13" fmla="*/ 400050 h 715962"/>
              <a:gd name="csX14" fmla="*/ 7938 w 836613"/>
              <a:gd name="csY14" fmla="*/ 173037 h 715962"/>
              <a:gd name="csX15" fmla="*/ 77788 w 836613"/>
              <a:gd name="csY15" fmla="*/ 214312 h 71596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Lst>
            <a:rect l="l" t="t" r="r" b="b"/>
            <a:pathLst>
              <a:path w="836613" h="715962">
                <a:moveTo>
                  <a:pt x="455613" y="0"/>
                </a:moveTo>
                <a:lnTo>
                  <a:pt x="835025" y="217487"/>
                </a:lnTo>
                <a:cubicBezTo>
                  <a:pt x="835554" y="294216"/>
                  <a:pt x="836084" y="370946"/>
                  <a:pt x="836613" y="447675"/>
                </a:cubicBezTo>
                <a:lnTo>
                  <a:pt x="519113" y="638175"/>
                </a:lnTo>
                <a:lnTo>
                  <a:pt x="519113" y="715962"/>
                </a:lnTo>
                <a:lnTo>
                  <a:pt x="425450" y="658812"/>
                </a:lnTo>
                <a:lnTo>
                  <a:pt x="387350" y="676275"/>
                </a:lnTo>
                <a:lnTo>
                  <a:pt x="352425" y="655637"/>
                </a:lnTo>
                <a:lnTo>
                  <a:pt x="357188" y="608012"/>
                </a:lnTo>
                <a:lnTo>
                  <a:pt x="85725" y="457200"/>
                </a:lnTo>
                <a:lnTo>
                  <a:pt x="47625" y="482600"/>
                </a:lnTo>
                <a:lnTo>
                  <a:pt x="14288" y="466725"/>
                </a:lnTo>
                <a:lnTo>
                  <a:pt x="19050" y="417512"/>
                </a:lnTo>
                <a:lnTo>
                  <a:pt x="0" y="400050"/>
                </a:lnTo>
                <a:lnTo>
                  <a:pt x="7938" y="173037"/>
                </a:lnTo>
                <a:lnTo>
                  <a:pt x="77788" y="214312"/>
                </a:lnTo>
                <a:close/>
              </a:path>
            </a:pathLst>
          </a:custGeom>
        </p:spPr>
      </p:pic>
      <p:sp>
        <p:nvSpPr>
          <p:cNvPr id="77" name="テキスト ボックス 76">
            <a:extLst>
              <a:ext uri="{FF2B5EF4-FFF2-40B4-BE49-F238E27FC236}">
                <a16:creationId xmlns:a16="http://schemas.microsoft.com/office/drawing/2014/main" id="{015E20DB-F37A-8D5C-7542-18AB9ECE09E4}"/>
              </a:ext>
            </a:extLst>
          </p:cNvPr>
          <p:cNvSpPr txBox="1"/>
          <p:nvPr/>
        </p:nvSpPr>
        <p:spPr>
          <a:xfrm>
            <a:off x="8258144" y="2498831"/>
            <a:ext cx="1066318" cy="276999"/>
          </a:xfrm>
          <a:prstGeom prst="rect">
            <a:avLst/>
          </a:prstGeom>
          <a:noFill/>
        </p:spPr>
        <p:txBody>
          <a:bodyPr wrap="none" rtlCol="0">
            <a:spAutoFit/>
          </a:bodyPr>
          <a:lstStyle/>
          <a:p>
            <a:r>
              <a:rPr kumimoji="1" lang="en-US" altLang="ja-JP" sz="1200"/>
              <a:t>PI AF Server</a:t>
            </a:r>
            <a:endParaRPr kumimoji="1" lang="ja-JP" altLang="en-US" sz="1200"/>
          </a:p>
        </p:txBody>
      </p:sp>
      <p:cxnSp>
        <p:nvCxnSpPr>
          <p:cNvPr id="78" name="直線コネクタ 77">
            <a:extLst>
              <a:ext uri="{FF2B5EF4-FFF2-40B4-BE49-F238E27FC236}">
                <a16:creationId xmlns:a16="http://schemas.microsoft.com/office/drawing/2014/main" id="{253BC131-4A01-D119-10E0-80998574513E}"/>
              </a:ext>
            </a:extLst>
          </p:cNvPr>
          <p:cNvCxnSpPr>
            <a:cxnSpLocks/>
          </p:cNvCxnSpPr>
          <p:nvPr/>
        </p:nvCxnSpPr>
        <p:spPr>
          <a:xfrm>
            <a:off x="7575668" y="2714694"/>
            <a:ext cx="342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79" name="図 78">
            <a:extLst>
              <a:ext uri="{FF2B5EF4-FFF2-40B4-BE49-F238E27FC236}">
                <a16:creationId xmlns:a16="http://schemas.microsoft.com/office/drawing/2014/main" id="{1A3F2AD4-2E7D-FC91-3E75-CDA3614B95D1}"/>
              </a:ext>
            </a:extLst>
          </p:cNvPr>
          <p:cNvPicPr>
            <a:picLocks noChangeAspect="1"/>
          </p:cNvPicPr>
          <p:nvPr/>
        </p:nvPicPr>
        <p:blipFill>
          <a:blip r:embed="rId4"/>
          <a:srcRect l="79290" t="28519" r="13440" b="62222"/>
          <a:stretch>
            <a:fillRect/>
          </a:stretch>
        </p:blipFill>
        <p:spPr>
          <a:xfrm>
            <a:off x="7966827" y="2985643"/>
            <a:ext cx="736600" cy="635000"/>
          </a:xfrm>
          <a:custGeom>
            <a:avLst/>
            <a:gdLst>
              <a:gd name="csX0" fmla="*/ 401637 w 736600"/>
              <a:gd name="csY0" fmla="*/ 0 h 635000"/>
              <a:gd name="csX1" fmla="*/ 736600 w 736600"/>
              <a:gd name="csY1" fmla="*/ 190500 h 635000"/>
              <a:gd name="csX2" fmla="*/ 736600 w 736600"/>
              <a:gd name="csY2" fmla="*/ 404813 h 635000"/>
              <a:gd name="csX3" fmla="*/ 661987 w 736600"/>
              <a:gd name="csY3" fmla="*/ 442913 h 635000"/>
              <a:gd name="csX4" fmla="*/ 666750 w 736600"/>
              <a:gd name="csY4" fmla="*/ 539750 h 635000"/>
              <a:gd name="csX5" fmla="*/ 652462 w 736600"/>
              <a:gd name="csY5" fmla="*/ 563563 h 635000"/>
              <a:gd name="csX6" fmla="*/ 619125 w 736600"/>
              <a:gd name="csY6" fmla="*/ 579438 h 635000"/>
              <a:gd name="csX7" fmla="*/ 587375 w 736600"/>
              <a:gd name="csY7" fmla="*/ 579438 h 635000"/>
              <a:gd name="csX8" fmla="*/ 525462 w 736600"/>
              <a:gd name="csY8" fmla="*/ 550863 h 635000"/>
              <a:gd name="csX9" fmla="*/ 457200 w 736600"/>
              <a:gd name="csY9" fmla="*/ 568325 h 635000"/>
              <a:gd name="csX10" fmla="*/ 460375 w 736600"/>
              <a:gd name="csY10" fmla="*/ 635000 h 635000"/>
              <a:gd name="csX11" fmla="*/ 365125 w 736600"/>
              <a:gd name="csY11" fmla="*/ 592138 h 635000"/>
              <a:gd name="csX12" fmla="*/ 328612 w 736600"/>
              <a:gd name="csY12" fmla="*/ 614363 h 635000"/>
              <a:gd name="csX13" fmla="*/ 303212 w 736600"/>
              <a:gd name="csY13" fmla="*/ 590550 h 635000"/>
              <a:gd name="csX14" fmla="*/ 307975 w 736600"/>
              <a:gd name="csY14" fmla="*/ 549275 h 635000"/>
              <a:gd name="csX15" fmla="*/ 84137 w 736600"/>
              <a:gd name="csY15" fmla="*/ 412750 h 635000"/>
              <a:gd name="csX16" fmla="*/ 20637 w 736600"/>
              <a:gd name="csY16" fmla="*/ 428625 h 635000"/>
              <a:gd name="csX17" fmla="*/ 4762 w 736600"/>
              <a:gd name="csY17" fmla="*/ 409575 h 635000"/>
              <a:gd name="csX18" fmla="*/ 14287 w 736600"/>
              <a:gd name="csY18" fmla="*/ 390525 h 635000"/>
              <a:gd name="csX19" fmla="*/ 0 w 736600"/>
              <a:gd name="csY19" fmla="*/ 373063 h 635000"/>
              <a:gd name="csX20" fmla="*/ 0 w 736600"/>
              <a:gd name="csY20" fmla="*/ 158750 h 635000"/>
              <a:gd name="csX21" fmla="*/ 58737 w 736600"/>
              <a:gd name="csY21" fmla="*/ 198438 h 635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Lst>
            <a:rect l="l" t="t" r="r" b="b"/>
            <a:pathLst>
              <a:path w="736600" h="635000">
                <a:moveTo>
                  <a:pt x="401637" y="0"/>
                </a:moveTo>
                <a:lnTo>
                  <a:pt x="736600" y="190500"/>
                </a:lnTo>
                <a:lnTo>
                  <a:pt x="736600" y="404813"/>
                </a:lnTo>
                <a:lnTo>
                  <a:pt x="661987" y="442913"/>
                </a:lnTo>
                <a:lnTo>
                  <a:pt x="666750" y="539750"/>
                </a:lnTo>
                <a:lnTo>
                  <a:pt x="652462" y="563563"/>
                </a:lnTo>
                <a:lnTo>
                  <a:pt x="619125" y="579438"/>
                </a:lnTo>
                <a:lnTo>
                  <a:pt x="587375" y="579438"/>
                </a:lnTo>
                <a:lnTo>
                  <a:pt x="525462" y="550863"/>
                </a:lnTo>
                <a:lnTo>
                  <a:pt x="457200" y="568325"/>
                </a:lnTo>
                <a:lnTo>
                  <a:pt x="460375" y="635000"/>
                </a:lnTo>
                <a:lnTo>
                  <a:pt x="365125" y="592138"/>
                </a:lnTo>
                <a:lnTo>
                  <a:pt x="328612" y="614363"/>
                </a:lnTo>
                <a:lnTo>
                  <a:pt x="303212" y="590550"/>
                </a:lnTo>
                <a:lnTo>
                  <a:pt x="307975" y="549275"/>
                </a:lnTo>
                <a:lnTo>
                  <a:pt x="84137" y="412750"/>
                </a:lnTo>
                <a:lnTo>
                  <a:pt x="20637" y="428625"/>
                </a:lnTo>
                <a:lnTo>
                  <a:pt x="4762" y="409575"/>
                </a:lnTo>
                <a:lnTo>
                  <a:pt x="14287" y="390525"/>
                </a:lnTo>
                <a:lnTo>
                  <a:pt x="0" y="373063"/>
                </a:lnTo>
                <a:lnTo>
                  <a:pt x="0" y="158750"/>
                </a:lnTo>
                <a:lnTo>
                  <a:pt x="58737" y="198438"/>
                </a:lnTo>
                <a:close/>
              </a:path>
            </a:pathLst>
          </a:custGeom>
        </p:spPr>
      </p:pic>
      <p:pic>
        <p:nvPicPr>
          <p:cNvPr id="80" name="図 79">
            <a:extLst>
              <a:ext uri="{FF2B5EF4-FFF2-40B4-BE49-F238E27FC236}">
                <a16:creationId xmlns:a16="http://schemas.microsoft.com/office/drawing/2014/main" id="{5735D796-382C-F52D-D4DF-90B19E123C6C}"/>
              </a:ext>
            </a:extLst>
          </p:cNvPr>
          <p:cNvPicPr>
            <a:picLocks noChangeAspect="1"/>
          </p:cNvPicPr>
          <p:nvPr/>
        </p:nvPicPr>
        <p:blipFill>
          <a:blip r:embed="rId4"/>
          <a:srcRect l="79290" t="28519" r="13440" b="62222"/>
          <a:stretch>
            <a:fillRect/>
          </a:stretch>
        </p:blipFill>
        <p:spPr>
          <a:xfrm>
            <a:off x="7850723" y="3186982"/>
            <a:ext cx="736600" cy="635000"/>
          </a:xfrm>
          <a:custGeom>
            <a:avLst/>
            <a:gdLst>
              <a:gd name="csX0" fmla="*/ 401637 w 736600"/>
              <a:gd name="csY0" fmla="*/ 0 h 635000"/>
              <a:gd name="csX1" fmla="*/ 736600 w 736600"/>
              <a:gd name="csY1" fmla="*/ 190500 h 635000"/>
              <a:gd name="csX2" fmla="*/ 736600 w 736600"/>
              <a:gd name="csY2" fmla="*/ 404813 h 635000"/>
              <a:gd name="csX3" fmla="*/ 661987 w 736600"/>
              <a:gd name="csY3" fmla="*/ 442913 h 635000"/>
              <a:gd name="csX4" fmla="*/ 666750 w 736600"/>
              <a:gd name="csY4" fmla="*/ 539750 h 635000"/>
              <a:gd name="csX5" fmla="*/ 652462 w 736600"/>
              <a:gd name="csY5" fmla="*/ 563563 h 635000"/>
              <a:gd name="csX6" fmla="*/ 619125 w 736600"/>
              <a:gd name="csY6" fmla="*/ 579438 h 635000"/>
              <a:gd name="csX7" fmla="*/ 587375 w 736600"/>
              <a:gd name="csY7" fmla="*/ 579438 h 635000"/>
              <a:gd name="csX8" fmla="*/ 525462 w 736600"/>
              <a:gd name="csY8" fmla="*/ 550863 h 635000"/>
              <a:gd name="csX9" fmla="*/ 457200 w 736600"/>
              <a:gd name="csY9" fmla="*/ 568325 h 635000"/>
              <a:gd name="csX10" fmla="*/ 460375 w 736600"/>
              <a:gd name="csY10" fmla="*/ 635000 h 635000"/>
              <a:gd name="csX11" fmla="*/ 365125 w 736600"/>
              <a:gd name="csY11" fmla="*/ 592138 h 635000"/>
              <a:gd name="csX12" fmla="*/ 328612 w 736600"/>
              <a:gd name="csY12" fmla="*/ 614363 h 635000"/>
              <a:gd name="csX13" fmla="*/ 303212 w 736600"/>
              <a:gd name="csY13" fmla="*/ 590550 h 635000"/>
              <a:gd name="csX14" fmla="*/ 307975 w 736600"/>
              <a:gd name="csY14" fmla="*/ 549275 h 635000"/>
              <a:gd name="csX15" fmla="*/ 84137 w 736600"/>
              <a:gd name="csY15" fmla="*/ 412750 h 635000"/>
              <a:gd name="csX16" fmla="*/ 20637 w 736600"/>
              <a:gd name="csY16" fmla="*/ 428625 h 635000"/>
              <a:gd name="csX17" fmla="*/ 4762 w 736600"/>
              <a:gd name="csY17" fmla="*/ 409575 h 635000"/>
              <a:gd name="csX18" fmla="*/ 14287 w 736600"/>
              <a:gd name="csY18" fmla="*/ 390525 h 635000"/>
              <a:gd name="csX19" fmla="*/ 0 w 736600"/>
              <a:gd name="csY19" fmla="*/ 373063 h 635000"/>
              <a:gd name="csX20" fmla="*/ 0 w 736600"/>
              <a:gd name="csY20" fmla="*/ 158750 h 635000"/>
              <a:gd name="csX21" fmla="*/ 58737 w 736600"/>
              <a:gd name="csY21" fmla="*/ 198438 h 635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Lst>
            <a:rect l="l" t="t" r="r" b="b"/>
            <a:pathLst>
              <a:path w="736600" h="635000">
                <a:moveTo>
                  <a:pt x="401637" y="0"/>
                </a:moveTo>
                <a:lnTo>
                  <a:pt x="736600" y="190500"/>
                </a:lnTo>
                <a:lnTo>
                  <a:pt x="736600" y="404813"/>
                </a:lnTo>
                <a:lnTo>
                  <a:pt x="661987" y="442913"/>
                </a:lnTo>
                <a:lnTo>
                  <a:pt x="666750" y="539750"/>
                </a:lnTo>
                <a:lnTo>
                  <a:pt x="652462" y="563563"/>
                </a:lnTo>
                <a:lnTo>
                  <a:pt x="619125" y="579438"/>
                </a:lnTo>
                <a:lnTo>
                  <a:pt x="587375" y="579438"/>
                </a:lnTo>
                <a:lnTo>
                  <a:pt x="525462" y="550863"/>
                </a:lnTo>
                <a:lnTo>
                  <a:pt x="457200" y="568325"/>
                </a:lnTo>
                <a:lnTo>
                  <a:pt x="460375" y="635000"/>
                </a:lnTo>
                <a:lnTo>
                  <a:pt x="365125" y="592138"/>
                </a:lnTo>
                <a:lnTo>
                  <a:pt x="328612" y="614363"/>
                </a:lnTo>
                <a:lnTo>
                  <a:pt x="303212" y="590550"/>
                </a:lnTo>
                <a:lnTo>
                  <a:pt x="307975" y="549275"/>
                </a:lnTo>
                <a:lnTo>
                  <a:pt x="84137" y="412750"/>
                </a:lnTo>
                <a:lnTo>
                  <a:pt x="20637" y="428625"/>
                </a:lnTo>
                <a:lnTo>
                  <a:pt x="4762" y="409575"/>
                </a:lnTo>
                <a:lnTo>
                  <a:pt x="14287" y="390525"/>
                </a:lnTo>
                <a:lnTo>
                  <a:pt x="0" y="373063"/>
                </a:lnTo>
                <a:lnTo>
                  <a:pt x="0" y="158750"/>
                </a:lnTo>
                <a:lnTo>
                  <a:pt x="58737" y="198438"/>
                </a:lnTo>
                <a:close/>
              </a:path>
            </a:pathLst>
          </a:custGeom>
        </p:spPr>
      </p:pic>
      <p:sp>
        <p:nvSpPr>
          <p:cNvPr id="8" name="テキスト ボックス 7">
            <a:extLst>
              <a:ext uri="{FF2B5EF4-FFF2-40B4-BE49-F238E27FC236}">
                <a16:creationId xmlns:a16="http://schemas.microsoft.com/office/drawing/2014/main" id="{98CE1260-9A5A-7250-1013-143FDF1742F2}"/>
              </a:ext>
            </a:extLst>
          </p:cNvPr>
          <p:cNvSpPr txBox="1"/>
          <p:nvPr/>
        </p:nvSpPr>
        <p:spPr>
          <a:xfrm>
            <a:off x="7475124" y="4897170"/>
            <a:ext cx="2529860" cy="461665"/>
          </a:xfrm>
          <a:prstGeom prst="rect">
            <a:avLst/>
          </a:prstGeom>
          <a:noFill/>
        </p:spPr>
        <p:txBody>
          <a:bodyPr wrap="none" rtlCol="0">
            <a:spAutoFit/>
          </a:bodyPr>
          <a:lstStyle/>
          <a:p>
            <a:pPr algn="ctr"/>
            <a:r>
              <a:rPr kumimoji="1" lang="en-US" altLang="ja-JP" sz="1200"/>
              <a:t>PI Vision</a:t>
            </a:r>
          </a:p>
          <a:p>
            <a:pPr algn="ctr"/>
            <a:r>
              <a:rPr lang="ja-JP" altLang="en-US" sz="1200" b="1">
                <a:solidFill>
                  <a:srgbClr val="2A83FE"/>
                </a:solidFill>
              </a:rPr>
              <a:t>（</a:t>
            </a:r>
            <a:r>
              <a:rPr lang="en-US" altLang="ja-JP" sz="1200" b="1">
                <a:solidFill>
                  <a:srgbClr val="2A83FE"/>
                </a:solidFill>
              </a:rPr>
              <a:t>HTTPs/DB private protocol</a:t>
            </a:r>
            <a:r>
              <a:rPr lang="ja-JP" altLang="en-US" sz="1200" b="1">
                <a:solidFill>
                  <a:srgbClr val="2A83FE"/>
                </a:solidFill>
              </a:rPr>
              <a:t>）</a:t>
            </a:r>
            <a:endParaRPr lang="en-US" altLang="ja-JP" sz="1050" b="1">
              <a:solidFill>
                <a:srgbClr val="2A83FE"/>
              </a:solidFill>
            </a:endParaRPr>
          </a:p>
        </p:txBody>
      </p:sp>
      <p:pic>
        <p:nvPicPr>
          <p:cNvPr id="14" name="図 13">
            <a:extLst>
              <a:ext uri="{FF2B5EF4-FFF2-40B4-BE49-F238E27FC236}">
                <a16:creationId xmlns:a16="http://schemas.microsoft.com/office/drawing/2014/main" id="{DD91BBC3-D3D6-CBCC-4E27-ABD467734C13}"/>
              </a:ext>
            </a:extLst>
          </p:cNvPr>
          <p:cNvPicPr>
            <a:picLocks noChangeAspect="1"/>
          </p:cNvPicPr>
          <p:nvPr/>
        </p:nvPicPr>
        <p:blipFill>
          <a:blip r:embed="rId3"/>
          <a:srcRect l="83063" t="49259" r="8847" b="40602"/>
          <a:stretch>
            <a:fillRect/>
          </a:stretch>
        </p:blipFill>
        <p:spPr>
          <a:xfrm>
            <a:off x="8289070" y="4204432"/>
            <a:ext cx="819150" cy="695325"/>
          </a:xfrm>
          <a:custGeom>
            <a:avLst/>
            <a:gdLst>
              <a:gd name="csX0" fmla="*/ 441325 w 819150"/>
              <a:gd name="csY0" fmla="*/ 0 h 695325"/>
              <a:gd name="csX1" fmla="*/ 819150 w 819150"/>
              <a:gd name="csY1" fmla="*/ 215900 h 695325"/>
              <a:gd name="csX2" fmla="*/ 815975 w 819150"/>
              <a:gd name="csY2" fmla="*/ 444500 h 695325"/>
              <a:gd name="csX3" fmla="*/ 758825 w 819150"/>
              <a:gd name="csY3" fmla="*/ 469900 h 695325"/>
              <a:gd name="csX4" fmla="*/ 768350 w 819150"/>
              <a:gd name="csY4" fmla="*/ 498475 h 695325"/>
              <a:gd name="csX5" fmla="*/ 774700 w 819150"/>
              <a:gd name="csY5" fmla="*/ 561975 h 695325"/>
              <a:gd name="csX6" fmla="*/ 755650 w 819150"/>
              <a:gd name="csY6" fmla="*/ 600075 h 695325"/>
              <a:gd name="csX7" fmla="*/ 720725 w 819150"/>
              <a:gd name="csY7" fmla="*/ 638175 h 695325"/>
              <a:gd name="csX8" fmla="*/ 644525 w 819150"/>
              <a:gd name="csY8" fmla="*/ 638175 h 695325"/>
              <a:gd name="csX9" fmla="*/ 606425 w 819150"/>
              <a:gd name="csY9" fmla="*/ 631825 h 695325"/>
              <a:gd name="csX10" fmla="*/ 558800 w 819150"/>
              <a:gd name="csY10" fmla="*/ 590550 h 695325"/>
              <a:gd name="csX11" fmla="*/ 511175 w 819150"/>
              <a:gd name="csY11" fmla="*/ 615950 h 695325"/>
              <a:gd name="csX12" fmla="*/ 498475 w 819150"/>
              <a:gd name="csY12" fmla="*/ 695325 h 695325"/>
              <a:gd name="csX13" fmla="*/ 415925 w 819150"/>
              <a:gd name="csY13" fmla="*/ 644525 h 695325"/>
              <a:gd name="csX14" fmla="*/ 368300 w 819150"/>
              <a:gd name="csY14" fmla="*/ 663575 h 695325"/>
              <a:gd name="csX15" fmla="*/ 355600 w 819150"/>
              <a:gd name="csY15" fmla="*/ 650875 h 695325"/>
              <a:gd name="csX16" fmla="*/ 339725 w 819150"/>
              <a:gd name="csY16" fmla="*/ 612775 h 695325"/>
              <a:gd name="csX17" fmla="*/ 85725 w 819150"/>
              <a:gd name="csY17" fmla="*/ 457200 h 695325"/>
              <a:gd name="csX18" fmla="*/ 34925 w 819150"/>
              <a:gd name="csY18" fmla="*/ 473075 h 695325"/>
              <a:gd name="csX19" fmla="*/ 9525 w 819150"/>
              <a:gd name="csY19" fmla="*/ 460375 h 695325"/>
              <a:gd name="csX20" fmla="*/ 25400 w 819150"/>
              <a:gd name="csY20" fmla="*/ 409575 h 695325"/>
              <a:gd name="csX21" fmla="*/ 0 w 819150"/>
              <a:gd name="csY21" fmla="*/ 403225 h 695325"/>
              <a:gd name="csX22" fmla="*/ 0 w 819150"/>
              <a:gd name="csY22" fmla="*/ 174625 h 695325"/>
              <a:gd name="csX23" fmla="*/ 63500 w 819150"/>
              <a:gd name="csY23" fmla="*/ 219075 h 69532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Lst>
            <a:rect l="l" t="t" r="r" b="b"/>
            <a:pathLst>
              <a:path w="819150" h="695325">
                <a:moveTo>
                  <a:pt x="441325" y="0"/>
                </a:moveTo>
                <a:lnTo>
                  <a:pt x="819150" y="215900"/>
                </a:lnTo>
                <a:cubicBezTo>
                  <a:pt x="818092" y="292100"/>
                  <a:pt x="817033" y="368300"/>
                  <a:pt x="815975" y="444500"/>
                </a:cubicBezTo>
                <a:lnTo>
                  <a:pt x="758825" y="469900"/>
                </a:lnTo>
                <a:lnTo>
                  <a:pt x="768350" y="498475"/>
                </a:lnTo>
                <a:lnTo>
                  <a:pt x="774700" y="561975"/>
                </a:lnTo>
                <a:lnTo>
                  <a:pt x="755650" y="600075"/>
                </a:lnTo>
                <a:lnTo>
                  <a:pt x="720725" y="638175"/>
                </a:lnTo>
                <a:lnTo>
                  <a:pt x="644525" y="638175"/>
                </a:lnTo>
                <a:lnTo>
                  <a:pt x="606425" y="631825"/>
                </a:lnTo>
                <a:lnTo>
                  <a:pt x="558800" y="590550"/>
                </a:lnTo>
                <a:lnTo>
                  <a:pt x="511175" y="615950"/>
                </a:lnTo>
                <a:lnTo>
                  <a:pt x="498475" y="695325"/>
                </a:lnTo>
                <a:lnTo>
                  <a:pt x="415925" y="644525"/>
                </a:lnTo>
                <a:lnTo>
                  <a:pt x="368300" y="663575"/>
                </a:lnTo>
                <a:lnTo>
                  <a:pt x="355600" y="650875"/>
                </a:lnTo>
                <a:lnTo>
                  <a:pt x="339725" y="612775"/>
                </a:lnTo>
                <a:lnTo>
                  <a:pt x="85725" y="457200"/>
                </a:lnTo>
                <a:lnTo>
                  <a:pt x="34925" y="473075"/>
                </a:lnTo>
                <a:lnTo>
                  <a:pt x="9525" y="460375"/>
                </a:lnTo>
                <a:lnTo>
                  <a:pt x="25400" y="409575"/>
                </a:lnTo>
                <a:lnTo>
                  <a:pt x="0" y="403225"/>
                </a:lnTo>
                <a:lnTo>
                  <a:pt x="0" y="174625"/>
                </a:lnTo>
                <a:lnTo>
                  <a:pt x="63500" y="219075"/>
                </a:lnTo>
                <a:close/>
              </a:path>
            </a:pathLst>
          </a:custGeom>
        </p:spPr>
      </p:pic>
      <p:cxnSp>
        <p:nvCxnSpPr>
          <p:cNvPr id="15" name="直線コネクタ 14">
            <a:extLst>
              <a:ext uri="{FF2B5EF4-FFF2-40B4-BE49-F238E27FC236}">
                <a16:creationId xmlns:a16="http://schemas.microsoft.com/office/drawing/2014/main" id="{7D9D759B-F4F9-C66C-D558-0A9756F7737E}"/>
              </a:ext>
            </a:extLst>
          </p:cNvPr>
          <p:cNvCxnSpPr>
            <a:cxnSpLocks/>
          </p:cNvCxnSpPr>
          <p:nvPr/>
        </p:nvCxnSpPr>
        <p:spPr>
          <a:xfrm>
            <a:off x="7583791" y="5320275"/>
            <a:ext cx="3348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18" name="図 17">
            <a:extLst>
              <a:ext uri="{FF2B5EF4-FFF2-40B4-BE49-F238E27FC236}">
                <a16:creationId xmlns:a16="http://schemas.microsoft.com/office/drawing/2014/main" id="{BB47913B-35DF-2CAA-1098-EC059421E7D4}"/>
              </a:ext>
            </a:extLst>
          </p:cNvPr>
          <p:cNvPicPr>
            <a:picLocks noChangeAspect="1"/>
          </p:cNvPicPr>
          <p:nvPr/>
        </p:nvPicPr>
        <p:blipFill>
          <a:blip r:embed="rId7">
            <a:clrChange>
              <a:clrFrom>
                <a:srgbClr val="F5F6F9"/>
              </a:clrFrom>
              <a:clrTo>
                <a:srgbClr val="F5F6F9">
                  <a:alpha val="0"/>
                </a:srgbClr>
              </a:clrTo>
            </a:clrChange>
            <a:duotone>
              <a:prstClr val="black"/>
              <a:schemeClr val="tx2">
                <a:tint val="45000"/>
                <a:satMod val="400000"/>
              </a:schemeClr>
            </a:duotone>
          </a:blip>
          <a:stretch>
            <a:fillRect/>
          </a:stretch>
        </p:blipFill>
        <p:spPr>
          <a:xfrm>
            <a:off x="11029875" y="5295196"/>
            <a:ext cx="591283" cy="519921"/>
          </a:xfrm>
          <a:prstGeom prst="rect">
            <a:avLst/>
          </a:prstGeom>
        </p:spPr>
      </p:pic>
      <p:grpSp>
        <p:nvGrpSpPr>
          <p:cNvPr id="19" name="グループ化 18">
            <a:extLst>
              <a:ext uri="{FF2B5EF4-FFF2-40B4-BE49-F238E27FC236}">
                <a16:creationId xmlns:a16="http://schemas.microsoft.com/office/drawing/2014/main" id="{DC79FE6A-BB39-227B-B897-14AE892AA7B6}"/>
              </a:ext>
            </a:extLst>
          </p:cNvPr>
          <p:cNvGrpSpPr/>
          <p:nvPr/>
        </p:nvGrpSpPr>
        <p:grpSpPr>
          <a:xfrm>
            <a:off x="10867252" y="4840285"/>
            <a:ext cx="871306" cy="616533"/>
            <a:chOff x="10856474" y="4453937"/>
            <a:chExt cx="871306" cy="616533"/>
          </a:xfrm>
        </p:grpSpPr>
        <p:pic>
          <p:nvPicPr>
            <p:cNvPr id="21" name="图片 7">
              <a:extLst>
                <a:ext uri="{FF2B5EF4-FFF2-40B4-BE49-F238E27FC236}">
                  <a16:creationId xmlns:a16="http://schemas.microsoft.com/office/drawing/2014/main" id="{757D7DE3-11B5-531D-C86C-575871F497B3}"/>
                </a:ext>
              </a:extLst>
            </p:cNvPr>
            <p:cNvPicPr>
              <a:picLocks noChangeAspect="1" noChangeArrowheads="1"/>
            </p:cNvPicPr>
            <p:nvPr/>
          </p:nvPicPr>
          <p:blipFill>
            <a:blip r:embed="rId8">
              <a:extLst>
                <a:ext uri="{28A0092B-C50C-407E-A947-70E740481C1C}">
                  <a14:useLocalDpi xmlns:a14="http://schemas.microsoft.com/office/drawing/2010/main" val="0"/>
                </a:ext>
              </a:extLst>
            </a:blip>
            <a:srcRect b="17409"/>
            <a:stretch>
              <a:fillRect/>
            </a:stretch>
          </p:blipFill>
          <p:spPr bwMode="auto">
            <a:xfrm>
              <a:off x="10856474" y="4453937"/>
              <a:ext cx="871306" cy="6165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 name="Picture 16">
              <a:extLst>
                <a:ext uri="{FF2B5EF4-FFF2-40B4-BE49-F238E27FC236}">
                  <a16:creationId xmlns:a16="http://schemas.microsoft.com/office/drawing/2014/main" id="{2206BB9E-854C-24BA-EDB3-3E59649D486F}"/>
                </a:ext>
              </a:extLst>
            </p:cNvPr>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10879177" y="4487405"/>
              <a:ext cx="813624" cy="3807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29" name="テキスト ボックス 28">
            <a:extLst>
              <a:ext uri="{FF2B5EF4-FFF2-40B4-BE49-F238E27FC236}">
                <a16:creationId xmlns:a16="http://schemas.microsoft.com/office/drawing/2014/main" id="{57C3FF7F-8C72-AD7E-41B1-BC6E148BF11A}"/>
              </a:ext>
            </a:extLst>
          </p:cNvPr>
          <p:cNvSpPr txBox="1"/>
          <p:nvPr/>
        </p:nvSpPr>
        <p:spPr>
          <a:xfrm>
            <a:off x="9447933" y="5792969"/>
            <a:ext cx="2519772" cy="461665"/>
          </a:xfrm>
          <a:prstGeom prst="rect">
            <a:avLst/>
          </a:prstGeom>
          <a:noFill/>
        </p:spPr>
        <p:txBody>
          <a:bodyPr wrap="square" rtlCol="0">
            <a:spAutoFit/>
          </a:bodyPr>
          <a:lstStyle/>
          <a:p>
            <a:pPr algn="r"/>
            <a:r>
              <a:rPr kumimoji="1" lang="en-US" altLang="ja-JP" sz="1200" dirty="0"/>
              <a:t>3</a:t>
            </a:r>
            <a:r>
              <a:rPr kumimoji="1" lang="en-US" altLang="zh-CN" sz="1200" baseline="30000" dirty="0"/>
              <a:t>rd</a:t>
            </a:r>
            <a:r>
              <a:rPr kumimoji="1" lang="en-US" altLang="zh-CN" sz="1200" dirty="0"/>
              <a:t> Systems</a:t>
            </a:r>
          </a:p>
          <a:p>
            <a:pPr algn="r"/>
            <a:r>
              <a:rPr lang="ja-JP" altLang="en-US" sz="1200" dirty="0"/>
              <a:t>（</a:t>
            </a:r>
            <a:r>
              <a:rPr lang="en-US" altLang="ja-JP" sz="1200" dirty="0"/>
              <a:t>MES/ERP</a:t>
            </a:r>
            <a:r>
              <a:rPr lang="en-US" altLang="zh-CN" sz="1200" dirty="0"/>
              <a:t>/</a:t>
            </a:r>
            <a:r>
              <a:rPr kumimoji="1" lang="en-US" altLang="zh-CN" sz="1200" dirty="0"/>
              <a:t>Datawarehouse/AI)</a:t>
            </a:r>
            <a:endParaRPr kumimoji="1" lang="ja-JP" altLang="en-US" sz="1200" dirty="0"/>
          </a:p>
        </p:txBody>
      </p:sp>
      <p:sp>
        <p:nvSpPr>
          <p:cNvPr id="4" name="テキスト ボックス 3">
            <a:extLst>
              <a:ext uri="{FF2B5EF4-FFF2-40B4-BE49-F238E27FC236}">
                <a16:creationId xmlns:a16="http://schemas.microsoft.com/office/drawing/2014/main" id="{CCF501DE-C293-33F1-841E-B66280C946D0}"/>
              </a:ext>
            </a:extLst>
          </p:cNvPr>
          <p:cNvSpPr txBox="1"/>
          <p:nvPr/>
        </p:nvSpPr>
        <p:spPr>
          <a:xfrm>
            <a:off x="8950135" y="3769926"/>
            <a:ext cx="2509324" cy="461665"/>
          </a:xfrm>
          <a:prstGeom prst="rect">
            <a:avLst/>
          </a:prstGeom>
          <a:noFill/>
        </p:spPr>
        <p:txBody>
          <a:bodyPr wrap="square" rtlCol="0">
            <a:spAutoFit/>
          </a:bodyPr>
          <a:lstStyle/>
          <a:p>
            <a:r>
              <a:rPr kumimoji="1" lang="en-US" altLang="ja-JP" sz="1200"/>
              <a:t>PI Asset Analytics Service</a:t>
            </a:r>
          </a:p>
          <a:p>
            <a:r>
              <a:rPr lang="en-US" altLang="ja-JP" sz="1200"/>
              <a:t>PI Notification Service</a:t>
            </a:r>
            <a:endParaRPr kumimoji="1" lang="ja-JP" altLang="en-US" sz="1200"/>
          </a:p>
        </p:txBody>
      </p:sp>
      <p:sp>
        <p:nvSpPr>
          <p:cNvPr id="5" name="テキスト ボックス 4">
            <a:extLst>
              <a:ext uri="{FF2B5EF4-FFF2-40B4-BE49-F238E27FC236}">
                <a16:creationId xmlns:a16="http://schemas.microsoft.com/office/drawing/2014/main" id="{5966E380-86E8-FF27-DB73-3780134B52B4}"/>
              </a:ext>
            </a:extLst>
          </p:cNvPr>
          <p:cNvSpPr txBox="1"/>
          <p:nvPr/>
        </p:nvSpPr>
        <p:spPr>
          <a:xfrm>
            <a:off x="5903468" y="5884431"/>
            <a:ext cx="954107" cy="461665"/>
          </a:xfrm>
          <a:prstGeom prst="rect">
            <a:avLst/>
          </a:prstGeom>
          <a:noFill/>
        </p:spPr>
        <p:txBody>
          <a:bodyPr wrap="none" rtlCol="0">
            <a:spAutoFit/>
          </a:bodyPr>
          <a:lstStyle/>
          <a:p>
            <a:pPr algn="ctr"/>
            <a:r>
              <a:rPr lang="ja-JP" altLang="en-US" sz="1200" b="1" dirty="0"/>
              <a:t>データ</a:t>
            </a:r>
            <a:r>
              <a:rPr kumimoji="1" lang="ja-JP" altLang="en-US" sz="1200" b="1" dirty="0"/>
              <a:t>収集</a:t>
            </a:r>
            <a:endParaRPr kumimoji="1" lang="en-US" altLang="ja-JP" sz="1200" b="1" dirty="0"/>
          </a:p>
          <a:p>
            <a:pPr algn="ctr"/>
            <a:r>
              <a:rPr lang="ja-JP" altLang="en-US" sz="1200" b="1" dirty="0"/>
              <a:t>（親局）</a:t>
            </a:r>
            <a:endParaRPr kumimoji="1" lang="ja-JP" altLang="en-US" sz="1200" b="1" dirty="0"/>
          </a:p>
        </p:txBody>
      </p:sp>
      <p:cxnSp>
        <p:nvCxnSpPr>
          <p:cNvPr id="7" name="直線コネクタ 6">
            <a:extLst>
              <a:ext uri="{FF2B5EF4-FFF2-40B4-BE49-F238E27FC236}">
                <a16:creationId xmlns:a16="http://schemas.microsoft.com/office/drawing/2014/main" id="{A3242094-6D74-4E84-724B-64646DD7786E}"/>
              </a:ext>
            </a:extLst>
          </p:cNvPr>
          <p:cNvCxnSpPr/>
          <p:nvPr/>
        </p:nvCxnSpPr>
        <p:spPr>
          <a:xfrm flipV="1">
            <a:off x="3038839" y="725496"/>
            <a:ext cx="0" cy="1136265"/>
          </a:xfrm>
          <a:prstGeom prst="line">
            <a:avLst/>
          </a:prstGeom>
          <a:ln w="38100">
            <a:solidFill>
              <a:srgbClr val="0070C0"/>
            </a:solidFill>
            <a:prstDash val="sysDash"/>
          </a:ln>
        </p:spPr>
        <p:style>
          <a:lnRef idx="1">
            <a:schemeClr val="accent1"/>
          </a:lnRef>
          <a:fillRef idx="0">
            <a:schemeClr val="accent1"/>
          </a:fillRef>
          <a:effectRef idx="0">
            <a:schemeClr val="accent1"/>
          </a:effectRef>
          <a:fontRef idx="minor">
            <a:schemeClr val="tx1"/>
          </a:fontRef>
        </p:style>
      </p:cxnSp>
      <p:cxnSp>
        <p:nvCxnSpPr>
          <p:cNvPr id="11" name="直線コネクタ 10">
            <a:extLst>
              <a:ext uri="{FF2B5EF4-FFF2-40B4-BE49-F238E27FC236}">
                <a16:creationId xmlns:a16="http://schemas.microsoft.com/office/drawing/2014/main" id="{CE7D50EE-AEBF-BAD6-76E1-88626D975BF0}"/>
              </a:ext>
            </a:extLst>
          </p:cNvPr>
          <p:cNvCxnSpPr/>
          <p:nvPr/>
        </p:nvCxnSpPr>
        <p:spPr>
          <a:xfrm flipV="1">
            <a:off x="5251295" y="736382"/>
            <a:ext cx="0" cy="1136265"/>
          </a:xfrm>
          <a:prstGeom prst="line">
            <a:avLst/>
          </a:prstGeom>
          <a:ln w="38100">
            <a:solidFill>
              <a:srgbClr val="0070C0"/>
            </a:solidFill>
            <a:prstDash val="sysDash"/>
          </a:ln>
        </p:spPr>
        <p:style>
          <a:lnRef idx="1">
            <a:schemeClr val="accent1"/>
          </a:lnRef>
          <a:fillRef idx="0">
            <a:schemeClr val="accent1"/>
          </a:fillRef>
          <a:effectRef idx="0">
            <a:schemeClr val="accent1"/>
          </a:effectRef>
          <a:fontRef idx="minor">
            <a:schemeClr val="tx1"/>
          </a:fontRef>
        </p:style>
      </p:cxnSp>
      <p:pic>
        <p:nvPicPr>
          <p:cNvPr id="13" name="図 12">
            <a:extLst>
              <a:ext uri="{FF2B5EF4-FFF2-40B4-BE49-F238E27FC236}">
                <a16:creationId xmlns:a16="http://schemas.microsoft.com/office/drawing/2014/main" id="{11681F83-8F82-EB59-96C4-5B8002A0EA76}"/>
              </a:ext>
            </a:extLst>
          </p:cNvPr>
          <p:cNvPicPr>
            <a:picLocks noChangeAspect="1"/>
          </p:cNvPicPr>
          <p:nvPr/>
        </p:nvPicPr>
        <p:blipFill>
          <a:blip r:embed="rId4"/>
          <a:srcRect l="41603" t="22593" r="53791" b="66528"/>
          <a:stretch>
            <a:fillRect/>
          </a:stretch>
        </p:blipFill>
        <p:spPr>
          <a:xfrm>
            <a:off x="9938452" y="4953845"/>
            <a:ext cx="388838" cy="621612"/>
          </a:xfrm>
          <a:custGeom>
            <a:avLst/>
            <a:gdLst>
              <a:gd name="csX0" fmla="*/ 107950 w 466725"/>
              <a:gd name="csY0" fmla="*/ 0 h 746125"/>
              <a:gd name="csX1" fmla="*/ 460375 w 466725"/>
              <a:gd name="csY1" fmla="*/ 193675 h 746125"/>
              <a:gd name="csX2" fmla="*/ 466725 w 466725"/>
              <a:gd name="csY2" fmla="*/ 654050 h 746125"/>
              <a:gd name="csX3" fmla="*/ 336550 w 466725"/>
              <a:gd name="csY3" fmla="*/ 746125 h 746125"/>
              <a:gd name="csX4" fmla="*/ 3175 w 466725"/>
              <a:gd name="csY4" fmla="*/ 546100 h 746125"/>
              <a:gd name="csX5" fmla="*/ 0 w 466725"/>
              <a:gd name="csY5" fmla="*/ 69850 h 746125"/>
            </a:gdLst>
            <a:ahLst/>
            <a:cxnLst>
              <a:cxn ang="0">
                <a:pos x="csX0" y="csY0"/>
              </a:cxn>
              <a:cxn ang="0">
                <a:pos x="csX1" y="csY1"/>
              </a:cxn>
              <a:cxn ang="0">
                <a:pos x="csX2" y="csY2"/>
              </a:cxn>
              <a:cxn ang="0">
                <a:pos x="csX3" y="csY3"/>
              </a:cxn>
              <a:cxn ang="0">
                <a:pos x="csX4" y="csY4"/>
              </a:cxn>
              <a:cxn ang="0">
                <a:pos x="csX5" y="csY5"/>
              </a:cxn>
            </a:cxnLst>
            <a:rect l="l" t="t" r="r" b="b"/>
            <a:pathLst>
              <a:path w="466725" h="746125">
                <a:moveTo>
                  <a:pt x="107950" y="0"/>
                </a:moveTo>
                <a:lnTo>
                  <a:pt x="460375" y="193675"/>
                </a:lnTo>
                <a:cubicBezTo>
                  <a:pt x="462492" y="347133"/>
                  <a:pt x="464608" y="500592"/>
                  <a:pt x="466725" y="654050"/>
                </a:cubicBezTo>
                <a:lnTo>
                  <a:pt x="336550" y="746125"/>
                </a:lnTo>
                <a:lnTo>
                  <a:pt x="3175" y="546100"/>
                </a:lnTo>
                <a:cubicBezTo>
                  <a:pt x="2117" y="387350"/>
                  <a:pt x="1058" y="228600"/>
                  <a:pt x="0" y="69850"/>
                </a:cubicBezTo>
                <a:close/>
              </a:path>
            </a:pathLst>
          </a:custGeom>
        </p:spPr>
      </p:pic>
      <p:sp>
        <p:nvSpPr>
          <p:cNvPr id="6" name="テキスト ボックス 5">
            <a:extLst>
              <a:ext uri="{FF2B5EF4-FFF2-40B4-BE49-F238E27FC236}">
                <a16:creationId xmlns:a16="http://schemas.microsoft.com/office/drawing/2014/main" id="{9DA16E16-EBBE-189F-411C-BA8240681527}"/>
              </a:ext>
            </a:extLst>
          </p:cNvPr>
          <p:cNvSpPr txBox="1"/>
          <p:nvPr/>
        </p:nvSpPr>
        <p:spPr>
          <a:xfrm>
            <a:off x="5298683" y="5685286"/>
            <a:ext cx="1186543" cy="276999"/>
          </a:xfrm>
          <a:prstGeom prst="rect">
            <a:avLst/>
          </a:prstGeom>
          <a:noFill/>
        </p:spPr>
        <p:txBody>
          <a:bodyPr wrap="none" rtlCol="0">
            <a:spAutoFit/>
          </a:bodyPr>
          <a:lstStyle/>
          <a:p>
            <a:r>
              <a:rPr kumimoji="1" lang="en-US" altLang="zh-CN" sz="1200" dirty="0"/>
              <a:t>Kafka(Future)</a:t>
            </a:r>
            <a:endParaRPr kumimoji="1" lang="ja-JP" altLang="en-US" sz="1200" dirty="0"/>
          </a:p>
        </p:txBody>
      </p:sp>
    </p:spTree>
    <p:extLst>
      <p:ext uri="{BB962C8B-B14F-4D97-AF65-F5344CB8AC3E}">
        <p14:creationId xmlns:p14="http://schemas.microsoft.com/office/powerpoint/2010/main" val="51889691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7C71F0-B7D6-4478-94DA-34E730CD4C73}"/>
            </a:ext>
          </a:extLst>
        </p:cNvPr>
        <p:cNvGrpSpPr/>
        <p:nvPr/>
      </p:nvGrpSpPr>
      <p:grpSpPr>
        <a:xfrm>
          <a:off x="0" y="0"/>
          <a:ext cx="0" cy="0"/>
          <a:chOff x="0" y="0"/>
          <a:chExt cx="0" cy="0"/>
        </a:xfrm>
      </p:grpSpPr>
      <p:cxnSp>
        <p:nvCxnSpPr>
          <p:cNvPr id="88" name="直線コネクタ 87">
            <a:extLst>
              <a:ext uri="{FF2B5EF4-FFF2-40B4-BE49-F238E27FC236}">
                <a16:creationId xmlns:a16="http://schemas.microsoft.com/office/drawing/2014/main" id="{B727AAB7-98F8-84A1-A308-6F20928DD1C6}"/>
              </a:ext>
            </a:extLst>
          </p:cNvPr>
          <p:cNvCxnSpPr/>
          <p:nvPr/>
        </p:nvCxnSpPr>
        <p:spPr>
          <a:xfrm>
            <a:off x="3117524" y="4560718"/>
            <a:ext cx="44873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タイトル 2">
            <a:extLst>
              <a:ext uri="{FF2B5EF4-FFF2-40B4-BE49-F238E27FC236}">
                <a16:creationId xmlns:a16="http://schemas.microsoft.com/office/drawing/2014/main" id="{26B850C1-77B8-1635-7B2C-D0CECCD77534}"/>
              </a:ext>
            </a:extLst>
          </p:cNvPr>
          <p:cNvSpPr>
            <a:spLocks noGrp="1"/>
          </p:cNvSpPr>
          <p:nvPr>
            <p:ph type="title"/>
          </p:nvPr>
        </p:nvSpPr>
        <p:spPr>
          <a:xfrm>
            <a:off x="432888" y="52193"/>
            <a:ext cx="11493500" cy="626683"/>
          </a:xfrm>
        </p:spPr>
        <p:txBody>
          <a:bodyPr/>
          <a:lstStyle/>
          <a:p>
            <a:r>
              <a:rPr lang="ja-JP" altLang="en-US" sz="2000" dirty="0"/>
              <a:t>アーキテクチャ初案 </a:t>
            </a:r>
            <a:r>
              <a:rPr lang="en-US" altLang="ja-JP" sz="2000" dirty="0"/>
              <a:t>– AI</a:t>
            </a:r>
            <a:r>
              <a:rPr lang="ja-JP" altLang="en-US" sz="2000" dirty="0"/>
              <a:t>の仕組み</a:t>
            </a:r>
            <a:br>
              <a:rPr lang="en-US" altLang="ja-JP" dirty="0"/>
            </a:br>
            <a:r>
              <a:rPr lang="en-US" altLang="ja-JP" sz="2000" dirty="0"/>
              <a:t>The draft of </a:t>
            </a:r>
            <a:r>
              <a:rPr lang="en-US" altLang="zh-CN" sz="2000" dirty="0"/>
              <a:t>architecture – </a:t>
            </a:r>
            <a:r>
              <a:rPr lang="en-US" altLang="ja-JP" sz="2000" dirty="0"/>
              <a:t>AI structure</a:t>
            </a:r>
            <a:endParaRPr lang="ja-JP" altLang="en-US" sz="2000" dirty="0"/>
          </a:p>
        </p:txBody>
      </p:sp>
      <p:sp>
        <p:nvSpPr>
          <p:cNvPr id="2" name="テキスト ボックス 1">
            <a:extLst>
              <a:ext uri="{FF2B5EF4-FFF2-40B4-BE49-F238E27FC236}">
                <a16:creationId xmlns:a16="http://schemas.microsoft.com/office/drawing/2014/main" id="{0E96F14B-4855-45AA-4C7A-95A8255348FB}"/>
              </a:ext>
            </a:extLst>
          </p:cNvPr>
          <p:cNvSpPr txBox="1"/>
          <p:nvPr/>
        </p:nvSpPr>
        <p:spPr>
          <a:xfrm>
            <a:off x="9270517" y="73410"/>
            <a:ext cx="2690070" cy="523220"/>
          </a:xfrm>
          <a:prstGeom prst="rect">
            <a:avLst/>
          </a:prstGeom>
          <a:noFill/>
        </p:spPr>
        <p:txBody>
          <a:bodyPr wrap="square" rtlCol="0">
            <a:spAutoFit/>
          </a:bodyPr>
          <a:lstStyle/>
          <a:p>
            <a:r>
              <a:rPr lang="ja-JP" altLang="en-US" sz="1400" dirty="0">
                <a:latin typeface="+mn-ea"/>
              </a:rPr>
              <a:t>各レベルで業務シナリオに対応する</a:t>
            </a:r>
            <a:r>
              <a:rPr lang="en-US" altLang="ja-JP" sz="1400" dirty="0">
                <a:latin typeface="+mn-ea"/>
              </a:rPr>
              <a:t>AI</a:t>
            </a:r>
            <a:r>
              <a:rPr lang="ja-JP" altLang="en-US" sz="1400" dirty="0">
                <a:latin typeface="+mn-ea"/>
              </a:rPr>
              <a:t>モデルをデプロイ</a:t>
            </a:r>
          </a:p>
        </p:txBody>
      </p:sp>
      <p:pic>
        <p:nvPicPr>
          <p:cNvPr id="10" name="図 9">
            <a:extLst>
              <a:ext uri="{FF2B5EF4-FFF2-40B4-BE49-F238E27FC236}">
                <a16:creationId xmlns:a16="http://schemas.microsoft.com/office/drawing/2014/main" id="{6ED9DE1E-4804-22ED-A0C2-F30C3908B9D7}"/>
              </a:ext>
            </a:extLst>
          </p:cNvPr>
          <p:cNvPicPr>
            <a:picLocks noChangeAspect="1"/>
          </p:cNvPicPr>
          <p:nvPr/>
        </p:nvPicPr>
        <p:blipFill>
          <a:blip r:embed="rId2"/>
          <a:srcRect l="10772" t="4025" r="81890" b="87133"/>
          <a:stretch>
            <a:fillRect/>
          </a:stretch>
        </p:blipFill>
        <p:spPr>
          <a:xfrm>
            <a:off x="1700000" y="3612937"/>
            <a:ext cx="673412" cy="549665"/>
          </a:xfrm>
          <a:custGeom>
            <a:avLst/>
            <a:gdLst>
              <a:gd name="csX0" fmla="*/ 263525 w 742950"/>
              <a:gd name="csY0" fmla="*/ 0 h 606425"/>
              <a:gd name="csX1" fmla="*/ 742950 w 742950"/>
              <a:gd name="csY1" fmla="*/ 298450 h 606425"/>
              <a:gd name="csX2" fmla="*/ 730250 w 742950"/>
              <a:gd name="csY2" fmla="*/ 444500 h 606425"/>
              <a:gd name="csX3" fmla="*/ 720725 w 742950"/>
              <a:gd name="csY3" fmla="*/ 457200 h 606425"/>
              <a:gd name="csX4" fmla="*/ 730250 w 742950"/>
              <a:gd name="csY4" fmla="*/ 495300 h 606425"/>
              <a:gd name="csX5" fmla="*/ 479425 w 742950"/>
              <a:gd name="csY5" fmla="*/ 606425 h 606425"/>
              <a:gd name="csX6" fmla="*/ 28575 w 742950"/>
              <a:gd name="csY6" fmla="*/ 339725 h 606425"/>
              <a:gd name="csX7" fmla="*/ 41275 w 742950"/>
              <a:gd name="csY7" fmla="*/ 285750 h 606425"/>
              <a:gd name="csX8" fmla="*/ 0 w 742950"/>
              <a:gd name="csY8" fmla="*/ 282575 h 606425"/>
              <a:gd name="csX9" fmla="*/ 9525 w 742950"/>
              <a:gd name="csY9" fmla="*/ 146050 h 60642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742950" h="606425">
                <a:moveTo>
                  <a:pt x="263525" y="0"/>
                </a:moveTo>
                <a:lnTo>
                  <a:pt x="742950" y="298450"/>
                </a:lnTo>
                <a:lnTo>
                  <a:pt x="730250" y="444500"/>
                </a:lnTo>
                <a:lnTo>
                  <a:pt x="720725" y="457200"/>
                </a:lnTo>
                <a:lnTo>
                  <a:pt x="730250" y="495300"/>
                </a:lnTo>
                <a:lnTo>
                  <a:pt x="479425" y="606425"/>
                </a:lnTo>
                <a:lnTo>
                  <a:pt x="28575" y="339725"/>
                </a:lnTo>
                <a:lnTo>
                  <a:pt x="41275" y="285750"/>
                </a:lnTo>
                <a:lnTo>
                  <a:pt x="0" y="282575"/>
                </a:lnTo>
                <a:lnTo>
                  <a:pt x="9525" y="146050"/>
                </a:lnTo>
                <a:close/>
              </a:path>
            </a:pathLst>
          </a:custGeom>
        </p:spPr>
      </p:pic>
      <p:pic>
        <p:nvPicPr>
          <p:cNvPr id="12" name="図 11">
            <a:extLst>
              <a:ext uri="{FF2B5EF4-FFF2-40B4-BE49-F238E27FC236}">
                <a16:creationId xmlns:a16="http://schemas.microsoft.com/office/drawing/2014/main" id="{CC284A91-6DE8-F4B6-0995-F38D6291D88D}"/>
              </a:ext>
            </a:extLst>
          </p:cNvPr>
          <p:cNvPicPr>
            <a:picLocks noChangeAspect="1"/>
          </p:cNvPicPr>
          <p:nvPr/>
        </p:nvPicPr>
        <p:blipFill>
          <a:blip r:embed="rId3"/>
          <a:srcRect l="9745" t="18241" r="82892" b="72269"/>
          <a:stretch>
            <a:fillRect/>
          </a:stretch>
        </p:blipFill>
        <p:spPr>
          <a:xfrm>
            <a:off x="1700000" y="5038728"/>
            <a:ext cx="676289" cy="589954"/>
          </a:xfrm>
          <a:custGeom>
            <a:avLst/>
            <a:gdLst>
              <a:gd name="csX0" fmla="*/ 549275 w 746125"/>
              <a:gd name="csY0" fmla="*/ 0 h 650875"/>
              <a:gd name="csX1" fmla="*/ 746125 w 746125"/>
              <a:gd name="csY1" fmla="*/ 317500 h 650875"/>
              <a:gd name="csX2" fmla="*/ 555625 w 746125"/>
              <a:gd name="csY2" fmla="*/ 647700 h 650875"/>
              <a:gd name="csX3" fmla="*/ 187325 w 746125"/>
              <a:gd name="csY3" fmla="*/ 650875 h 650875"/>
              <a:gd name="csX4" fmla="*/ 0 w 746125"/>
              <a:gd name="csY4" fmla="*/ 323850 h 650875"/>
              <a:gd name="csX5" fmla="*/ 180975 w 746125"/>
              <a:gd name="csY5" fmla="*/ 6350 h 650875"/>
            </a:gdLst>
            <a:ahLst/>
            <a:cxnLst>
              <a:cxn ang="0">
                <a:pos x="csX0" y="csY0"/>
              </a:cxn>
              <a:cxn ang="0">
                <a:pos x="csX1" y="csY1"/>
              </a:cxn>
              <a:cxn ang="0">
                <a:pos x="csX2" y="csY2"/>
              </a:cxn>
              <a:cxn ang="0">
                <a:pos x="csX3" y="csY3"/>
              </a:cxn>
              <a:cxn ang="0">
                <a:pos x="csX4" y="csY4"/>
              </a:cxn>
              <a:cxn ang="0">
                <a:pos x="csX5" y="csY5"/>
              </a:cxn>
            </a:cxnLst>
            <a:rect l="l" t="t" r="r" b="b"/>
            <a:pathLst>
              <a:path w="746125" h="650875">
                <a:moveTo>
                  <a:pt x="549275" y="0"/>
                </a:moveTo>
                <a:lnTo>
                  <a:pt x="746125" y="317500"/>
                </a:lnTo>
                <a:lnTo>
                  <a:pt x="555625" y="647700"/>
                </a:lnTo>
                <a:lnTo>
                  <a:pt x="187325" y="650875"/>
                </a:lnTo>
                <a:lnTo>
                  <a:pt x="0" y="323850"/>
                </a:lnTo>
                <a:lnTo>
                  <a:pt x="180975" y="6350"/>
                </a:lnTo>
                <a:close/>
              </a:path>
            </a:pathLst>
          </a:custGeom>
        </p:spPr>
      </p:pic>
      <p:pic>
        <p:nvPicPr>
          <p:cNvPr id="17" name="図 16">
            <a:extLst>
              <a:ext uri="{FF2B5EF4-FFF2-40B4-BE49-F238E27FC236}">
                <a16:creationId xmlns:a16="http://schemas.microsoft.com/office/drawing/2014/main" id="{EACDE564-1B01-FDE1-DDEA-D9E6BA27C88F}"/>
              </a:ext>
            </a:extLst>
          </p:cNvPr>
          <p:cNvPicPr>
            <a:picLocks noChangeAspect="1"/>
          </p:cNvPicPr>
          <p:nvPr/>
        </p:nvPicPr>
        <p:blipFill>
          <a:blip r:embed="rId3"/>
          <a:srcRect l="30291" t="27083" r="60904" b="61852"/>
          <a:stretch>
            <a:fillRect/>
          </a:stretch>
        </p:blipFill>
        <p:spPr>
          <a:xfrm>
            <a:off x="3474296" y="3797867"/>
            <a:ext cx="892175" cy="758825"/>
          </a:xfrm>
          <a:custGeom>
            <a:avLst/>
            <a:gdLst>
              <a:gd name="csX0" fmla="*/ 488950 w 892175"/>
              <a:gd name="csY0" fmla="*/ 0 h 758825"/>
              <a:gd name="csX1" fmla="*/ 892175 w 892175"/>
              <a:gd name="csY1" fmla="*/ 228600 h 758825"/>
              <a:gd name="csX2" fmla="*/ 885825 w 892175"/>
              <a:gd name="csY2" fmla="*/ 492125 h 758825"/>
              <a:gd name="csX3" fmla="*/ 546100 w 892175"/>
              <a:gd name="csY3" fmla="*/ 669925 h 758825"/>
              <a:gd name="csX4" fmla="*/ 552450 w 892175"/>
              <a:gd name="csY4" fmla="*/ 758825 h 758825"/>
              <a:gd name="csX5" fmla="*/ 454025 w 892175"/>
              <a:gd name="csY5" fmla="*/ 698500 h 758825"/>
              <a:gd name="csX6" fmla="*/ 415925 w 892175"/>
              <a:gd name="csY6" fmla="*/ 714375 h 758825"/>
              <a:gd name="csX7" fmla="*/ 374650 w 892175"/>
              <a:gd name="csY7" fmla="*/ 701675 h 758825"/>
              <a:gd name="csX8" fmla="*/ 387350 w 892175"/>
              <a:gd name="csY8" fmla="*/ 641350 h 758825"/>
              <a:gd name="csX9" fmla="*/ 85725 w 892175"/>
              <a:gd name="csY9" fmla="*/ 473075 h 758825"/>
              <a:gd name="csX10" fmla="*/ 53975 w 892175"/>
              <a:gd name="csY10" fmla="*/ 504825 h 758825"/>
              <a:gd name="csX11" fmla="*/ 22225 w 892175"/>
              <a:gd name="csY11" fmla="*/ 495300 h 758825"/>
              <a:gd name="csX12" fmla="*/ 22225 w 892175"/>
              <a:gd name="csY12" fmla="*/ 441325 h 758825"/>
              <a:gd name="csX13" fmla="*/ 0 w 892175"/>
              <a:gd name="csY13" fmla="*/ 434975 h 758825"/>
              <a:gd name="csX14" fmla="*/ 3175 w 892175"/>
              <a:gd name="csY14" fmla="*/ 187325 h 758825"/>
              <a:gd name="csX15" fmla="*/ 85725 w 892175"/>
              <a:gd name="csY15" fmla="*/ 225425 h 75882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Lst>
            <a:rect l="l" t="t" r="r" b="b"/>
            <a:pathLst>
              <a:path w="892175" h="758825">
                <a:moveTo>
                  <a:pt x="488950" y="0"/>
                </a:moveTo>
                <a:lnTo>
                  <a:pt x="892175" y="228600"/>
                </a:lnTo>
                <a:lnTo>
                  <a:pt x="885825" y="492125"/>
                </a:lnTo>
                <a:lnTo>
                  <a:pt x="546100" y="669925"/>
                </a:lnTo>
                <a:lnTo>
                  <a:pt x="552450" y="758825"/>
                </a:lnTo>
                <a:lnTo>
                  <a:pt x="454025" y="698500"/>
                </a:lnTo>
                <a:lnTo>
                  <a:pt x="415925" y="714375"/>
                </a:lnTo>
                <a:lnTo>
                  <a:pt x="374650" y="701675"/>
                </a:lnTo>
                <a:lnTo>
                  <a:pt x="387350" y="641350"/>
                </a:lnTo>
                <a:lnTo>
                  <a:pt x="85725" y="473075"/>
                </a:lnTo>
                <a:lnTo>
                  <a:pt x="53975" y="504825"/>
                </a:lnTo>
                <a:lnTo>
                  <a:pt x="22225" y="495300"/>
                </a:lnTo>
                <a:lnTo>
                  <a:pt x="22225" y="441325"/>
                </a:lnTo>
                <a:lnTo>
                  <a:pt x="0" y="434975"/>
                </a:lnTo>
                <a:cubicBezTo>
                  <a:pt x="1058" y="352425"/>
                  <a:pt x="2117" y="269875"/>
                  <a:pt x="3175" y="187325"/>
                </a:cubicBezTo>
                <a:lnTo>
                  <a:pt x="85725" y="225425"/>
                </a:lnTo>
                <a:close/>
              </a:path>
            </a:pathLst>
          </a:custGeom>
        </p:spPr>
      </p:pic>
      <p:pic>
        <p:nvPicPr>
          <p:cNvPr id="16" name="図 15">
            <a:extLst>
              <a:ext uri="{FF2B5EF4-FFF2-40B4-BE49-F238E27FC236}">
                <a16:creationId xmlns:a16="http://schemas.microsoft.com/office/drawing/2014/main" id="{3CDEDD6F-F69B-5A5E-6320-8355CD9D6166}"/>
              </a:ext>
            </a:extLst>
          </p:cNvPr>
          <p:cNvPicPr>
            <a:picLocks noChangeAspect="1"/>
          </p:cNvPicPr>
          <p:nvPr/>
        </p:nvPicPr>
        <p:blipFill>
          <a:blip r:embed="rId3"/>
          <a:srcRect l="30291" t="27083" r="60904" b="61852"/>
          <a:stretch>
            <a:fillRect/>
          </a:stretch>
        </p:blipFill>
        <p:spPr>
          <a:xfrm>
            <a:off x="3474297" y="4153635"/>
            <a:ext cx="892175" cy="758825"/>
          </a:xfrm>
          <a:custGeom>
            <a:avLst/>
            <a:gdLst>
              <a:gd name="csX0" fmla="*/ 488950 w 892175"/>
              <a:gd name="csY0" fmla="*/ 0 h 758825"/>
              <a:gd name="csX1" fmla="*/ 892175 w 892175"/>
              <a:gd name="csY1" fmla="*/ 228600 h 758825"/>
              <a:gd name="csX2" fmla="*/ 885825 w 892175"/>
              <a:gd name="csY2" fmla="*/ 492125 h 758825"/>
              <a:gd name="csX3" fmla="*/ 546100 w 892175"/>
              <a:gd name="csY3" fmla="*/ 669925 h 758825"/>
              <a:gd name="csX4" fmla="*/ 552450 w 892175"/>
              <a:gd name="csY4" fmla="*/ 758825 h 758825"/>
              <a:gd name="csX5" fmla="*/ 454025 w 892175"/>
              <a:gd name="csY5" fmla="*/ 698500 h 758825"/>
              <a:gd name="csX6" fmla="*/ 415925 w 892175"/>
              <a:gd name="csY6" fmla="*/ 714375 h 758825"/>
              <a:gd name="csX7" fmla="*/ 374650 w 892175"/>
              <a:gd name="csY7" fmla="*/ 701675 h 758825"/>
              <a:gd name="csX8" fmla="*/ 387350 w 892175"/>
              <a:gd name="csY8" fmla="*/ 641350 h 758825"/>
              <a:gd name="csX9" fmla="*/ 85725 w 892175"/>
              <a:gd name="csY9" fmla="*/ 473075 h 758825"/>
              <a:gd name="csX10" fmla="*/ 53975 w 892175"/>
              <a:gd name="csY10" fmla="*/ 504825 h 758825"/>
              <a:gd name="csX11" fmla="*/ 22225 w 892175"/>
              <a:gd name="csY11" fmla="*/ 495300 h 758825"/>
              <a:gd name="csX12" fmla="*/ 22225 w 892175"/>
              <a:gd name="csY12" fmla="*/ 441325 h 758825"/>
              <a:gd name="csX13" fmla="*/ 0 w 892175"/>
              <a:gd name="csY13" fmla="*/ 434975 h 758825"/>
              <a:gd name="csX14" fmla="*/ 3175 w 892175"/>
              <a:gd name="csY14" fmla="*/ 187325 h 758825"/>
              <a:gd name="csX15" fmla="*/ 85725 w 892175"/>
              <a:gd name="csY15" fmla="*/ 225425 h 75882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Lst>
            <a:rect l="l" t="t" r="r" b="b"/>
            <a:pathLst>
              <a:path w="892175" h="758825">
                <a:moveTo>
                  <a:pt x="488950" y="0"/>
                </a:moveTo>
                <a:lnTo>
                  <a:pt x="892175" y="228600"/>
                </a:lnTo>
                <a:lnTo>
                  <a:pt x="885825" y="492125"/>
                </a:lnTo>
                <a:lnTo>
                  <a:pt x="546100" y="669925"/>
                </a:lnTo>
                <a:lnTo>
                  <a:pt x="552450" y="758825"/>
                </a:lnTo>
                <a:lnTo>
                  <a:pt x="454025" y="698500"/>
                </a:lnTo>
                <a:lnTo>
                  <a:pt x="415925" y="714375"/>
                </a:lnTo>
                <a:lnTo>
                  <a:pt x="374650" y="701675"/>
                </a:lnTo>
                <a:lnTo>
                  <a:pt x="387350" y="641350"/>
                </a:lnTo>
                <a:lnTo>
                  <a:pt x="85725" y="473075"/>
                </a:lnTo>
                <a:lnTo>
                  <a:pt x="53975" y="504825"/>
                </a:lnTo>
                <a:lnTo>
                  <a:pt x="22225" y="495300"/>
                </a:lnTo>
                <a:lnTo>
                  <a:pt x="22225" y="441325"/>
                </a:lnTo>
                <a:lnTo>
                  <a:pt x="0" y="434975"/>
                </a:lnTo>
                <a:cubicBezTo>
                  <a:pt x="1058" y="352425"/>
                  <a:pt x="2117" y="269875"/>
                  <a:pt x="3175" y="187325"/>
                </a:cubicBezTo>
                <a:lnTo>
                  <a:pt x="85725" y="225425"/>
                </a:lnTo>
                <a:close/>
              </a:path>
            </a:pathLst>
          </a:custGeom>
        </p:spPr>
      </p:pic>
      <p:sp>
        <p:nvSpPr>
          <p:cNvPr id="26" name="円柱 25">
            <a:extLst>
              <a:ext uri="{FF2B5EF4-FFF2-40B4-BE49-F238E27FC236}">
                <a16:creationId xmlns:a16="http://schemas.microsoft.com/office/drawing/2014/main" id="{35E9F891-7E2B-9894-D89B-7F3AEEF6E3A1}"/>
              </a:ext>
            </a:extLst>
          </p:cNvPr>
          <p:cNvSpPr/>
          <p:nvPr/>
        </p:nvSpPr>
        <p:spPr>
          <a:xfrm>
            <a:off x="2973524" y="1854336"/>
            <a:ext cx="144000" cy="4644000"/>
          </a:xfrm>
          <a:prstGeom prst="can">
            <a:avLst/>
          </a:prstGeom>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21594000" scaled="0"/>
            <a:tileRect/>
          </a:gradFill>
          <a:ln w="31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8" name="円柱 27">
            <a:extLst>
              <a:ext uri="{FF2B5EF4-FFF2-40B4-BE49-F238E27FC236}">
                <a16:creationId xmlns:a16="http://schemas.microsoft.com/office/drawing/2014/main" id="{90029FC3-98AD-2E10-29C0-4FF898DFE358}"/>
              </a:ext>
            </a:extLst>
          </p:cNvPr>
          <p:cNvSpPr/>
          <p:nvPr/>
        </p:nvSpPr>
        <p:spPr>
          <a:xfrm>
            <a:off x="8431608" y="1854031"/>
            <a:ext cx="144000" cy="4644000"/>
          </a:xfrm>
          <a:prstGeom prst="can">
            <a:avLst/>
          </a:prstGeom>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21594000" scaled="0"/>
            <a:tileRect/>
          </a:gradFill>
          <a:ln w="31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3" name="テキスト ボックス 32">
            <a:extLst>
              <a:ext uri="{FF2B5EF4-FFF2-40B4-BE49-F238E27FC236}">
                <a16:creationId xmlns:a16="http://schemas.microsoft.com/office/drawing/2014/main" id="{8784ED06-7C75-AC42-7414-31EF554ECADC}"/>
              </a:ext>
            </a:extLst>
          </p:cNvPr>
          <p:cNvSpPr txBox="1"/>
          <p:nvPr/>
        </p:nvSpPr>
        <p:spPr>
          <a:xfrm>
            <a:off x="8985099" y="5233105"/>
            <a:ext cx="1768433" cy="461665"/>
          </a:xfrm>
          <a:prstGeom prst="rect">
            <a:avLst/>
          </a:prstGeom>
          <a:noFill/>
        </p:spPr>
        <p:txBody>
          <a:bodyPr wrap="none" rtlCol="0">
            <a:spAutoFit/>
          </a:bodyPr>
          <a:lstStyle/>
          <a:p>
            <a:pPr algn="ctr"/>
            <a:r>
              <a:rPr kumimoji="1" lang="en-US" altLang="ja-JP" sz="1200"/>
              <a:t>BI/AI</a:t>
            </a:r>
            <a:r>
              <a:rPr lang="ja-JP" altLang="en-US" sz="1200"/>
              <a:t> </a:t>
            </a:r>
            <a:r>
              <a:rPr lang="en-US" altLang="ja-JP" sz="1200"/>
              <a:t>Server with GPU</a:t>
            </a:r>
          </a:p>
          <a:p>
            <a:pPr algn="ctr"/>
            <a:r>
              <a:rPr lang="ja-JP" altLang="en-US" sz="1200" b="1">
                <a:solidFill>
                  <a:srgbClr val="2A83FE"/>
                </a:solidFill>
              </a:rPr>
              <a:t>（デプロイ箇所）</a:t>
            </a:r>
            <a:endParaRPr lang="en-US" altLang="ja-JP" sz="1050" b="1">
              <a:solidFill>
                <a:srgbClr val="2A83FE"/>
              </a:solidFill>
            </a:endParaRPr>
          </a:p>
        </p:txBody>
      </p:sp>
      <p:sp>
        <p:nvSpPr>
          <p:cNvPr id="36" name="テキスト ボックス 35">
            <a:extLst>
              <a:ext uri="{FF2B5EF4-FFF2-40B4-BE49-F238E27FC236}">
                <a16:creationId xmlns:a16="http://schemas.microsoft.com/office/drawing/2014/main" id="{064C892B-F7AB-DF89-96EF-4424308F56D2}"/>
              </a:ext>
            </a:extLst>
          </p:cNvPr>
          <p:cNvSpPr txBox="1"/>
          <p:nvPr/>
        </p:nvSpPr>
        <p:spPr>
          <a:xfrm>
            <a:off x="6305488" y="5264651"/>
            <a:ext cx="1295547" cy="276999"/>
          </a:xfrm>
          <a:prstGeom prst="rect">
            <a:avLst/>
          </a:prstGeom>
          <a:noFill/>
        </p:spPr>
        <p:txBody>
          <a:bodyPr wrap="none" rtlCol="0">
            <a:spAutoFit/>
          </a:bodyPr>
          <a:lstStyle/>
          <a:p>
            <a:r>
              <a:rPr kumimoji="1" lang="en-US" altLang="ja-JP" sz="1200"/>
              <a:t>PI Point Builder</a:t>
            </a:r>
          </a:p>
        </p:txBody>
      </p:sp>
      <p:sp>
        <p:nvSpPr>
          <p:cNvPr id="37" name="テキスト ボックス 36">
            <a:extLst>
              <a:ext uri="{FF2B5EF4-FFF2-40B4-BE49-F238E27FC236}">
                <a16:creationId xmlns:a16="http://schemas.microsoft.com/office/drawing/2014/main" id="{7269997D-7F24-8798-7064-62AEB1392B46}"/>
              </a:ext>
            </a:extLst>
          </p:cNvPr>
          <p:cNvSpPr txBox="1"/>
          <p:nvPr/>
        </p:nvSpPr>
        <p:spPr>
          <a:xfrm>
            <a:off x="3361767" y="4912460"/>
            <a:ext cx="1870218" cy="646331"/>
          </a:xfrm>
          <a:prstGeom prst="rect">
            <a:avLst/>
          </a:prstGeom>
          <a:noFill/>
        </p:spPr>
        <p:txBody>
          <a:bodyPr wrap="square" rtlCol="0">
            <a:spAutoFit/>
          </a:bodyPr>
          <a:lstStyle/>
          <a:p>
            <a:r>
              <a:rPr kumimoji="1" lang="en-US" altLang="ja-JP" sz="1200" dirty="0"/>
              <a:t>PI Interfaces/</a:t>
            </a:r>
          </a:p>
          <a:p>
            <a:r>
              <a:rPr lang="en-US" altLang="ja-JP" sz="1200" dirty="0"/>
              <a:t>Connectors/Adapters</a:t>
            </a:r>
          </a:p>
          <a:p>
            <a:r>
              <a:rPr lang="ja-JP" altLang="en-US" sz="1200" b="1" dirty="0">
                <a:solidFill>
                  <a:srgbClr val="2A83FE"/>
                </a:solidFill>
              </a:rPr>
              <a:t>（デプロイ箇所）</a:t>
            </a:r>
            <a:endParaRPr kumimoji="1" lang="en-US" altLang="ja-JP" sz="1200" dirty="0"/>
          </a:p>
        </p:txBody>
      </p:sp>
      <p:sp>
        <p:nvSpPr>
          <p:cNvPr id="38" name="テキスト ボックス 37">
            <a:extLst>
              <a:ext uri="{FF2B5EF4-FFF2-40B4-BE49-F238E27FC236}">
                <a16:creationId xmlns:a16="http://schemas.microsoft.com/office/drawing/2014/main" id="{D53E7E97-D737-CB8D-0D65-EA151ACC8F43}"/>
              </a:ext>
            </a:extLst>
          </p:cNvPr>
          <p:cNvSpPr txBox="1"/>
          <p:nvPr/>
        </p:nvSpPr>
        <p:spPr>
          <a:xfrm>
            <a:off x="6314212" y="4868475"/>
            <a:ext cx="2143536" cy="461665"/>
          </a:xfrm>
          <a:prstGeom prst="rect">
            <a:avLst/>
          </a:prstGeom>
          <a:noFill/>
        </p:spPr>
        <p:txBody>
          <a:bodyPr wrap="none" rtlCol="0">
            <a:spAutoFit/>
          </a:bodyPr>
          <a:lstStyle/>
          <a:p>
            <a:r>
              <a:rPr kumimoji="1" lang="en-US" altLang="ja-JP" sz="1200"/>
              <a:t>PI Connector Relay</a:t>
            </a:r>
          </a:p>
          <a:p>
            <a:r>
              <a:rPr lang="en-US" altLang="ja-JP" sz="1200"/>
              <a:t>PI Data Collection Manager</a:t>
            </a:r>
            <a:endParaRPr kumimoji="1" lang="en-US" altLang="ja-JP" sz="1200"/>
          </a:p>
        </p:txBody>
      </p:sp>
      <p:sp>
        <p:nvSpPr>
          <p:cNvPr id="39" name="テキスト ボックス 38">
            <a:extLst>
              <a:ext uri="{FF2B5EF4-FFF2-40B4-BE49-F238E27FC236}">
                <a16:creationId xmlns:a16="http://schemas.microsoft.com/office/drawing/2014/main" id="{447233FD-0109-C75A-EB88-64AAB04BBE98}"/>
              </a:ext>
            </a:extLst>
          </p:cNvPr>
          <p:cNvSpPr txBox="1"/>
          <p:nvPr/>
        </p:nvSpPr>
        <p:spPr>
          <a:xfrm>
            <a:off x="188448" y="3627942"/>
            <a:ext cx="1433406" cy="438582"/>
          </a:xfrm>
          <a:prstGeom prst="rect">
            <a:avLst/>
          </a:prstGeom>
          <a:noFill/>
        </p:spPr>
        <p:txBody>
          <a:bodyPr wrap="square" rtlCol="0">
            <a:spAutoFit/>
          </a:bodyPr>
          <a:lstStyle/>
          <a:p>
            <a:r>
              <a:rPr kumimoji="1" lang="en-US" altLang="ja-JP" sz="1200"/>
              <a:t>Network Devices </a:t>
            </a:r>
            <a:endParaRPr lang="en-US" altLang="ja-JP" sz="1200"/>
          </a:p>
          <a:p>
            <a:r>
              <a:rPr kumimoji="1" lang="en-US" altLang="ja-JP" sz="1050"/>
              <a:t>IT Monitor</a:t>
            </a:r>
          </a:p>
        </p:txBody>
      </p:sp>
      <p:sp>
        <p:nvSpPr>
          <p:cNvPr id="40" name="テキスト ボックス 39">
            <a:extLst>
              <a:ext uri="{FF2B5EF4-FFF2-40B4-BE49-F238E27FC236}">
                <a16:creationId xmlns:a16="http://schemas.microsoft.com/office/drawing/2014/main" id="{0A57D905-6B7C-5749-DBEA-1EB8DD51D0DB}"/>
              </a:ext>
            </a:extLst>
          </p:cNvPr>
          <p:cNvSpPr txBox="1"/>
          <p:nvPr/>
        </p:nvSpPr>
        <p:spPr>
          <a:xfrm>
            <a:off x="188448" y="5031924"/>
            <a:ext cx="1391728" cy="438582"/>
          </a:xfrm>
          <a:prstGeom prst="rect">
            <a:avLst/>
          </a:prstGeom>
          <a:noFill/>
        </p:spPr>
        <p:txBody>
          <a:bodyPr wrap="square" rtlCol="0">
            <a:spAutoFit/>
          </a:bodyPr>
          <a:lstStyle/>
          <a:p>
            <a:r>
              <a:rPr kumimoji="1" lang="en-US" altLang="ja-JP" sz="1200"/>
              <a:t>Process Controls</a:t>
            </a:r>
          </a:p>
          <a:p>
            <a:r>
              <a:rPr lang="en-US" altLang="ja-JP" sz="1050"/>
              <a:t>DCS/SCADA/PLC</a:t>
            </a:r>
            <a:endParaRPr kumimoji="1" lang="en-US" altLang="ja-JP" sz="1050"/>
          </a:p>
        </p:txBody>
      </p:sp>
      <p:sp>
        <p:nvSpPr>
          <p:cNvPr id="45" name="テキスト ボックス 44">
            <a:extLst>
              <a:ext uri="{FF2B5EF4-FFF2-40B4-BE49-F238E27FC236}">
                <a16:creationId xmlns:a16="http://schemas.microsoft.com/office/drawing/2014/main" id="{29F775FB-8563-DF7A-C896-1B8C341A0B24}"/>
              </a:ext>
            </a:extLst>
          </p:cNvPr>
          <p:cNvSpPr txBox="1"/>
          <p:nvPr/>
        </p:nvSpPr>
        <p:spPr>
          <a:xfrm>
            <a:off x="7021683" y="6054923"/>
            <a:ext cx="800219" cy="461665"/>
          </a:xfrm>
          <a:prstGeom prst="rect">
            <a:avLst/>
          </a:prstGeom>
          <a:noFill/>
        </p:spPr>
        <p:txBody>
          <a:bodyPr wrap="none" rtlCol="0">
            <a:spAutoFit/>
          </a:bodyPr>
          <a:lstStyle/>
          <a:p>
            <a:pPr algn="ctr"/>
            <a:r>
              <a:rPr kumimoji="1" lang="en-US" altLang="ja-JP" sz="1200" b="1"/>
              <a:t>DMZ</a:t>
            </a:r>
          </a:p>
          <a:p>
            <a:pPr algn="ctr"/>
            <a:r>
              <a:rPr kumimoji="1" lang="ja-JP" altLang="en-US" sz="1200" b="1"/>
              <a:t>（親局）</a:t>
            </a:r>
          </a:p>
        </p:txBody>
      </p:sp>
      <p:sp>
        <p:nvSpPr>
          <p:cNvPr id="47" name="テキスト ボックス 46">
            <a:extLst>
              <a:ext uri="{FF2B5EF4-FFF2-40B4-BE49-F238E27FC236}">
                <a16:creationId xmlns:a16="http://schemas.microsoft.com/office/drawing/2014/main" id="{E2B1CCB6-674E-4B83-A0AE-DBC37DC25471}"/>
              </a:ext>
            </a:extLst>
          </p:cNvPr>
          <p:cNvSpPr txBox="1"/>
          <p:nvPr/>
        </p:nvSpPr>
        <p:spPr>
          <a:xfrm>
            <a:off x="9079651" y="6036366"/>
            <a:ext cx="1611339" cy="461665"/>
          </a:xfrm>
          <a:prstGeom prst="rect">
            <a:avLst/>
          </a:prstGeom>
          <a:noFill/>
        </p:spPr>
        <p:txBody>
          <a:bodyPr wrap="none" rtlCol="0">
            <a:spAutoFit/>
          </a:bodyPr>
          <a:lstStyle/>
          <a:p>
            <a:pPr algn="ctr"/>
            <a:r>
              <a:rPr kumimoji="1" lang="en-US" altLang="ja-JP" sz="1200" b="1"/>
              <a:t>Corporate Network</a:t>
            </a:r>
          </a:p>
          <a:p>
            <a:pPr algn="ctr"/>
            <a:r>
              <a:rPr kumimoji="1" lang="ja-JP" altLang="en-US" sz="1200" b="1"/>
              <a:t>（親局）</a:t>
            </a:r>
          </a:p>
        </p:txBody>
      </p:sp>
      <p:sp>
        <p:nvSpPr>
          <p:cNvPr id="48" name="テキスト ボックス 47">
            <a:extLst>
              <a:ext uri="{FF2B5EF4-FFF2-40B4-BE49-F238E27FC236}">
                <a16:creationId xmlns:a16="http://schemas.microsoft.com/office/drawing/2014/main" id="{00A19F9F-828C-3F49-110A-AB65AA4569BA}"/>
              </a:ext>
            </a:extLst>
          </p:cNvPr>
          <p:cNvSpPr txBox="1"/>
          <p:nvPr/>
        </p:nvSpPr>
        <p:spPr>
          <a:xfrm>
            <a:off x="3117524" y="6054923"/>
            <a:ext cx="2056973" cy="461665"/>
          </a:xfrm>
          <a:prstGeom prst="rect">
            <a:avLst/>
          </a:prstGeom>
          <a:noFill/>
        </p:spPr>
        <p:txBody>
          <a:bodyPr wrap="none" rtlCol="0">
            <a:spAutoFit/>
          </a:bodyPr>
          <a:lstStyle/>
          <a:p>
            <a:pPr algn="ctr"/>
            <a:r>
              <a:rPr kumimoji="1" lang="en-US" altLang="ja-JP" sz="1200" b="1"/>
              <a:t>Process Control Network</a:t>
            </a:r>
          </a:p>
          <a:p>
            <a:pPr algn="ctr"/>
            <a:r>
              <a:rPr lang="ja-JP" altLang="en-US" sz="1200" b="1"/>
              <a:t>（子局）</a:t>
            </a:r>
            <a:endParaRPr kumimoji="1" lang="ja-JP" altLang="en-US" sz="1200" b="1"/>
          </a:p>
        </p:txBody>
      </p:sp>
      <p:sp>
        <p:nvSpPr>
          <p:cNvPr id="51" name="テキスト ボックス 50">
            <a:extLst>
              <a:ext uri="{FF2B5EF4-FFF2-40B4-BE49-F238E27FC236}">
                <a16:creationId xmlns:a16="http://schemas.microsoft.com/office/drawing/2014/main" id="{579A687B-CCEF-C345-9002-4DB9C6260F8C}"/>
              </a:ext>
            </a:extLst>
          </p:cNvPr>
          <p:cNvSpPr txBox="1"/>
          <p:nvPr/>
        </p:nvSpPr>
        <p:spPr>
          <a:xfrm>
            <a:off x="880998" y="6099944"/>
            <a:ext cx="1188146" cy="461665"/>
          </a:xfrm>
          <a:prstGeom prst="rect">
            <a:avLst/>
          </a:prstGeom>
          <a:noFill/>
        </p:spPr>
        <p:txBody>
          <a:bodyPr wrap="none" rtlCol="0">
            <a:spAutoFit/>
          </a:bodyPr>
          <a:lstStyle/>
          <a:p>
            <a:r>
              <a:rPr kumimoji="1" lang="en-US" altLang="ja-JP" sz="1200" b="1"/>
              <a:t>Data Sources</a:t>
            </a:r>
          </a:p>
          <a:p>
            <a:r>
              <a:rPr lang="ja-JP" altLang="en-US" sz="1200" b="1"/>
              <a:t>（発電所）</a:t>
            </a:r>
            <a:endParaRPr kumimoji="1" lang="ja-JP" altLang="en-US" sz="1200" b="1"/>
          </a:p>
        </p:txBody>
      </p:sp>
      <p:sp>
        <p:nvSpPr>
          <p:cNvPr id="53" name="テキスト ボックス 52">
            <a:extLst>
              <a:ext uri="{FF2B5EF4-FFF2-40B4-BE49-F238E27FC236}">
                <a16:creationId xmlns:a16="http://schemas.microsoft.com/office/drawing/2014/main" id="{D67C7B93-3F70-2DF2-72A6-D2632637991E}"/>
              </a:ext>
            </a:extLst>
          </p:cNvPr>
          <p:cNvSpPr txBox="1"/>
          <p:nvPr/>
        </p:nvSpPr>
        <p:spPr>
          <a:xfrm>
            <a:off x="188448" y="2430919"/>
            <a:ext cx="1692061" cy="646331"/>
          </a:xfrm>
          <a:prstGeom prst="rect">
            <a:avLst/>
          </a:prstGeom>
          <a:noFill/>
        </p:spPr>
        <p:txBody>
          <a:bodyPr wrap="square" rtlCol="0">
            <a:spAutoFit/>
          </a:bodyPr>
          <a:lstStyle/>
          <a:p>
            <a:r>
              <a:rPr kumimoji="1" lang="en-US" altLang="ja-JP" sz="1200"/>
              <a:t>Edge Gateway/</a:t>
            </a:r>
            <a:r>
              <a:rPr kumimoji="1" lang="en-US" altLang="ja-JP" sz="1200" err="1"/>
              <a:t>Opc</a:t>
            </a:r>
            <a:r>
              <a:rPr kumimoji="1" lang="en-US" altLang="ja-JP" sz="1200"/>
              <a:t> </a:t>
            </a:r>
            <a:r>
              <a:rPr kumimoji="1" lang="en-US" altLang="ja-JP" sz="1200" err="1"/>
              <a:t>Ua</a:t>
            </a:r>
            <a:r>
              <a:rPr kumimoji="1" lang="en-US" altLang="ja-JP" sz="1200"/>
              <a:t> Server</a:t>
            </a:r>
          </a:p>
          <a:p>
            <a:r>
              <a:rPr lang="ja-JP" altLang="en-US" sz="1200" b="1">
                <a:solidFill>
                  <a:srgbClr val="2A83FE"/>
                </a:solidFill>
              </a:rPr>
              <a:t>（デプロイ箇所）</a:t>
            </a:r>
            <a:endParaRPr kumimoji="1" lang="en-US" altLang="ja-JP" sz="1050" b="1">
              <a:solidFill>
                <a:srgbClr val="2A83FE"/>
              </a:solidFill>
            </a:endParaRPr>
          </a:p>
        </p:txBody>
      </p:sp>
      <p:cxnSp>
        <p:nvCxnSpPr>
          <p:cNvPr id="57" name="コネクタ: カギ線 56">
            <a:extLst>
              <a:ext uri="{FF2B5EF4-FFF2-40B4-BE49-F238E27FC236}">
                <a16:creationId xmlns:a16="http://schemas.microsoft.com/office/drawing/2014/main" id="{24420239-CFB1-C96A-9E80-BBFA63B12874}"/>
              </a:ext>
            </a:extLst>
          </p:cNvPr>
          <p:cNvCxnSpPr>
            <a:stCxn id="10" idx="1"/>
            <a:endCxn id="26" idx="2"/>
          </p:cNvCxnSpPr>
          <p:nvPr/>
        </p:nvCxnSpPr>
        <p:spPr>
          <a:xfrm>
            <a:off x="2373412" y="3883453"/>
            <a:ext cx="600112" cy="292883"/>
          </a:xfrm>
          <a:prstGeom prst="bentConnector3">
            <a:avLst>
              <a:gd name="adj1"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8" name="コネクタ: カギ線 57">
            <a:extLst>
              <a:ext uri="{FF2B5EF4-FFF2-40B4-BE49-F238E27FC236}">
                <a16:creationId xmlns:a16="http://schemas.microsoft.com/office/drawing/2014/main" id="{C544FDC2-ED47-00A7-6BD6-4E086775F39A}"/>
              </a:ext>
            </a:extLst>
          </p:cNvPr>
          <p:cNvCxnSpPr>
            <a:cxnSpLocks/>
            <a:stCxn id="12" idx="1"/>
            <a:endCxn id="26" idx="2"/>
          </p:cNvCxnSpPr>
          <p:nvPr/>
        </p:nvCxnSpPr>
        <p:spPr>
          <a:xfrm flipV="1">
            <a:off x="2376289" y="4176336"/>
            <a:ext cx="597235" cy="1150174"/>
          </a:xfrm>
          <a:prstGeom prst="bentConnector3">
            <a:avLst>
              <a:gd name="adj1"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9" name="直線コネクタ 88">
            <a:extLst>
              <a:ext uri="{FF2B5EF4-FFF2-40B4-BE49-F238E27FC236}">
                <a16:creationId xmlns:a16="http://schemas.microsoft.com/office/drawing/2014/main" id="{F4981DC4-C480-0F2C-AB79-0F7CDAA2E8F3}"/>
              </a:ext>
            </a:extLst>
          </p:cNvPr>
          <p:cNvCxnSpPr>
            <a:cxnSpLocks/>
          </p:cNvCxnSpPr>
          <p:nvPr/>
        </p:nvCxnSpPr>
        <p:spPr>
          <a:xfrm>
            <a:off x="4360783" y="4185755"/>
            <a:ext cx="1836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0" name="図 19">
            <a:extLst>
              <a:ext uri="{FF2B5EF4-FFF2-40B4-BE49-F238E27FC236}">
                <a16:creationId xmlns:a16="http://schemas.microsoft.com/office/drawing/2014/main" id="{EF8ABDD8-BBC2-D40D-011F-5A9048BA0C26}"/>
              </a:ext>
            </a:extLst>
          </p:cNvPr>
          <p:cNvPicPr>
            <a:picLocks noChangeAspect="1"/>
          </p:cNvPicPr>
          <p:nvPr/>
        </p:nvPicPr>
        <p:blipFill>
          <a:blip r:embed="rId3"/>
          <a:srcRect l="41603" t="22593" r="53791" b="66528"/>
          <a:stretch>
            <a:fillRect/>
          </a:stretch>
        </p:blipFill>
        <p:spPr>
          <a:xfrm>
            <a:off x="5627472" y="3919728"/>
            <a:ext cx="388838" cy="621612"/>
          </a:xfrm>
          <a:custGeom>
            <a:avLst/>
            <a:gdLst>
              <a:gd name="csX0" fmla="*/ 107950 w 466725"/>
              <a:gd name="csY0" fmla="*/ 0 h 746125"/>
              <a:gd name="csX1" fmla="*/ 460375 w 466725"/>
              <a:gd name="csY1" fmla="*/ 193675 h 746125"/>
              <a:gd name="csX2" fmla="*/ 466725 w 466725"/>
              <a:gd name="csY2" fmla="*/ 654050 h 746125"/>
              <a:gd name="csX3" fmla="*/ 336550 w 466725"/>
              <a:gd name="csY3" fmla="*/ 746125 h 746125"/>
              <a:gd name="csX4" fmla="*/ 3175 w 466725"/>
              <a:gd name="csY4" fmla="*/ 546100 h 746125"/>
              <a:gd name="csX5" fmla="*/ 0 w 466725"/>
              <a:gd name="csY5" fmla="*/ 69850 h 746125"/>
            </a:gdLst>
            <a:ahLst/>
            <a:cxnLst>
              <a:cxn ang="0">
                <a:pos x="csX0" y="csY0"/>
              </a:cxn>
              <a:cxn ang="0">
                <a:pos x="csX1" y="csY1"/>
              </a:cxn>
              <a:cxn ang="0">
                <a:pos x="csX2" y="csY2"/>
              </a:cxn>
              <a:cxn ang="0">
                <a:pos x="csX3" y="csY3"/>
              </a:cxn>
              <a:cxn ang="0">
                <a:pos x="csX4" y="csY4"/>
              </a:cxn>
              <a:cxn ang="0">
                <a:pos x="csX5" y="csY5"/>
              </a:cxn>
            </a:cxnLst>
            <a:rect l="l" t="t" r="r" b="b"/>
            <a:pathLst>
              <a:path w="466725" h="746125">
                <a:moveTo>
                  <a:pt x="107950" y="0"/>
                </a:moveTo>
                <a:lnTo>
                  <a:pt x="460375" y="193675"/>
                </a:lnTo>
                <a:cubicBezTo>
                  <a:pt x="462492" y="347133"/>
                  <a:pt x="464608" y="500592"/>
                  <a:pt x="466725" y="654050"/>
                </a:cubicBezTo>
                <a:lnTo>
                  <a:pt x="336550" y="746125"/>
                </a:lnTo>
                <a:lnTo>
                  <a:pt x="3175" y="546100"/>
                </a:lnTo>
                <a:cubicBezTo>
                  <a:pt x="2117" y="387350"/>
                  <a:pt x="1058" y="228600"/>
                  <a:pt x="0" y="69850"/>
                </a:cubicBezTo>
                <a:close/>
              </a:path>
            </a:pathLst>
          </a:custGeom>
        </p:spPr>
      </p:pic>
      <p:cxnSp>
        <p:nvCxnSpPr>
          <p:cNvPr id="93" name="直線コネクタ 92">
            <a:extLst>
              <a:ext uri="{FF2B5EF4-FFF2-40B4-BE49-F238E27FC236}">
                <a16:creationId xmlns:a16="http://schemas.microsoft.com/office/drawing/2014/main" id="{B64BDD5C-E7AE-1F9C-70AC-266804FBC28B}"/>
              </a:ext>
            </a:extLst>
          </p:cNvPr>
          <p:cNvCxnSpPr>
            <a:cxnSpLocks/>
          </p:cNvCxnSpPr>
          <p:nvPr/>
        </p:nvCxnSpPr>
        <p:spPr>
          <a:xfrm>
            <a:off x="6340352" y="3744915"/>
            <a:ext cx="2088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2" name="図 21">
            <a:extLst>
              <a:ext uri="{FF2B5EF4-FFF2-40B4-BE49-F238E27FC236}">
                <a16:creationId xmlns:a16="http://schemas.microsoft.com/office/drawing/2014/main" id="{70A327E6-9816-CC7B-311B-16476172BDF3}"/>
              </a:ext>
            </a:extLst>
          </p:cNvPr>
          <p:cNvPicPr>
            <a:picLocks noChangeAspect="1"/>
          </p:cNvPicPr>
          <p:nvPr/>
        </p:nvPicPr>
        <p:blipFill>
          <a:blip r:embed="rId3"/>
          <a:srcRect l="41603" t="22593" r="53791" b="66528"/>
          <a:stretch>
            <a:fillRect/>
          </a:stretch>
        </p:blipFill>
        <p:spPr>
          <a:xfrm>
            <a:off x="7843112" y="3494447"/>
            <a:ext cx="388838" cy="621612"/>
          </a:xfrm>
          <a:custGeom>
            <a:avLst/>
            <a:gdLst>
              <a:gd name="csX0" fmla="*/ 107950 w 466725"/>
              <a:gd name="csY0" fmla="*/ 0 h 746125"/>
              <a:gd name="csX1" fmla="*/ 460375 w 466725"/>
              <a:gd name="csY1" fmla="*/ 193675 h 746125"/>
              <a:gd name="csX2" fmla="*/ 466725 w 466725"/>
              <a:gd name="csY2" fmla="*/ 654050 h 746125"/>
              <a:gd name="csX3" fmla="*/ 336550 w 466725"/>
              <a:gd name="csY3" fmla="*/ 746125 h 746125"/>
              <a:gd name="csX4" fmla="*/ 3175 w 466725"/>
              <a:gd name="csY4" fmla="*/ 546100 h 746125"/>
              <a:gd name="csX5" fmla="*/ 0 w 466725"/>
              <a:gd name="csY5" fmla="*/ 69850 h 746125"/>
            </a:gdLst>
            <a:ahLst/>
            <a:cxnLst>
              <a:cxn ang="0">
                <a:pos x="csX0" y="csY0"/>
              </a:cxn>
              <a:cxn ang="0">
                <a:pos x="csX1" y="csY1"/>
              </a:cxn>
              <a:cxn ang="0">
                <a:pos x="csX2" y="csY2"/>
              </a:cxn>
              <a:cxn ang="0">
                <a:pos x="csX3" y="csY3"/>
              </a:cxn>
              <a:cxn ang="0">
                <a:pos x="csX4" y="csY4"/>
              </a:cxn>
              <a:cxn ang="0">
                <a:pos x="csX5" y="csY5"/>
              </a:cxn>
            </a:cxnLst>
            <a:rect l="l" t="t" r="r" b="b"/>
            <a:pathLst>
              <a:path w="466725" h="746125">
                <a:moveTo>
                  <a:pt x="107950" y="0"/>
                </a:moveTo>
                <a:lnTo>
                  <a:pt x="460375" y="193675"/>
                </a:lnTo>
                <a:cubicBezTo>
                  <a:pt x="462492" y="347133"/>
                  <a:pt x="464608" y="500592"/>
                  <a:pt x="466725" y="654050"/>
                </a:cubicBezTo>
                <a:lnTo>
                  <a:pt x="336550" y="746125"/>
                </a:lnTo>
                <a:lnTo>
                  <a:pt x="3175" y="546100"/>
                </a:lnTo>
                <a:cubicBezTo>
                  <a:pt x="2117" y="387350"/>
                  <a:pt x="1058" y="228600"/>
                  <a:pt x="0" y="69850"/>
                </a:cubicBezTo>
                <a:close/>
              </a:path>
            </a:pathLst>
          </a:custGeom>
        </p:spPr>
      </p:pic>
      <p:cxnSp>
        <p:nvCxnSpPr>
          <p:cNvPr id="94" name="直線コネクタ 93">
            <a:extLst>
              <a:ext uri="{FF2B5EF4-FFF2-40B4-BE49-F238E27FC236}">
                <a16:creationId xmlns:a16="http://schemas.microsoft.com/office/drawing/2014/main" id="{DD354F0C-1631-93FF-1170-340BEC7D3B9C}"/>
              </a:ext>
            </a:extLst>
          </p:cNvPr>
          <p:cNvCxnSpPr>
            <a:cxnSpLocks/>
          </p:cNvCxnSpPr>
          <p:nvPr/>
        </p:nvCxnSpPr>
        <p:spPr>
          <a:xfrm>
            <a:off x="6340352" y="4516912"/>
            <a:ext cx="828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6" name="直線コネクタ 95">
            <a:extLst>
              <a:ext uri="{FF2B5EF4-FFF2-40B4-BE49-F238E27FC236}">
                <a16:creationId xmlns:a16="http://schemas.microsoft.com/office/drawing/2014/main" id="{491E7A89-D95E-A91D-858E-C33A8F412545}"/>
              </a:ext>
            </a:extLst>
          </p:cNvPr>
          <p:cNvCxnSpPr>
            <a:cxnSpLocks/>
          </p:cNvCxnSpPr>
          <p:nvPr/>
        </p:nvCxnSpPr>
        <p:spPr>
          <a:xfrm>
            <a:off x="8575608" y="4886138"/>
            <a:ext cx="828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7" name="円柱 26">
            <a:extLst>
              <a:ext uri="{FF2B5EF4-FFF2-40B4-BE49-F238E27FC236}">
                <a16:creationId xmlns:a16="http://schemas.microsoft.com/office/drawing/2014/main" id="{9616EC20-5C7D-4CAF-DF56-BD0A6E7EA35D}"/>
              </a:ext>
            </a:extLst>
          </p:cNvPr>
          <p:cNvSpPr/>
          <p:nvPr/>
        </p:nvSpPr>
        <p:spPr>
          <a:xfrm>
            <a:off x="6196352" y="1854336"/>
            <a:ext cx="144000" cy="4644000"/>
          </a:xfrm>
          <a:prstGeom prst="can">
            <a:avLst/>
          </a:prstGeom>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21594000" scaled="0"/>
            <a:tileRect/>
          </a:gradFill>
          <a:ln w="31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105" name="図 104">
            <a:extLst>
              <a:ext uri="{FF2B5EF4-FFF2-40B4-BE49-F238E27FC236}">
                <a16:creationId xmlns:a16="http://schemas.microsoft.com/office/drawing/2014/main" id="{C660D9FF-7E4D-BFF7-A450-C8BE26B02E57}"/>
              </a:ext>
            </a:extLst>
          </p:cNvPr>
          <p:cNvPicPr>
            <a:picLocks noChangeAspect="1"/>
          </p:cNvPicPr>
          <p:nvPr/>
        </p:nvPicPr>
        <p:blipFill>
          <a:blip r:embed="rId2"/>
          <a:srcRect l="56495" t="56497" r="32738" b="31528"/>
          <a:stretch>
            <a:fillRect/>
          </a:stretch>
        </p:blipFill>
        <p:spPr>
          <a:xfrm>
            <a:off x="6816047" y="3834286"/>
            <a:ext cx="962011" cy="724777"/>
          </a:xfrm>
          <a:custGeom>
            <a:avLst/>
            <a:gdLst>
              <a:gd name="csX0" fmla="*/ 524934 w 1090084"/>
              <a:gd name="csY0" fmla="*/ 0 h 821267"/>
              <a:gd name="csX1" fmla="*/ 950384 w 1090084"/>
              <a:gd name="csY1" fmla="*/ 262467 h 821267"/>
              <a:gd name="csX2" fmla="*/ 941917 w 1090084"/>
              <a:gd name="csY2" fmla="*/ 480483 h 821267"/>
              <a:gd name="csX3" fmla="*/ 954617 w 1090084"/>
              <a:gd name="csY3" fmla="*/ 503767 h 821267"/>
              <a:gd name="csX4" fmla="*/ 980017 w 1090084"/>
              <a:gd name="csY4" fmla="*/ 501650 h 821267"/>
              <a:gd name="csX5" fmla="*/ 988484 w 1090084"/>
              <a:gd name="csY5" fmla="*/ 459317 h 821267"/>
              <a:gd name="csX6" fmla="*/ 1016000 w 1090084"/>
              <a:gd name="csY6" fmla="*/ 480483 h 821267"/>
              <a:gd name="csX7" fmla="*/ 1022350 w 1090084"/>
              <a:gd name="csY7" fmla="*/ 503767 h 821267"/>
              <a:gd name="csX8" fmla="*/ 1018117 w 1090084"/>
              <a:gd name="csY8" fmla="*/ 518583 h 821267"/>
              <a:gd name="csX9" fmla="*/ 1028700 w 1090084"/>
              <a:gd name="csY9" fmla="*/ 524933 h 821267"/>
              <a:gd name="csX10" fmla="*/ 1054100 w 1090084"/>
              <a:gd name="csY10" fmla="*/ 512233 h 821267"/>
              <a:gd name="csX11" fmla="*/ 1073150 w 1090084"/>
              <a:gd name="csY11" fmla="*/ 529167 h 821267"/>
              <a:gd name="csX12" fmla="*/ 1047750 w 1090084"/>
              <a:gd name="csY12" fmla="*/ 563033 h 821267"/>
              <a:gd name="csX13" fmla="*/ 1051984 w 1090084"/>
              <a:gd name="csY13" fmla="*/ 577850 h 821267"/>
              <a:gd name="csX14" fmla="*/ 1090084 w 1090084"/>
              <a:gd name="csY14" fmla="*/ 592667 h 821267"/>
              <a:gd name="csX15" fmla="*/ 1079500 w 1090084"/>
              <a:gd name="csY15" fmla="*/ 620183 h 821267"/>
              <a:gd name="csX16" fmla="*/ 1051984 w 1090084"/>
              <a:gd name="csY16" fmla="*/ 645583 h 821267"/>
              <a:gd name="csX17" fmla="*/ 1051984 w 1090084"/>
              <a:gd name="csY17" fmla="*/ 666750 h 821267"/>
              <a:gd name="csX18" fmla="*/ 1075267 w 1090084"/>
              <a:gd name="csY18" fmla="*/ 694267 h 821267"/>
              <a:gd name="csX19" fmla="*/ 1041400 w 1090084"/>
              <a:gd name="csY19" fmla="*/ 709083 h 821267"/>
              <a:gd name="csX20" fmla="*/ 1009650 w 1090084"/>
              <a:gd name="csY20" fmla="*/ 694267 h 821267"/>
              <a:gd name="csX21" fmla="*/ 990600 w 1090084"/>
              <a:gd name="csY21" fmla="*/ 711200 h 821267"/>
              <a:gd name="csX22" fmla="*/ 1001184 w 1090084"/>
              <a:gd name="csY22" fmla="*/ 738717 h 821267"/>
              <a:gd name="csX23" fmla="*/ 956734 w 1090084"/>
              <a:gd name="csY23" fmla="*/ 742950 h 821267"/>
              <a:gd name="csX24" fmla="*/ 937684 w 1090084"/>
              <a:gd name="csY24" fmla="*/ 721783 h 821267"/>
              <a:gd name="csX25" fmla="*/ 924984 w 1090084"/>
              <a:gd name="csY25" fmla="*/ 723900 h 821267"/>
              <a:gd name="csX26" fmla="*/ 918634 w 1090084"/>
              <a:gd name="csY26" fmla="*/ 740833 h 821267"/>
              <a:gd name="csX27" fmla="*/ 872067 w 1090084"/>
              <a:gd name="csY27" fmla="*/ 728133 h 821267"/>
              <a:gd name="csX28" fmla="*/ 880534 w 1090084"/>
              <a:gd name="csY28" fmla="*/ 704850 h 821267"/>
              <a:gd name="csX29" fmla="*/ 863600 w 1090084"/>
              <a:gd name="csY29" fmla="*/ 685800 h 821267"/>
              <a:gd name="csX30" fmla="*/ 836084 w 1090084"/>
              <a:gd name="csY30" fmla="*/ 675217 h 821267"/>
              <a:gd name="csX31" fmla="*/ 844550 w 1090084"/>
              <a:gd name="csY31" fmla="*/ 649817 h 821267"/>
              <a:gd name="csX32" fmla="*/ 831850 w 1090084"/>
              <a:gd name="csY32" fmla="*/ 594783 h 821267"/>
              <a:gd name="csX33" fmla="*/ 590550 w 1090084"/>
              <a:gd name="csY33" fmla="*/ 732367 h 821267"/>
              <a:gd name="csX34" fmla="*/ 586317 w 1090084"/>
              <a:gd name="csY34" fmla="*/ 821267 h 821267"/>
              <a:gd name="csX35" fmla="*/ 499534 w 1090084"/>
              <a:gd name="csY35" fmla="*/ 768350 h 821267"/>
              <a:gd name="csX36" fmla="*/ 429684 w 1090084"/>
              <a:gd name="csY36" fmla="*/ 778933 h 821267"/>
              <a:gd name="csX37" fmla="*/ 408517 w 1090084"/>
              <a:gd name="csY37" fmla="*/ 764117 h 821267"/>
              <a:gd name="csX38" fmla="*/ 402167 w 1090084"/>
              <a:gd name="csY38" fmla="*/ 709083 h 821267"/>
              <a:gd name="csX39" fmla="*/ 86784 w 1090084"/>
              <a:gd name="csY39" fmla="*/ 520700 h 821267"/>
              <a:gd name="csX40" fmla="*/ 50800 w 1090084"/>
              <a:gd name="csY40" fmla="*/ 546100 h 821267"/>
              <a:gd name="csX41" fmla="*/ 21167 w 1090084"/>
              <a:gd name="csY41" fmla="*/ 543983 h 821267"/>
              <a:gd name="csX42" fmla="*/ 12700 w 1090084"/>
              <a:gd name="csY42" fmla="*/ 520700 h 821267"/>
              <a:gd name="csX43" fmla="*/ 14817 w 1090084"/>
              <a:gd name="csY43" fmla="*/ 488950 h 821267"/>
              <a:gd name="csX44" fmla="*/ 0 w 1090084"/>
              <a:gd name="csY44" fmla="*/ 465667 h 821267"/>
              <a:gd name="csX45" fmla="*/ 4234 w 1090084"/>
              <a:gd name="csY45" fmla="*/ 207433 h 821267"/>
              <a:gd name="csX46" fmla="*/ 88900 w 1090084"/>
              <a:gd name="csY46" fmla="*/ 249767 h 82126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Lst>
            <a:rect l="l" t="t" r="r" b="b"/>
            <a:pathLst>
              <a:path w="1090084" h="821267">
                <a:moveTo>
                  <a:pt x="524934" y="0"/>
                </a:moveTo>
                <a:lnTo>
                  <a:pt x="950384" y="262467"/>
                </a:lnTo>
                <a:lnTo>
                  <a:pt x="941917" y="480483"/>
                </a:lnTo>
                <a:lnTo>
                  <a:pt x="954617" y="503767"/>
                </a:lnTo>
                <a:lnTo>
                  <a:pt x="980017" y="501650"/>
                </a:lnTo>
                <a:lnTo>
                  <a:pt x="988484" y="459317"/>
                </a:lnTo>
                <a:lnTo>
                  <a:pt x="1016000" y="480483"/>
                </a:lnTo>
                <a:lnTo>
                  <a:pt x="1022350" y="503767"/>
                </a:lnTo>
                <a:lnTo>
                  <a:pt x="1018117" y="518583"/>
                </a:lnTo>
                <a:lnTo>
                  <a:pt x="1028700" y="524933"/>
                </a:lnTo>
                <a:lnTo>
                  <a:pt x="1054100" y="512233"/>
                </a:lnTo>
                <a:lnTo>
                  <a:pt x="1073150" y="529167"/>
                </a:lnTo>
                <a:lnTo>
                  <a:pt x="1047750" y="563033"/>
                </a:lnTo>
                <a:lnTo>
                  <a:pt x="1051984" y="577850"/>
                </a:lnTo>
                <a:lnTo>
                  <a:pt x="1090084" y="592667"/>
                </a:lnTo>
                <a:lnTo>
                  <a:pt x="1079500" y="620183"/>
                </a:lnTo>
                <a:lnTo>
                  <a:pt x="1051984" y="645583"/>
                </a:lnTo>
                <a:lnTo>
                  <a:pt x="1051984" y="666750"/>
                </a:lnTo>
                <a:lnTo>
                  <a:pt x="1075267" y="694267"/>
                </a:lnTo>
                <a:lnTo>
                  <a:pt x="1041400" y="709083"/>
                </a:lnTo>
                <a:lnTo>
                  <a:pt x="1009650" y="694267"/>
                </a:lnTo>
                <a:lnTo>
                  <a:pt x="990600" y="711200"/>
                </a:lnTo>
                <a:lnTo>
                  <a:pt x="1001184" y="738717"/>
                </a:lnTo>
                <a:lnTo>
                  <a:pt x="956734" y="742950"/>
                </a:lnTo>
                <a:lnTo>
                  <a:pt x="937684" y="721783"/>
                </a:lnTo>
                <a:lnTo>
                  <a:pt x="924984" y="723900"/>
                </a:lnTo>
                <a:lnTo>
                  <a:pt x="918634" y="740833"/>
                </a:lnTo>
                <a:lnTo>
                  <a:pt x="872067" y="728133"/>
                </a:lnTo>
                <a:lnTo>
                  <a:pt x="880534" y="704850"/>
                </a:lnTo>
                <a:lnTo>
                  <a:pt x="863600" y="685800"/>
                </a:lnTo>
                <a:lnTo>
                  <a:pt x="836084" y="675217"/>
                </a:lnTo>
                <a:lnTo>
                  <a:pt x="844550" y="649817"/>
                </a:lnTo>
                <a:lnTo>
                  <a:pt x="831850" y="594783"/>
                </a:lnTo>
                <a:lnTo>
                  <a:pt x="590550" y="732367"/>
                </a:lnTo>
                <a:lnTo>
                  <a:pt x="586317" y="821267"/>
                </a:lnTo>
                <a:lnTo>
                  <a:pt x="499534" y="768350"/>
                </a:lnTo>
                <a:lnTo>
                  <a:pt x="429684" y="778933"/>
                </a:lnTo>
                <a:lnTo>
                  <a:pt x="408517" y="764117"/>
                </a:lnTo>
                <a:lnTo>
                  <a:pt x="402167" y="709083"/>
                </a:lnTo>
                <a:lnTo>
                  <a:pt x="86784" y="520700"/>
                </a:lnTo>
                <a:lnTo>
                  <a:pt x="50800" y="546100"/>
                </a:lnTo>
                <a:lnTo>
                  <a:pt x="21167" y="543983"/>
                </a:lnTo>
                <a:lnTo>
                  <a:pt x="12700" y="520700"/>
                </a:lnTo>
                <a:lnTo>
                  <a:pt x="14817" y="488950"/>
                </a:lnTo>
                <a:lnTo>
                  <a:pt x="0" y="465667"/>
                </a:lnTo>
                <a:cubicBezTo>
                  <a:pt x="1411" y="379589"/>
                  <a:pt x="2823" y="293511"/>
                  <a:pt x="4234" y="207433"/>
                </a:cubicBezTo>
                <a:lnTo>
                  <a:pt x="88900" y="249767"/>
                </a:lnTo>
                <a:close/>
              </a:path>
            </a:pathLst>
          </a:custGeom>
        </p:spPr>
      </p:pic>
      <p:pic>
        <p:nvPicPr>
          <p:cNvPr id="24" name="図 23">
            <a:extLst>
              <a:ext uri="{FF2B5EF4-FFF2-40B4-BE49-F238E27FC236}">
                <a16:creationId xmlns:a16="http://schemas.microsoft.com/office/drawing/2014/main" id="{FACF4124-BA0E-E55C-7A06-ED148889D392}"/>
              </a:ext>
            </a:extLst>
          </p:cNvPr>
          <p:cNvPicPr>
            <a:picLocks noChangeAspect="1"/>
          </p:cNvPicPr>
          <p:nvPr/>
        </p:nvPicPr>
        <p:blipFill>
          <a:blip r:embed="rId2"/>
          <a:srcRect l="56495" t="56497" r="32738" b="31528"/>
          <a:stretch>
            <a:fillRect/>
          </a:stretch>
        </p:blipFill>
        <p:spPr>
          <a:xfrm>
            <a:off x="6843270" y="4152727"/>
            <a:ext cx="962011" cy="724777"/>
          </a:xfrm>
          <a:custGeom>
            <a:avLst/>
            <a:gdLst>
              <a:gd name="csX0" fmla="*/ 524934 w 1090084"/>
              <a:gd name="csY0" fmla="*/ 0 h 821267"/>
              <a:gd name="csX1" fmla="*/ 950384 w 1090084"/>
              <a:gd name="csY1" fmla="*/ 262467 h 821267"/>
              <a:gd name="csX2" fmla="*/ 941917 w 1090084"/>
              <a:gd name="csY2" fmla="*/ 480483 h 821267"/>
              <a:gd name="csX3" fmla="*/ 954617 w 1090084"/>
              <a:gd name="csY3" fmla="*/ 503767 h 821267"/>
              <a:gd name="csX4" fmla="*/ 980017 w 1090084"/>
              <a:gd name="csY4" fmla="*/ 501650 h 821267"/>
              <a:gd name="csX5" fmla="*/ 988484 w 1090084"/>
              <a:gd name="csY5" fmla="*/ 459317 h 821267"/>
              <a:gd name="csX6" fmla="*/ 1016000 w 1090084"/>
              <a:gd name="csY6" fmla="*/ 480483 h 821267"/>
              <a:gd name="csX7" fmla="*/ 1022350 w 1090084"/>
              <a:gd name="csY7" fmla="*/ 503767 h 821267"/>
              <a:gd name="csX8" fmla="*/ 1018117 w 1090084"/>
              <a:gd name="csY8" fmla="*/ 518583 h 821267"/>
              <a:gd name="csX9" fmla="*/ 1028700 w 1090084"/>
              <a:gd name="csY9" fmla="*/ 524933 h 821267"/>
              <a:gd name="csX10" fmla="*/ 1054100 w 1090084"/>
              <a:gd name="csY10" fmla="*/ 512233 h 821267"/>
              <a:gd name="csX11" fmla="*/ 1073150 w 1090084"/>
              <a:gd name="csY11" fmla="*/ 529167 h 821267"/>
              <a:gd name="csX12" fmla="*/ 1047750 w 1090084"/>
              <a:gd name="csY12" fmla="*/ 563033 h 821267"/>
              <a:gd name="csX13" fmla="*/ 1051984 w 1090084"/>
              <a:gd name="csY13" fmla="*/ 577850 h 821267"/>
              <a:gd name="csX14" fmla="*/ 1090084 w 1090084"/>
              <a:gd name="csY14" fmla="*/ 592667 h 821267"/>
              <a:gd name="csX15" fmla="*/ 1079500 w 1090084"/>
              <a:gd name="csY15" fmla="*/ 620183 h 821267"/>
              <a:gd name="csX16" fmla="*/ 1051984 w 1090084"/>
              <a:gd name="csY16" fmla="*/ 645583 h 821267"/>
              <a:gd name="csX17" fmla="*/ 1051984 w 1090084"/>
              <a:gd name="csY17" fmla="*/ 666750 h 821267"/>
              <a:gd name="csX18" fmla="*/ 1075267 w 1090084"/>
              <a:gd name="csY18" fmla="*/ 694267 h 821267"/>
              <a:gd name="csX19" fmla="*/ 1041400 w 1090084"/>
              <a:gd name="csY19" fmla="*/ 709083 h 821267"/>
              <a:gd name="csX20" fmla="*/ 1009650 w 1090084"/>
              <a:gd name="csY20" fmla="*/ 694267 h 821267"/>
              <a:gd name="csX21" fmla="*/ 990600 w 1090084"/>
              <a:gd name="csY21" fmla="*/ 711200 h 821267"/>
              <a:gd name="csX22" fmla="*/ 1001184 w 1090084"/>
              <a:gd name="csY22" fmla="*/ 738717 h 821267"/>
              <a:gd name="csX23" fmla="*/ 956734 w 1090084"/>
              <a:gd name="csY23" fmla="*/ 742950 h 821267"/>
              <a:gd name="csX24" fmla="*/ 937684 w 1090084"/>
              <a:gd name="csY24" fmla="*/ 721783 h 821267"/>
              <a:gd name="csX25" fmla="*/ 924984 w 1090084"/>
              <a:gd name="csY25" fmla="*/ 723900 h 821267"/>
              <a:gd name="csX26" fmla="*/ 918634 w 1090084"/>
              <a:gd name="csY26" fmla="*/ 740833 h 821267"/>
              <a:gd name="csX27" fmla="*/ 872067 w 1090084"/>
              <a:gd name="csY27" fmla="*/ 728133 h 821267"/>
              <a:gd name="csX28" fmla="*/ 880534 w 1090084"/>
              <a:gd name="csY28" fmla="*/ 704850 h 821267"/>
              <a:gd name="csX29" fmla="*/ 863600 w 1090084"/>
              <a:gd name="csY29" fmla="*/ 685800 h 821267"/>
              <a:gd name="csX30" fmla="*/ 836084 w 1090084"/>
              <a:gd name="csY30" fmla="*/ 675217 h 821267"/>
              <a:gd name="csX31" fmla="*/ 844550 w 1090084"/>
              <a:gd name="csY31" fmla="*/ 649817 h 821267"/>
              <a:gd name="csX32" fmla="*/ 831850 w 1090084"/>
              <a:gd name="csY32" fmla="*/ 594783 h 821267"/>
              <a:gd name="csX33" fmla="*/ 590550 w 1090084"/>
              <a:gd name="csY33" fmla="*/ 732367 h 821267"/>
              <a:gd name="csX34" fmla="*/ 586317 w 1090084"/>
              <a:gd name="csY34" fmla="*/ 821267 h 821267"/>
              <a:gd name="csX35" fmla="*/ 499534 w 1090084"/>
              <a:gd name="csY35" fmla="*/ 768350 h 821267"/>
              <a:gd name="csX36" fmla="*/ 429684 w 1090084"/>
              <a:gd name="csY36" fmla="*/ 778933 h 821267"/>
              <a:gd name="csX37" fmla="*/ 408517 w 1090084"/>
              <a:gd name="csY37" fmla="*/ 764117 h 821267"/>
              <a:gd name="csX38" fmla="*/ 402167 w 1090084"/>
              <a:gd name="csY38" fmla="*/ 709083 h 821267"/>
              <a:gd name="csX39" fmla="*/ 86784 w 1090084"/>
              <a:gd name="csY39" fmla="*/ 520700 h 821267"/>
              <a:gd name="csX40" fmla="*/ 50800 w 1090084"/>
              <a:gd name="csY40" fmla="*/ 546100 h 821267"/>
              <a:gd name="csX41" fmla="*/ 21167 w 1090084"/>
              <a:gd name="csY41" fmla="*/ 543983 h 821267"/>
              <a:gd name="csX42" fmla="*/ 12700 w 1090084"/>
              <a:gd name="csY42" fmla="*/ 520700 h 821267"/>
              <a:gd name="csX43" fmla="*/ 14817 w 1090084"/>
              <a:gd name="csY43" fmla="*/ 488950 h 821267"/>
              <a:gd name="csX44" fmla="*/ 0 w 1090084"/>
              <a:gd name="csY44" fmla="*/ 465667 h 821267"/>
              <a:gd name="csX45" fmla="*/ 4234 w 1090084"/>
              <a:gd name="csY45" fmla="*/ 207433 h 821267"/>
              <a:gd name="csX46" fmla="*/ 88900 w 1090084"/>
              <a:gd name="csY46" fmla="*/ 249767 h 82126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Lst>
            <a:rect l="l" t="t" r="r" b="b"/>
            <a:pathLst>
              <a:path w="1090084" h="821267">
                <a:moveTo>
                  <a:pt x="524934" y="0"/>
                </a:moveTo>
                <a:lnTo>
                  <a:pt x="950384" y="262467"/>
                </a:lnTo>
                <a:lnTo>
                  <a:pt x="941917" y="480483"/>
                </a:lnTo>
                <a:lnTo>
                  <a:pt x="954617" y="503767"/>
                </a:lnTo>
                <a:lnTo>
                  <a:pt x="980017" y="501650"/>
                </a:lnTo>
                <a:lnTo>
                  <a:pt x="988484" y="459317"/>
                </a:lnTo>
                <a:lnTo>
                  <a:pt x="1016000" y="480483"/>
                </a:lnTo>
                <a:lnTo>
                  <a:pt x="1022350" y="503767"/>
                </a:lnTo>
                <a:lnTo>
                  <a:pt x="1018117" y="518583"/>
                </a:lnTo>
                <a:lnTo>
                  <a:pt x="1028700" y="524933"/>
                </a:lnTo>
                <a:lnTo>
                  <a:pt x="1054100" y="512233"/>
                </a:lnTo>
                <a:lnTo>
                  <a:pt x="1073150" y="529167"/>
                </a:lnTo>
                <a:lnTo>
                  <a:pt x="1047750" y="563033"/>
                </a:lnTo>
                <a:lnTo>
                  <a:pt x="1051984" y="577850"/>
                </a:lnTo>
                <a:lnTo>
                  <a:pt x="1090084" y="592667"/>
                </a:lnTo>
                <a:lnTo>
                  <a:pt x="1079500" y="620183"/>
                </a:lnTo>
                <a:lnTo>
                  <a:pt x="1051984" y="645583"/>
                </a:lnTo>
                <a:lnTo>
                  <a:pt x="1051984" y="666750"/>
                </a:lnTo>
                <a:lnTo>
                  <a:pt x="1075267" y="694267"/>
                </a:lnTo>
                <a:lnTo>
                  <a:pt x="1041400" y="709083"/>
                </a:lnTo>
                <a:lnTo>
                  <a:pt x="1009650" y="694267"/>
                </a:lnTo>
                <a:lnTo>
                  <a:pt x="990600" y="711200"/>
                </a:lnTo>
                <a:lnTo>
                  <a:pt x="1001184" y="738717"/>
                </a:lnTo>
                <a:lnTo>
                  <a:pt x="956734" y="742950"/>
                </a:lnTo>
                <a:lnTo>
                  <a:pt x="937684" y="721783"/>
                </a:lnTo>
                <a:lnTo>
                  <a:pt x="924984" y="723900"/>
                </a:lnTo>
                <a:lnTo>
                  <a:pt x="918634" y="740833"/>
                </a:lnTo>
                <a:lnTo>
                  <a:pt x="872067" y="728133"/>
                </a:lnTo>
                <a:lnTo>
                  <a:pt x="880534" y="704850"/>
                </a:lnTo>
                <a:lnTo>
                  <a:pt x="863600" y="685800"/>
                </a:lnTo>
                <a:lnTo>
                  <a:pt x="836084" y="675217"/>
                </a:lnTo>
                <a:lnTo>
                  <a:pt x="844550" y="649817"/>
                </a:lnTo>
                <a:lnTo>
                  <a:pt x="831850" y="594783"/>
                </a:lnTo>
                <a:lnTo>
                  <a:pt x="590550" y="732367"/>
                </a:lnTo>
                <a:lnTo>
                  <a:pt x="586317" y="821267"/>
                </a:lnTo>
                <a:lnTo>
                  <a:pt x="499534" y="768350"/>
                </a:lnTo>
                <a:lnTo>
                  <a:pt x="429684" y="778933"/>
                </a:lnTo>
                <a:lnTo>
                  <a:pt x="408517" y="764117"/>
                </a:lnTo>
                <a:lnTo>
                  <a:pt x="402167" y="709083"/>
                </a:lnTo>
                <a:lnTo>
                  <a:pt x="86784" y="520700"/>
                </a:lnTo>
                <a:lnTo>
                  <a:pt x="50800" y="546100"/>
                </a:lnTo>
                <a:lnTo>
                  <a:pt x="21167" y="543983"/>
                </a:lnTo>
                <a:lnTo>
                  <a:pt x="12700" y="520700"/>
                </a:lnTo>
                <a:lnTo>
                  <a:pt x="14817" y="488950"/>
                </a:lnTo>
                <a:lnTo>
                  <a:pt x="0" y="465667"/>
                </a:lnTo>
                <a:cubicBezTo>
                  <a:pt x="1411" y="379589"/>
                  <a:pt x="2823" y="293511"/>
                  <a:pt x="4234" y="207433"/>
                </a:cubicBezTo>
                <a:lnTo>
                  <a:pt x="88900" y="249767"/>
                </a:lnTo>
                <a:close/>
              </a:path>
            </a:pathLst>
          </a:custGeom>
        </p:spPr>
      </p:pic>
      <p:cxnSp>
        <p:nvCxnSpPr>
          <p:cNvPr id="107" name="コネクタ: カギ線 106">
            <a:extLst>
              <a:ext uri="{FF2B5EF4-FFF2-40B4-BE49-F238E27FC236}">
                <a16:creationId xmlns:a16="http://schemas.microsoft.com/office/drawing/2014/main" id="{80DB2336-3DFB-D210-C4D5-16D9827CA529}"/>
              </a:ext>
            </a:extLst>
          </p:cNvPr>
          <p:cNvCxnSpPr>
            <a:cxnSpLocks/>
            <a:stCxn id="1030" idx="3"/>
            <a:endCxn id="26" idx="2"/>
          </p:cNvCxnSpPr>
          <p:nvPr/>
        </p:nvCxnSpPr>
        <p:spPr>
          <a:xfrm>
            <a:off x="2590791" y="2740451"/>
            <a:ext cx="382733" cy="1435885"/>
          </a:xfrm>
          <a:prstGeom prst="bentConnector3">
            <a:avLst>
              <a:gd name="adj1" fmla="val 23454"/>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1030" name="Picture 6">
            <a:extLst>
              <a:ext uri="{FF2B5EF4-FFF2-40B4-BE49-F238E27FC236}">
                <a16:creationId xmlns:a16="http://schemas.microsoft.com/office/drawing/2014/main" id="{E8568189-A742-6502-BD7C-69F8DA80DE52}"/>
              </a:ext>
            </a:extLst>
          </p:cNvPr>
          <p:cNvPicPr>
            <a:picLocks noChangeAspect="1" noChangeArrowheads="1"/>
          </p:cNvPicPr>
          <p:nvPr/>
        </p:nvPicPr>
        <p:blipFill>
          <a:blip r:embed="rId4">
            <a:clrChange>
              <a:clrFrom>
                <a:srgbClr val="FFFFFF"/>
              </a:clrFrom>
              <a:clrTo>
                <a:srgbClr val="FFFFFF">
                  <a:alpha val="0"/>
                </a:srgbClr>
              </a:clrTo>
            </a:clrChange>
            <a:duotone>
              <a:prstClr val="black"/>
              <a:schemeClr val="tx2">
                <a:tint val="45000"/>
                <a:satMod val="400000"/>
              </a:schemeClr>
            </a:duotone>
            <a:alphaModFix amt="85000"/>
            <a:extLst>
              <a:ext uri="{BEBA8EAE-BF5A-486C-A8C5-ECC9F3942E4B}">
                <a14:imgProps xmlns:a14="http://schemas.microsoft.com/office/drawing/2010/main">
                  <a14:imgLayer r:embed="rId5">
                    <a14:imgEffect>
                      <a14:sharpenSoften amount="50000"/>
                    </a14:imgEffect>
                  </a14:imgLayer>
                </a14:imgProps>
              </a:ext>
              <a:ext uri="{28A0092B-C50C-407E-A947-70E740481C1C}">
                <a14:useLocalDpi xmlns:a14="http://schemas.microsoft.com/office/drawing/2010/main" val="0"/>
              </a:ext>
            </a:extLst>
          </a:blip>
          <a:srcRect/>
          <a:stretch>
            <a:fillRect/>
          </a:stretch>
        </p:blipFill>
        <p:spPr bwMode="auto">
          <a:xfrm>
            <a:off x="1462927" y="2317502"/>
            <a:ext cx="1127864" cy="845898"/>
          </a:xfrm>
          <a:prstGeom prst="rect">
            <a:avLst/>
          </a:prstGeom>
          <a:noFill/>
          <a:extLst>
            <a:ext uri="{909E8E84-426E-40DD-AFC4-6F175D3DCCD1}">
              <a14:hiddenFill xmlns:a14="http://schemas.microsoft.com/office/drawing/2010/main">
                <a:solidFill>
                  <a:srgbClr val="FFFFFF"/>
                </a:solidFill>
              </a14:hiddenFill>
            </a:ext>
          </a:extLst>
        </p:spPr>
      </p:pic>
      <p:sp>
        <p:nvSpPr>
          <p:cNvPr id="9" name="テキスト ボックス 8">
            <a:extLst>
              <a:ext uri="{FF2B5EF4-FFF2-40B4-BE49-F238E27FC236}">
                <a16:creationId xmlns:a16="http://schemas.microsoft.com/office/drawing/2014/main" id="{5B021427-8BFA-06AF-795F-6D6BC627E07F}"/>
              </a:ext>
            </a:extLst>
          </p:cNvPr>
          <p:cNvSpPr txBox="1"/>
          <p:nvPr/>
        </p:nvSpPr>
        <p:spPr>
          <a:xfrm>
            <a:off x="3027953" y="910246"/>
            <a:ext cx="3241012" cy="769441"/>
          </a:xfrm>
          <a:prstGeom prst="rect">
            <a:avLst/>
          </a:prstGeom>
          <a:noFill/>
        </p:spPr>
        <p:txBody>
          <a:bodyPr wrap="square">
            <a:spAutoFit/>
          </a:bodyPr>
          <a:lstStyle/>
          <a:p>
            <a:r>
              <a:rPr lang="ja-JP" altLang="en-US" sz="1600" b="1">
                <a:solidFill>
                  <a:schemeClr val="tx2">
                    <a:lumMod val="50000"/>
                  </a:schemeClr>
                </a:solidFill>
                <a:latin typeface="+mn-ea"/>
              </a:rPr>
              <a:t>子局（中モデルと小モデル管理）</a:t>
            </a:r>
            <a:endParaRPr lang="en-US" altLang="ja-JP" sz="1600" b="1">
              <a:solidFill>
                <a:schemeClr val="tx2">
                  <a:lumMod val="50000"/>
                </a:schemeClr>
              </a:solidFill>
              <a:latin typeface="+mn-ea"/>
            </a:endParaRPr>
          </a:p>
          <a:p>
            <a:r>
              <a:rPr lang="ja-JP" altLang="en-US" sz="1600" b="1">
                <a:solidFill>
                  <a:srgbClr val="2A83FE"/>
                </a:solidFill>
                <a:latin typeface="+mn-ea"/>
              </a:rPr>
              <a:t>多発電所比較分析と</a:t>
            </a:r>
            <a:r>
              <a:rPr lang="en-US" altLang="ja-JP" sz="1600" b="1">
                <a:solidFill>
                  <a:srgbClr val="2A83FE"/>
                </a:solidFill>
                <a:latin typeface="+mn-ea"/>
              </a:rPr>
              <a:t>AI</a:t>
            </a:r>
            <a:r>
              <a:rPr lang="ja-JP" altLang="en-US" sz="1600" b="1">
                <a:solidFill>
                  <a:srgbClr val="2A83FE"/>
                </a:solidFill>
                <a:latin typeface="+mn-ea"/>
              </a:rPr>
              <a:t>モデル管理</a:t>
            </a:r>
            <a:endParaRPr lang="en-US" altLang="ja-JP" sz="1600" b="1">
              <a:solidFill>
                <a:srgbClr val="2A83FE"/>
              </a:solidFill>
              <a:latin typeface="+mn-ea"/>
            </a:endParaRPr>
          </a:p>
          <a:p>
            <a:r>
              <a:rPr lang="ja-JP" altLang="en-US" sz="1200" b="1">
                <a:solidFill>
                  <a:srgbClr val="2A83FE"/>
                </a:solidFill>
                <a:latin typeface="+mn-ea"/>
              </a:rPr>
              <a:t>例：短期発電所発電効率トレンド予測</a:t>
            </a:r>
            <a:endParaRPr lang="ja-JP" altLang="en-US" sz="1600">
              <a:latin typeface="+mn-ea"/>
            </a:endParaRPr>
          </a:p>
        </p:txBody>
      </p:sp>
      <p:sp>
        <p:nvSpPr>
          <p:cNvPr id="25" name="テキスト ボックス 24">
            <a:extLst>
              <a:ext uri="{FF2B5EF4-FFF2-40B4-BE49-F238E27FC236}">
                <a16:creationId xmlns:a16="http://schemas.microsoft.com/office/drawing/2014/main" id="{EAED1171-4E87-7CF0-70D4-62FEF4766F2B}"/>
              </a:ext>
            </a:extLst>
          </p:cNvPr>
          <p:cNvSpPr txBox="1"/>
          <p:nvPr/>
        </p:nvSpPr>
        <p:spPr>
          <a:xfrm>
            <a:off x="345180" y="872623"/>
            <a:ext cx="2604088" cy="769441"/>
          </a:xfrm>
          <a:prstGeom prst="rect">
            <a:avLst/>
          </a:prstGeom>
          <a:noFill/>
        </p:spPr>
        <p:txBody>
          <a:bodyPr wrap="square">
            <a:spAutoFit/>
          </a:bodyPr>
          <a:lstStyle/>
          <a:p>
            <a:r>
              <a:rPr lang="ja-JP" altLang="en-US" sz="1600" b="1">
                <a:solidFill>
                  <a:schemeClr val="tx2">
                    <a:lumMod val="50000"/>
                  </a:schemeClr>
                </a:solidFill>
                <a:latin typeface="+mn-ea"/>
              </a:rPr>
              <a:t>発電所（小モデル）</a:t>
            </a:r>
            <a:endParaRPr lang="en-US" altLang="ja-JP" sz="1600" b="1">
              <a:solidFill>
                <a:schemeClr val="tx2">
                  <a:lumMod val="50000"/>
                </a:schemeClr>
              </a:solidFill>
              <a:latin typeface="+mn-ea"/>
            </a:endParaRPr>
          </a:p>
          <a:p>
            <a:r>
              <a:rPr lang="en-US" altLang="ja-JP" sz="1600" b="1">
                <a:solidFill>
                  <a:srgbClr val="2A83FE"/>
                </a:solidFill>
                <a:latin typeface="+mn-ea"/>
              </a:rPr>
              <a:t>Edge</a:t>
            </a:r>
            <a:r>
              <a:rPr lang="ja-JP" altLang="en-US" sz="1600" b="1">
                <a:solidFill>
                  <a:srgbClr val="2A83FE"/>
                </a:solidFill>
                <a:latin typeface="+mn-ea"/>
              </a:rPr>
              <a:t>リアルタイム</a:t>
            </a:r>
            <a:r>
              <a:rPr lang="en-US" altLang="ja-JP" sz="1600" b="1">
                <a:solidFill>
                  <a:srgbClr val="2A83FE"/>
                </a:solidFill>
                <a:latin typeface="+mn-ea"/>
              </a:rPr>
              <a:t>AI</a:t>
            </a:r>
          </a:p>
          <a:p>
            <a:r>
              <a:rPr lang="ja-JP" altLang="en-US" sz="1200" b="1">
                <a:solidFill>
                  <a:srgbClr val="2A83FE"/>
                </a:solidFill>
                <a:latin typeface="+mn-ea"/>
              </a:rPr>
              <a:t>例：軸受振動異常分析と予兆</a:t>
            </a:r>
            <a:endParaRPr lang="ja-JP" altLang="en-US" sz="1200">
              <a:latin typeface="+mn-ea"/>
            </a:endParaRPr>
          </a:p>
        </p:txBody>
      </p:sp>
      <p:pic>
        <p:nvPicPr>
          <p:cNvPr id="46" name="図 45">
            <a:extLst>
              <a:ext uri="{FF2B5EF4-FFF2-40B4-BE49-F238E27FC236}">
                <a16:creationId xmlns:a16="http://schemas.microsoft.com/office/drawing/2014/main" id="{99170330-3FCE-E647-EF8B-3C6D22CCF0AE}"/>
              </a:ext>
            </a:extLst>
          </p:cNvPr>
          <p:cNvPicPr>
            <a:picLocks noChangeAspect="1"/>
          </p:cNvPicPr>
          <p:nvPr/>
        </p:nvPicPr>
        <p:blipFill>
          <a:blip r:embed="rId2"/>
          <a:srcRect l="56495" t="56497" r="32738" b="31528"/>
          <a:stretch>
            <a:fillRect/>
          </a:stretch>
        </p:blipFill>
        <p:spPr>
          <a:xfrm>
            <a:off x="9321220" y="4599910"/>
            <a:ext cx="840452" cy="633195"/>
          </a:xfrm>
          <a:custGeom>
            <a:avLst/>
            <a:gdLst>
              <a:gd name="csX0" fmla="*/ 524934 w 1090084"/>
              <a:gd name="csY0" fmla="*/ 0 h 821267"/>
              <a:gd name="csX1" fmla="*/ 950384 w 1090084"/>
              <a:gd name="csY1" fmla="*/ 262467 h 821267"/>
              <a:gd name="csX2" fmla="*/ 941917 w 1090084"/>
              <a:gd name="csY2" fmla="*/ 480483 h 821267"/>
              <a:gd name="csX3" fmla="*/ 954617 w 1090084"/>
              <a:gd name="csY3" fmla="*/ 503767 h 821267"/>
              <a:gd name="csX4" fmla="*/ 980017 w 1090084"/>
              <a:gd name="csY4" fmla="*/ 501650 h 821267"/>
              <a:gd name="csX5" fmla="*/ 988484 w 1090084"/>
              <a:gd name="csY5" fmla="*/ 459317 h 821267"/>
              <a:gd name="csX6" fmla="*/ 1016000 w 1090084"/>
              <a:gd name="csY6" fmla="*/ 480483 h 821267"/>
              <a:gd name="csX7" fmla="*/ 1022350 w 1090084"/>
              <a:gd name="csY7" fmla="*/ 503767 h 821267"/>
              <a:gd name="csX8" fmla="*/ 1018117 w 1090084"/>
              <a:gd name="csY8" fmla="*/ 518583 h 821267"/>
              <a:gd name="csX9" fmla="*/ 1028700 w 1090084"/>
              <a:gd name="csY9" fmla="*/ 524933 h 821267"/>
              <a:gd name="csX10" fmla="*/ 1054100 w 1090084"/>
              <a:gd name="csY10" fmla="*/ 512233 h 821267"/>
              <a:gd name="csX11" fmla="*/ 1073150 w 1090084"/>
              <a:gd name="csY11" fmla="*/ 529167 h 821267"/>
              <a:gd name="csX12" fmla="*/ 1047750 w 1090084"/>
              <a:gd name="csY12" fmla="*/ 563033 h 821267"/>
              <a:gd name="csX13" fmla="*/ 1051984 w 1090084"/>
              <a:gd name="csY13" fmla="*/ 577850 h 821267"/>
              <a:gd name="csX14" fmla="*/ 1090084 w 1090084"/>
              <a:gd name="csY14" fmla="*/ 592667 h 821267"/>
              <a:gd name="csX15" fmla="*/ 1079500 w 1090084"/>
              <a:gd name="csY15" fmla="*/ 620183 h 821267"/>
              <a:gd name="csX16" fmla="*/ 1051984 w 1090084"/>
              <a:gd name="csY16" fmla="*/ 645583 h 821267"/>
              <a:gd name="csX17" fmla="*/ 1051984 w 1090084"/>
              <a:gd name="csY17" fmla="*/ 666750 h 821267"/>
              <a:gd name="csX18" fmla="*/ 1075267 w 1090084"/>
              <a:gd name="csY18" fmla="*/ 694267 h 821267"/>
              <a:gd name="csX19" fmla="*/ 1041400 w 1090084"/>
              <a:gd name="csY19" fmla="*/ 709083 h 821267"/>
              <a:gd name="csX20" fmla="*/ 1009650 w 1090084"/>
              <a:gd name="csY20" fmla="*/ 694267 h 821267"/>
              <a:gd name="csX21" fmla="*/ 990600 w 1090084"/>
              <a:gd name="csY21" fmla="*/ 711200 h 821267"/>
              <a:gd name="csX22" fmla="*/ 1001184 w 1090084"/>
              <a:gd name="csY22" fmla="*/ 738717 h 821267"/>
              <a:gd name="csX23" fmla="*/ 956734 w 1090084"/>
              <a:gd name="csY23" fmla="*/ 742950 h 821267"/>
              <a:gd name="csX24" fmla="*/ 937684 w 1090084"/>
              <a:gd name="csY24" fmla="*/ 721783 h 821267"/>
              <a:gd name="csX25" fmla="*/ 924984 w 1090084"/>
              <a:gd name="csY25" fmla="*/ 723900 h 821267"/>
              <a:gd name="csX26" fmla="*/ 918634 w 1090084"/>
              <a:gd name="csY26" fmla="*/ 740833 h 821267"/>
              <a:gd name="csX27" fmla="*/ 872067 w 1090084"/>
              <a:gd name="csY27" fmla="*/ 728133 h 821267"/>
              <a:gd name="csX28" fmla="*/ 880534 w 1090084"/>
              <a:gd name="csY28" fmla="*/ 704850 h 821267"/>
              <a:gd name="csX29" fmla="*/ 863600 w 1090084"/>
              <a:gd name="csY29" fmla="*/ 685800 h 821267"/>
              <a:gd name="csX30" fmla="*/ 836084 w 1090084"/>
              <a:gd name="csY30" fmla="*/ 675217 h 821267"/>
              <a:gd name="csX31" fmla="*/ 844550 w 1090084"/>
              <a:gd name="csY31" fmla="*/ 649817 h 821267"/>
              <a:gd name="csX32" fmla="*/ 831850 w 1090084"/>
              <a:gd name="csY32" fmla="*/ 594783 h 821267"/>
              <a:gd name="csX33" fmla="*/ 590550 w 1090084"/>
              <a:gd name="csY33" fmla="*/ 732367 h 821267"/>
              <a:gd name="csX34" fmla="*/ 586317 w 1090084"/>
              <a:gd name="csY34" fmla="*/ 821267 h 821267"/>
              <a:gd name="csX35" fmla="*/ 499534 w 1090084"/>
              <a:gd name="csY35" fmla="*/ 768350 h 821267"/>
              <a:gd name="csX36" fmla="*/ 429684 w 1090084"/>
              <a:gd name="csY36" fmla="*/ 778933 h 821267"/>
              <a:gd name="csX37" fmla="*/ 408517 w 1090084"/>
              <a:gd name="csY37" fmla="*/ 764117 h 821267"/>
              <a:gd name="csX38" fmla="*/ 402167 w 1090084"/>
              <a:gd name="csY38" fmla="*/ 709083 h 821267"/>
              <a:gd name="csX39" fmla="*/ 86784 w 1090084"/>
              <a:gd name="csY39" fmla="*/ 520700 h 821267"/>
              <a:gd name="csX40" fmla="*/ 50800 w 1090084"/>
              <a:gd name="csY40" fmla="*/ 546100 h 821267"/>
              <a:gd name="csX41" fmla="*/ 21167 w 1090084"/>
              <a:gd name="csY41" fmla="*/ 543983 h 821267"/>
              <a:gd name="csX42" fmla="*/ 12700 w 1090084"/>
              <a:gd name="csY42" fmla="*/ 520700 h 821267"/>
              <a:gd name="csX43" fmla="*/ 14817 w 1090084"/>
              <a:gd name="csY43" fmla="*/ 488950 h 821267"/>
              <a:gd name="csX44" fmla="*/ 0 w 1090084"/>
              <a:gd name="csY44" fmla="*/ 465667 h 821267"/>
              <a:gd name="csX45" fmla="*/ 4234 w 1090084"/>
              <a:gd name="csY45" fmla="*/ 207433 h 821267"/>
              <a:gd name="csX46" fmla="*/ 88900 w 1090084"/>
              <a:gd name="csY46" fmla="*/ 249767 h 82126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Lst>
            <a:rect l="l" t="t" r="r" b="b"/>
            <a:pathLst>
              <a:path w="1090084" h="821267">
                <a:moveTo>
                  <a:pt x="524934" y="0"/>
                </a:moveTo>
                <a:lnTo>
                  <a:pt x="950384" y="262467"/>
                </a:lnTo>
                <a:lnTo>
                  <a:pt x="941917" y="480483"/>
                </a:lnTo>
                <a:lnTo>
                  <a:pt x="954617" y="503767"/>
                </a:lnTo>
                <a:lnTo>
                  <a:pt x="980017" y="501650"/>
                </a:lnTo>
                <a:lnTo>
                  <a:pt x="988484" y="459317"/>
                </a:lnTo>
                <a:lnTo>
                  <a:pt x="1016000" y="480483"/>
                </a:lnTo>
                <a:lnTo>
                  <a:pt x="1022350" y="503767"/>
                </a:lnTo>
                <a:lnTo>
                  <a:pt x="1018117" y="518583"/>
                </a:lnTo>
                <a:lnTo>
                  <a:pt x="1028700" y="524933"/>
                </a:lnTo>
                <a:lnTo>
                  <a:pt x="1054100" y="512233"/>
                </a:lnTo>
                <a:lnTo>
                  <a:pt x="1073150" y="529167"/>
                </a:lnTo>
                <a:lnTo>
                  <a:pt x="1047750" y="563033"/>
                </a:lnTo>
                <a:lnTo>
                  <a:pt x="1051984" y="577850"/>
                </a:lnTo>
                <a:lnTo>
                  <a:pt x="1090084" y="592667"/>
                </a:lnTo>
                <a:lnTo>
                  <a:pt x="1079500" y="620183"/>
                </a:lnTo>
                <a:lnTo>
                  <a:pt x="1051984" y="645583"/>
                </a:lnTo>
                <a:lnTo>
                  <a:pt x="1051984" y="666750"/>
                </a:lnTo>
                <a:lnTo>
                  <a:pt x="1075267" y="694267"/>
                </a:lnTo>
                <a:lnTo>
                  <a:pt x="1041400" y="709083"/>
                </a:lnTo>
                <a:lnTo>
                  <a:pt x="1009650" y="694267"/>
                </a:lnTo>
                <a:lnTo>
                  <a:pt x="990600" y="711200"/>
                </a:lnTo>
                <a:lnTo>
                  <a:pt x="1001184" y="738717"/>
                </a:lnTo>
                <a:lnTo>
                  <a:pt x="956734" y="742950"/>
                </a:lnTo>
                <a:lnTo>
                  <a:pt x="937684" y="721783"/>
                </a:lnTo>
                <a:lnTo>
                  <a:pt x="924984" y="723900"/>
                </a:lnTo>
                <a:lnTo>
                  <a:pt x="918634" y="740833"/>
                </a:lnTo>
                <a:lnTo>
                  <a:pt x="872067" y="728133"/>
                </a:lnTo>
                <a:lnTo>
                  <a:pt x="880534" y="704850"/>
                </a:lnTo>
                <a:lnTo>
                  <a:pt x="863600" y="685800"/>
                </a:lnTo>
                <a:lnTo>
                  <a:pt x="836084" y="675217"/>
                </a:lnTo>
                <a:lnTo>
                  <a:pt x="844550" y="649817"/>
                </a:lnTo>
                <a:lnTo>
                  <a:pt x="831850" y="594783"/>
                </a:lnTo>
                <a:lnTo>
                  <a:pt x="590550" y="732367"/>
                </a:lnTo>
                <a:lnTo>
                  <a:pt x="586317" y="821267"/>
                </a:lnTo>
                <a:lnTo>
                  <a:pt x="499534" y="768350"/>
                </a:lnTo>
                <a:lnTo>
                  <a:pt x="429684" y="778933"/>
                </a:lnTo>
                <a:lnTo>
                  <a:pt x="408517" y="764117"/>
                </a:lnTo>
                <a:lnTo>
                  <a:pt x="402167" y="709083"/>
                </a:lnTo>
                <a:lnTo>
                  <a:pt x="86784" y="520700"/>
                </a:lnTo>
                <a:lnTo>
                  <a:pt x="50800" y="546100"/>
                </a:lnTo>
                <a:lnTo>
                  <a:pt x="21167" y="543983"/>
                </a:lnTo>
                <a:lnTo>
                  <a:pt x="12700" y="520700"/>
                </a:lnTo>
                <a:lnTo>
                  <a:pt x="14817" y="488950"/>
                </a:lnTo>
                <a:lnTo>
                  <a:pt x="0" y="465667"/>
                </a:lnTo>
                <a:cubicBezTo>
                  <a:pt x="1411" y="379589"/>
                  <a:pt x="2823" y="293511"/>
                  <a:pt x="4234" y="207433"/>
                </a:cubicBezTo>
                <a:lnTo>
                  <a:pt x="88900" y="249767"/>
                </a:lnTo>
                <a:close/>
              </a:path>
            </a:pathLst>
          </a:custGeom>
        </p:spPr>
      </p:pic>
      <p:sp>
        <p:nvSpPr>
          <p:cNvPr id="56" name="テキスト ボックス 55">
            <a:extLst>
              <a:ext uri="{FF2B5EF4-FFF2-40B4-BE49-F238E27FC236}">
                <a16:creationId xmlns:a16="http://schemas.microsoft.com/office/drawing/2014/main" id="{7860014C-DE9E-9BF9-E875-329E2CA9A74B}"/>
              </a:ext>
            </a:extLst>
          </p:cNvPr>
          <p:cNvSpPr txBox="1"/>
          <p:nvPr/>
        </p:nvSpPr>
        <p:spPr>
          <a:xfrm>
            <a:off x="7605387" y="907845"/>
            <a:ext cx="3330261" cy="769441"/>
          </a:xfrm>
          <a:prstGeom prst="rect">
            <a:avLst/>
          </a:prstGeom>
          <a:noFill/>
        </p:spPr>
        <p:txBody>
          <a:bodyPr wrap="square">
            <a:spAutoFit/>
          </a:bodyPr>
          <a:lstStyle/>
          <a:p>
            <a:r>
              <a:rPr lang="ja-JP" altLang="en-US" sz="1600" b="1">
                <a:solidFill>
                  <a:schemeClr val="tx2">
                    <a:lumMod val="50000"/>
                  </a:schemeClr>
                </a:solidFill>
                <a:latin typeface="+mn-ea"/>
              </a:rPr>
              <a:t>親局（モデル訓練と管理）</a:t>
            </a:r>
            <a:endParaRPr lang="en-US" altLang="ja-JP" sz="1600" b="1">
              <a:solidFill>
                <a:schemeClr val="tx2">
                  <a:lumMod val="50000"/>
                </a:schemeClr>
              </a:solidFill>
              <a:latin typeface="+mn-ea"/>
            </a:endParaRPr>
          </a:p>
          <a:p>
            <a:r>
              <a:rPr lang="ja-JP" altLang="en-US" sz="1600" b="1">
                <a:solidFill>
                  <a:srgbClr val="2A83FE"/>
                </a:solidFill>
                <a:latin typeface="+mn-ea"/>
              </a:rPr>
              <a:t>モデル訓練と大規模</a:t>
            </a:r>
            <a:r>
              <a:rPr lang="en-US" altLang="ja-JP" sz="1600" b="1">
                <a:solidFill>
                  <a:srgbClr val="2A83FE"/>
                </a:solidFill>
                <a:latin typeface="+mn-ea"/>
              </a:rPr>
              <a:t> </a:t>
            </a:r>
          </a:p>
          <a:p>
            <a:r>
              <a:rPr lang="ja-JP" altLang="en-US" sz="1200" b="1">
                <a:solidFill>
                  <a:srgbClr val="2A83FE"/>
                </a:solidFill>
                <a:latin typeface="+mn-ea"/>
              </a:rPr>
              <a:t>例：長周期水車寿命予測</a:t>
            </a:r>
            <a:endParaRPr lang="zh-CN" altLang="en-US" sz="1200"/>
          </a:p>
        </p:txBody>
      </p:sp>
      <p:sp>
        <p:nvSpPr>
          <p:cNvPr id="64" name="四角形: 角を丸くする 63">
            <a:extLst>
              <a:ext uri="{FF2B5EF4-FFF2-40B4-BE49-F238E27FC236}">
                <a16:creationId xmlns:a16="http://schemas.microsoft.com/office/drawing/2014/main" id="{DD82C567-C1FE-1CE2-21C5-9AB5AD5FA97B}"/>
              </a:ext>
            </a:extLst>
          </p:cNvPr>
          <p:cNvSpPr/>
          <p:nvPr/>
        </p:nvSpPr>
        <p:spPr>
          <a:xfrm>
            <a:off x="6498774" y="1993884"/>
            <a:ext cx="1663789" cy="1460781"/>
          </a:xfrm>
          <a:prstGeom prst="roundRect">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6" name="テキスト ボックス 65">
            <a:extLst>
              <a:ext uri="{FF2B5EF4-FFF2-40B4-BE49-F238E27FC236}">
                <a16:creationId xmlns:a16="http://schemas.microsoft.com/office/drawing/2014/main" id="{3C70CA44-4969-1F38-00D3-18AC1481A4EC}"/>
              </a:ext>
            </a:extLst>
          </p:cNvPr>
          <p:cNvSpPr txBox="1"/>
          <p:nvPr/>
        </p:nvSpPr>
        <p:spPr>
          <a:xfrm>
            <a:off x="6660580" y="3169587"/>
            <a:ext cx="1088760" cy="276999"/>
          </a:xfrm>
          <a:prstGeom prst="rect">
            <a:avLst/>
          </a:prstGeom>
          <a:noFill/>
        </p:spPr>
        <p:txBody>
          <a:bodyPr wrap="none" rtlCol="0">
            <a:spAutoFit/>
          </a:bodyPr>
          <a:lstStyle/>
          <a:p>
            <a:r>
              <a:rPr kumimoji="1" lang="en-US" altLang="ja-JP" sz="1200"/>
              <a:t>PI DA Server</a:t>
            </a:r>
            <a:endParaRPr kumimoji="1" lang="ja-JP" altLang="en-US" sz="1200"/>
          </a:p>
        </p:txBody>
      </p:sp>
      <p:cxnSp>
        <p:nvCxnSpPr>
          <p:cNvPr id="67" name="直線コネクタ 66">
            <a:extLst>
              <a:ext uri="{FF2B5EF4-FFF2-40B4-BE49-F238E27FC236}">
                <a16:creationId xmlns:a16="http://schemas.microsoft.com/office/drawing/2014/main" id="{9D643333-8597-9B53-F910-3E19B3CF9EB3}"/>
              </a:ext>
            </a:extLst>
          </p:cNvPr>
          <p:cNvCxnSpPr>
            <a:cxnSpLocks/>
          </p:cNvCxnSpPr>
          <p:nvPr/>
        </p:nvCxnSpPr>
        <p:spPr>
          <a:xfrm>
            <a:off x="6321102" y="2558403"/>
            <a:ext cx="180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68" name="図 67">
            <a:extLst>
              <a:ext uri="{FF2B5EF4-FFF2-40B4-BE49-F238E27FC236}">
                <a16:creationId xmlns:a16="http://schemas.microsoft.com/office/drawing/2014/main" id="{57C2B860-354B-85E4-5ADC-EA4B0DB848F4}"/>
              </a:ext>
            </a:extLst>
          </p:cNvPr>
          <p:cNvPicPr>
            <a:picLocks noChangeAspect="1"/>
          </p:cNvPicPr>
          <p:nvPr/>
        </p:nvPicPr>
        <p:blipFill>
          <a:blip r:embed="rId3"/>
          <a:srcRect l="56392" t="19769" r="34553" b="68889"/>
          <a:stretch>
            <a:fillRect/>
          </a:stretch>
        </p:blipFill>
        <p:spPr>
          <a:xfrm>
            <a:off x="6843270" y="2114997"/>
            <a:ext cx="833937" cy="706971"/>
          </a:xfrm>
          <a:custGeom>
            <a:avLst/>
            <a:gdLst>
              <a:gd name="csX0" fmla="*/ 504825 w 917575"/>
              <a:gd name="csY0" fmla="*/ 0 h 777875"/>
              <a:gd name="csX1" fmla="*/ 914400 w 917575"/>
              <a:gd name="csY1" fmla="*/ 228600 h 777875"/>
              <a:gd name="csX2" fmla="*/ 917575 w 917575"/>
              <a:gd name="csY2" fmla="*/ 492125 h 777875"/>
              <a:gd name="csX3" fmla="*/ 838200 w 917575"/>
              <a:gd name="csY3" fmla="*/ 546100 h 777875"/>
              <a:gd name="csX4" fmla="*/ 838200 w 917575"/>
              <a:gd name="csY4" fmla="*/ 673100 h 777875"/>
              <a:gd name="csX5" fmla="*/ 806450 w 917575"/>
              <a:gd name="csY5" fmla="*/ 695325 h 777875"/>
              <a:gd name="csX6" fmla="*/ 768350 w 917575"/>
              <a:gd name="csY6" fmla="*/ 708025 h 777875"/>
              <a:gd name="csX7" fmla="*/ 704850 w 917575"/>
              <a:gd name="csY7" fmla="*/ 701675 h 777875"/>
              <a:gd name="csX8" fmla="*/ 682625 w 917575"/>
              <a:gd name="csY8" fmla="*/ 692150 h 777875"/>
              <a:gd name="csX9" fmla="*/ 654050 w 917575"/>
              <a:gd name="csY9" fmla="*/ 654050 h 777875"/>
              <a:gd name="csX10" fmla="*/ 574675 w 917575"/>
              <a:gd name="csY10" fmla="*/ 701675 h 777875"/>
              <a:gd name="csX11" fmla="*/ 577850 w 917575"/>
              <a:gd name="csY11" fmla="*/ 777875 h 777875"/>
              <a:gd name="csX12" fmla="*/ 482600 w 917575"/>
              <a:gd name="csY12" fmla="*/ 714375 h 777875"/>
              <a:gd name="csX13" fmla="*/ 428625 w 917575"/>
              <a:gd name="csY13" fmla="*/ 739775 h 777875"/>
              <a:gd name="csX14" fmla="*/ 400050 w 917575"/>
              <a:gd name="csY14" fmla="*/ 739775 h 777875"/>
              <a:gd name="csX15" fmla="*/ 396875 w 917575"/>
              <a:gd name="csY15" fmla="*/ 673100 h 777875"/>
              <a:gd name="csX16" fmla="*/ 98425 w 917575"/>
              <a:gd name="csY16" fmla="*/ 495300 h 777875"/>
              <a:gd name="csX17" fmla="*/ 63500 w 917575"/>
              <a:gd name="csY17" fmla="*/ 530225 h 777875"/>
              <a:gd name="csX18" fmla="*/ 25400 w 917575"/>
              <a:gd name="csY18" fmla="*/ 514350 h 777875"/>
              <a:gd name="csX19" fmla="*/ 25400 w 917575"/>
              <a:gd name="csY19" fmla="*/ 466725 h 777875"/>
              <a:gd name="csX20" fmla="*/ 12700 w 917575"/>
              <a:gd name="csY20" fmla="*/ 463550 h 777875"/>
              <a:gd name="csX21" fmla="*/ 0 w 917575"/>
              <a:gd name="csY21" fmla="*/ 200025 h 777875"/>
              <a:gd name="csX22" fmla="*/ 101600 w 917575"/>
              <a:gd name="csY22" fmla="*/ 238125 h 77787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Lst>
            <a:rect l="l" t="t" r="r" b="b"/>
            <a:pathLst>
              <a:path w="917575" h="777875">
                <a:moveTo>
                  <a:pt x="504825" y="0"/>
                </a:moveTo>
                <a:lnTo>
                  <a:pt x="914400" y="228600"/>
                </a:lnTo>
                <a:cubicBezTo>
                  <a:pt x="915458" y="316442"/>
                  <a:pt x="916517" y="404283"/>
                  <a:pt x="917575" y="492125"/>
                </a:cubicBezTo>
                <a:lnTo>
                  <a:pt x="838200" y="546100"/>
                </a:lnTo>
                <a:lnTo>
                  <a:pt x="838200" y="673100"/>
                </a:lnTo>
                <a:lnTo>
                  <a:pt x="806450" y="695325"/>
                </a:lnTo>
                <a:lnTo>
                  <a:pt x="768350" y="708025"/>
                </a:lnTo>
                <a:lnTo>
                  <a:pt x="704850" y="701675"/>
                </a:lnTo>
                <a:lnTo>
                  <a:pt x="682625" y="692150"/>
                </a:lnTo>
                <a:lnTo>
                  <a:pt x="654050" y="654050"/>
                </a:lnTo>
                <a:lnTo>
                  <a:pt x="574675" y="701675"/>
                </a:lnTo>
                <a:lnTo>
                  <a:pt x="577850" y="777875"/>
                </a:lnTo>
                <a:lnTo>
                  <a:pt x="482600" y="714375"/>
                </a:lnTo>
                <a:lnTo>
                  <a:pt x="428625" y="739775"/>
                </a:lnTo>
                <a:lnTo>
                  <a:pt x="400050" y="739775"/>
                </a:lnTo>
                <a:lnTo>
                  <a:pt x="396875" y="673100"/>
                </a:lnTo>
                <a:lnTo>
                  <a:pt x="98425" y="495300"/>
                </a:lnTo>
                <a:lnTo>
                  <a:pt x="63500" y="530225"/>
                </a:lnTo>
                <a:lnTo>
                  <a:pt x="25400" y="514350"/>
                </a:lnTo>
                <a:lnTo>
                  <a:pt x="25400" y="466725"/>
                </a:lnTo>
                <a:lnTo>
                  <a:pt x="12700" y="463550"/>
                </a:lnTo>
                <a:lnTo>
                  <a:pt x="0" y="200025"/>
                </a:lnTo>
                <a:lnTo>
                  <a:pt x="101600" y="238125"/>
                </a:lnTo>
                <a:close/>
              </a:path>
            </a:pathLst>
          </a:custGeom>
        </p:spPr>
      </p:pic>
      <p:pic>
        <p:nvPicPr>
          <p:cNvPr id="70" name="図 69">
            <a:extLst>
              <a:ext uri="{FF2B5EF4-FFF2-40B4-BE49-F238E27FC236}">
                <a16:creationId xmlns:a16="http://schemas.microsoft.com/office/drawing/2014/main" id="{11AD7EB6-EC52-8395-C9A2-3F06EFD2CA57}"/>
              </a:ext>
            </a:extLst>
          </p:cNvPr>
          <p:cNvPicPr>
            <a:picLocks noChangeAspect="1"/>
          </p:cNvPicPr>
          <p:nvPr/>
        </p:nvPicPr>
        <p:blipFill>
          <a:blip r:embed="rId3"/>
          <a:srcRect l="56392" t="19769" r="34553" b="68889"/>
          <a:stretch>
            <a:fillRect/>
          </a:stretch>
        </p:blipFill>
        <p:spPr>
          <a:xfrm>
            <a:off x="6843270" y="2511494"/>
            <a:ext cx="833937" cy="706971"/>
          </a:xfrm>
          <a:custGeom>
            <a:avLst/>
            <a:gdLst>
              <a:gd name="csX0" fmla="*/ 504825 w 917575"/>
              <a:gd name="csY0" fmla="*/ 0 h 777875"/>
              <a:gd name="csX1" fmla="*/ 914400 w 917575"/>
              <a:gd name="csY1" fmla="*/ 228600 h 777875"/>
              <a:gd name="csX2" fmla="*/ 917575 w 917575"/>
              <a:gd name="csY2" fmla="*/ 492125 h 777875"/>
              <a:gd name="csX3" fmla="*/ 838200 w 917575"/>
              <a:gd name="csY3" fmla="*/ 546100 h 777875"/>
              <a:gd name="csX4" fmla="*/ 838200 w 917575"/>
              <a:gd name="csY4" fmla="*/ 673100 h 777875"/>
              <a:gd name="csX5" fmla="*/ 806450 w 917575"/>
              <a:gd name="csY5" fmla="*/ 695325 h 777875"/>
              <a:gd name="csX6" fmla="*/ 768350 w 917575"/>
              <a:gd name="csY6" fmla="*/ 708025 h 777875"/>
              <a:gd name="csX7" fmla="*/ 704850 w 917575"/>
              <a:gd name="csY7" fmla="*/ 701675 h 777875"/>
              <a:gd name="csX8" fmla="*/ 682625 w 917575"/>
              <a:gd name="csY8" fmla="*/ 692150 h 777875"/>
              <a:gd name="csX9" fmla="*/ 654050 w 917575"/>
              <a:gd name="csY9" fmla="*/ 654050 h 777875"/>
              <a:gd name="csX10" fmla="*/ 574675 w 917575"/>
              <a:gd name="csY10" fmla="*/ 701675 h 777875"/>
              <a:gd name="csX11" fmla="*/ 577850 w 917575"/>
              <a:gd name="csY11" fmla="*/ 777875 h 777875"/>
              <a:gd name="csX12" fmla="*/ 482600 w 917575"/>
              <a:gd name="csY12" fmla="*/ 714375 h 777875"/>
              <a:gd name="csX13" fmla="*/ 428625 w 917575"/>
              <a:gd name="csY13" fmla="*/ 739775 h 777875"/>
              <a:gd name="csX14" fmla="*/ 400050 w 917575"/>
              <a:gd name="csY14" fmla="*/ 739775 h 777875"/>
              <a:gd name="csX15" fmla="*/ 396875 w 917575"/>
              <a:gd name="csY15" fmla="*/ 673100 h 777875"/>
              <a:gd name="csX16" fmla="*/ 98425 w 917575"/>
              <a:gd name="csY16" fmla="*/ 495300 h 777875"/>
              <a:gd name="csX17" fmla="*/ 63500 w 917575"/>
              <a:gd name="csY17" fmla="*/ 530225 h 777875"/>
              <a:gd name="csX18" fmla="*/ 25400 w 917575"/>
              <a:gd name="csY18" fmla="*/ 514350 h 777875"/>
              <a:gd name="csX19" fmla="*/ 25400 w 917575"/>
              <a:gd name="csY19" fmla="*/ 466725 h 777875"/>
              <a:gd name="csX20" fmla="*/ 12700 w 917575"/>
              <a:gd name="csY20" fmla="*/ 463550 h 777875"/>
              <a:gd name="csX21" fmla="*/ 0 w 917575"/>
              <a:gd name="csY21" fmla="*/ 200025 h 777875"/>
              <a:gd name="csX22" fmla="*/ 101600 w 917575"/>
              <a:gd name="csY22" fmla="*/ 238125 h 77787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Lst>
            <a:rect l="l" t="t" r="r" b="b"/>
            <a:pathLst>
              <a:path w="917575" h="777875">
                <a:moveTo>
                  <a:pt x="504825" y="0"/>
                </a:moveTo>
                <a:lnTo>
                  <a:pt x="914400" y="228600"/>
                </a:lnTo>
                <a:cubicBezTo>
                  <a:pt x="915458" y="316442"/>
                  <a:pt x="916517" y="404283"/>
                  <a:pt x="917575" y="492125"/>
                </a:cubicBezTo>
                <a:lnTo>
                  <a:pt x="838200" y="546100"/>
                </a:lnTo>
                <a:lnTo>
                  <a:pt x="838200" y="673100"/>
                </a:lnTo>
                <a:lnTo>
                  <a:pt x="806450" y="695325"/>
                </a:lnTo>
                <a:lnTo>
                  <a:pt x="768350" y="708025"/>
                </a:lnTo>
                <a:lnTo>
                  <a:pt x="704850" y="701675"/>
                </a:lnTo>
                <a:lnTo>
                  <a:pt x="682625" y="692150"/>
                </a:lnTo>
                <a:lnTo>
                  <a:pt x="654050" y="654050"/>
                </a:lnTo>
                <a:lnTo>
                  <a:pt x="574675" y="701675"/>
                </a:lnTo>
                <a:lnTo>
                  <a:pt x="577850" y="777875"/>
                </a:lnTo>
                <a:lnTo>
                  <a:pt x="482600" y="714375"/>
                </a:lnTo>
                <a:lnTo>
                  <a:pt x="428625" y="739775"/>
                </a:lnTo>
                <a:lnTo>
                  <a:pt x="400050" y="739775"/>
                </a:lnTo>
                <a:lnTo>
                  <a:pt x="396875" y="673100"/>
                </a:lnTo>
                <a:lnTo>
                  <a:pt x="98425" y="495300"/>
                </a:lnTo>
                <a:lnTo>
                  <a:pt x="63500" y="530225"/>
                </a:lnTo>
                <a:lnTo>
                  <a:pt x="25400" y="514350"/>
                </a:lnTo>
                <a:lnTo>
                  <a:pt x="25400" y="466725"/>
                </a:lnTo>
                <a:lnTo>
                  <a:pt x="12700" y="463550"/>
                </a:lnTo>
                <a:lnTo>
                  <a:pt x="0" y="200025"/>
                </a:lnTo>
                <a:lnTo>
                  <a:pt x="101600" y="238125"/>
                </a:lnTo>
                <a:close/>
              </a:path>
            </a:pathLst>
          </a:custGeom>
        </p:spPr>
      </p:pic>
      <p:sp>
        <p:nvSpPr>
          <p:cNvPr id="71" name="四角形: 角を丸くする 70">
            <a:extLst>
              <a:ext uri="{FF2B5EF4-FFF2-40B4-BE49-F238E27FC236}">
                <a16:creationId xmlns:a16="http://schemas.microsoft.com/office/drawing/2014/main" id="{6D1A2313-B018-741A-2C29-5C0B9F994EF0}"/>
              </a:ext>
            </a:extLst>
          </p:cNvPr>
          <p:cNvSpPr/>
          <p:nvPr/>
        </p:nvSpPr>
        <p:spPr>
          <a:xfrm>
            <a:off x="8920527" y="2231658"/>
            <a:ext cx="1663789" cy="1418128"/>
          </a:xfrm>
          <a:prstGeom prst="roundRect">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2" name="テキスト ボックス 71">
            <a:extLst>
              <a:ext uri="{FF2B5EF4-FFF2-40B4-BE49-F238E27FC236}">
                <a16:creationId xmlns:a16="http://schemas.microsoft.com/office/drawing/2014/main" id="{3DE1595B-7B81-8330-5774-C483B8E5E4D8}"/>
              </a:ext>
            </a:extLst>
          </p:cNvPr>
          <p:cNvSpPr txBox="1"/>
          <p:nvPr/>
        </p:nvSpPr>
        <p:spPr>
          <a:xfrm>
            <a:off x="8805075" y="3816498"/>
            <a:ext cx="992739" cy="461665"/>
          </a:xfrm>
          <a:prstGeom prst="rect">
            <a:avLst/>
          </a:prstGeom>
          <a:noFill/>
        </p:spPr>
        <p:txBody>
          <a:bodyPr wrap="square" rtlCol="0">
            <a:spAutoFit/>
          </a:bodyPr>
          <a:lstStyle/>
          <a:p>
            <a:r>
              <a:rPr kumimoji="1" lang="en-US" altLang="ja-JP" sz="1200"/>
              <a:t>PI FD</a:t>
            </a:r>
            <a:r>
              <a:rPr lang="ja-JP" altLang="en-US" sz="1200"/>
              <a:t> </a:t>
            </a:r>
            <a:r>
              <a:rPr lang="en-US" altLang="ja-JP" sz="1200"/>
              <a:t>Database</a:t>
            </a:r>
            <a:endParaRPr kumimoji="1" lang="en-US" altLang="ja-JP" sz="1200"/>
          </a:p>
        </p:txBody>
      </p:sp>
      <p:pic>
        <p:nvPicPr>
          <p:cNvPr id="75" name="図 74">
            <a:extLst>
              <a:ext uri="{FF2B5EF4-FFF2-40B4-BE49-F238E27FC236}">
                <a16:creationId xmlns:a16="http://schemas.microsoft.com/office/drawing/2014/main" id="{053C06D5-A386-3B4E-E7DA-C7E374B3AEF0}"/>
              </a:ext>
            </a:extLst>
          </p:cNvPr>
          <p:cNvPicPr>
            <a:picLocks noChangeAspect="1"/>
          </p:cNvPicPr>
          <p:nvPr/>
        </p:nvPicPr>
        <p:blipFill>
          <a:blip r:embed="rId2"/>
          <a:srcRect l="56495" t="56497" r="32738" b="31528"/>
          <a:stretch>
            <a:fillRect/>
          </a:stretch>
        </p:blipFill>
        <p:spPr>
          <a:xfrm>
            <a:off x="9917920" y="3154609"/>
            <a:ext cx="840452" cy="633195"/>
          </a:xfrm>
          <a:custGeom>
            <a:avLst/>
            <a:gdLst>
              <a:gd name="csX0" fmla="*/ 524934 w 1090084"/>
              <a:gd name="csY0" fmla="*/ 0 h 821267"/>
              <a:gd name="csX1" fmla="*/ 950384 w 1090084"/>
              <a:gd name="csY1" fmla="*/ 262467 h 821267"/>
              <a:gd name="csX2" fmla="*/ 941917 w 1090084"/>
              <a:gd name="csY2" fmla="*/ 480483 h 821267"/>
              <a:gd name="csX3" fmla="*/ 954617 w 1090084"/>
              <a:gd name="csY3" fmla="*/ 503767 h 821267"/>
              <a:gd name="csX4" fmla="*/ 980017 w 1090084"/>
              <a:gd name="csY4" fmla="*/ 501650 h 821267"/>
              <a:gd name="csX5" fmla="*/ 988484 w 1090084"/>
              <a:gd name="csY5" fmla="*/ 459317 h 821267"/>
              <a:gd name="csX6" fmla="*/ 1016000 w 1090084"/>
              <a:gd name="csY6" fmla="*/ 480483 h 821267"/>
              <a:gd name="csX7" fmla="*/ 1022350 w 1090084"/>
              <a:gd name="csY7" fmla="*/ 503767 h 821267"/>
              <a:gd name="csX8" fmla="*/ 1018117 w 1090084"/>
              <a:gd name="csY8" fmla="*/ 518583 h 821267"/>
              <a:gd name="csX9" fmla="*/ 1028700 w 1090084"/>
              <a:gd name="csY9" fmla="*/ 524933 h 821267"/>
              <a:gd name="csX10" fmla="*/ 1054100 w 1090084"/>
              <a:gd name="csY10" fmla="*/ 512233 h 821267"/>
              <a:gd name="csX11" fmla="*/ 1073150 w 1090084"/>
              <a:gd name="csY11" fmla="*/ 529167 h 821267"/>
              <a:gd name="csX12" fmla="*/ 1047750 w 1090084"/>
              <a:gd name="csY12" fmla="*/ 563033 h 821267"/>
              <a:gd name="csX13" fmla="*/ 1051984 w 1090084"/>
              <a:gd name="csY13" fmla="*/ 577850 h 821267"/>
              <a:gd name="csX14" fmla="*/ 1090084 w 1090084"/>
              <a:gd name="csY14" fmla="*/ 592667 h 821267"/>
              <a:gd name="csX15" fmla="*/ 1079500 w 1090084"/>
              <a:gd name="csY15" fmla="*/ 620183 h 821267"/>
              <a:gd name="csX16" fmla="*/ 1051984 w 1090084"/>
              <a:gd name="csY16" fmla="*/ 645583 h 821267"/>
              <a:gd name="csX17" fmla="*/ 1051984 w 1090084"/>
              <a:gd name="csY17" fmla="*/ 666750 h 821267"/>
              <a:gd name="csX18" fmla="*/ 1075267 w 1090084"/>
              <a:gd name="csY18" fmla="*/ 694267 h 821267"/>
              <a:gd name="csX19" fmla="*/ 1041400 w 1090084"/>
              <a:gd name="csY19" fmla="*/ 709083 h 821267"/>
              <a:gd name="csX20" fmla="*/ 1009650 w 1090084"/>
              <a:gd name="csY20" fmla="*/ 694267 h 821267"/>
              <a:gd name="csX21" fmla="*/ 990600 w 1090084"/>
              <a:gd name="csY21" fmla="*/ 711200 h 821267"/>
              <a:gd name="csX22" fmla="*/ 1001184 w 1090084"/>
              <a:gd name="csY22" fmla="*/ 738717 h 821267"/>
              <a:gd name="csX23" fmla="*/ 956734 w 1090084"/>
              <a:gd name="csY23" fmla="*/ 742950 h 821267"/>
              <a:gd name="csX24" fmla="*/ 937684 w 1090084"/>
              <a:gd name="csY24" fmla="*/ 721783 h 821267"/>
              <a:gd name="csX25" fmla="*/ 924984 w 1090084"/>
              <a:gd name="csY25" fmla="*/ 723900 h 821267"/>
              <a:gd name="csX26" fmla="*/ 918634 w 1090084"/>
              <a:gd name="csY26" fmla="*/ 740833 h 821267"/>
              <a:gd name="csX27" fmla="*/ 872067 w 1090084"/>
              <a:gd name="csY27" fmla="*/ 728133 h 821267"/>
              <a:gd name="csX28" fmla="*/ 880534 w 1090084"/>
              <a:gd name="csY28" fmla="*/ 704850 h 821267"/>
              <a:gd name="csX29" fmla="*/ 863600 w 1090084"/>
              <a:gd name="csY29" fmla="*/ 685800 h 821267"/>
              <a:gd name="csX30" fmla="*/ 836084 w 1090084"/>
              <a:gd name="csY30" fmla="*/ 675217 h 821267"/>
              <a:gd name="csX31" fmla="*/ 844550 w 1090084"/>
              <a:gd name="csY31" fmla="*/ 649817 h 821267"/>
              <a:gd name="csX32" fmla="*/ 831850 w 1090084"/>
              <a:gd name="csY32" fmla="*/ 594783 h 821267"/>
              <a:gd name="csX33" fmla="*/ 590550 w 1090084"/>
              <a:gd name="csY33" fmla="*/ 732367 h 821267"/>
              <a:gd name="csX34" fmla="*/ 586317 w 1090084"/>
              <a:gd name="csY34" fmla="*/ 821267 h 821267"/>
              <a:gd name="csX35" fmla="*/ 499534 w 1090084"/>
              <a:gd name="csY35" fmla="*/ 768350 h 821267"/>
              <a:gd name="csX36" fmla="*/ 429684 w 1090084"/>
              <a:gd name="csY36" fmla="*/ 778933 h 821267"/>
              <a:gd name="csX37" fmla="*/ 408517 w 1090084"/>
              <a:gd name="csY37" fmla="*/ 764117 h 821267"/>
              <a:gd name="csX38" fmla="*/ 402167 w 1090084"/>
              <a:gd name="csY38" fmla="*/ 709083 h 821267"/>
              <a:gd name="csX39" fmla="*/ 86784 w 1090084"/>
              <a:gd name="csY39" fmla="*/ 520700 h 821267"/>
              <a:gd name="csX40" fmla="*/ 50800 w 1090084"/>
              <a:gd name="csY40" fmla="*/ 546100 h 821267"/>
              <a:gd name="csX41" fmla="*/ 21167 w 1090084"/>
              <a:gd name="csY41" fmla="*/ 543983 h 821267"/>
              <a:gd name="csX42" fmla="*/ 12700 w 1090084"/>
              <a:gd name="csY42" fmla="*/ 520700 h 821267"/>
              <a:gd name="csX43" fmla="*/ 14817 w 1090084"/>
              <a:gd name="csY43" fmla="*/ 488950 h 821267"/>
              <a:gd name="csX44" fmla="*/ 0 w 1090084"/>
              <a:gd name="csY44" fmla="*/ 465667 h 821267"/>
              <a:gd name="csX45" fmla="*/ 4234 w 1090084"/>
              <a:gd name="csY45" fmla="*/ 207433 h 821267"/>
              <a:gd name="csX46" fmla="*/ 88900 w 1090084"/>
              <a:gd name="csY46" fmla="*/ 249767 h 82126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Lst>
            <a:rect l="l" t="t" r="r" b="b"/>
            <a:pathLst>
              <a:path w="1090084" h="821267">
                <a:moveTo>
                  <a:pt x="524934" y="0"/>
                </a:moveTo>
                <a:lnTo>
                  <a:pt x="950384" y="262467"/>
                </a:lnTo>
                <a:lnTo>
                  <a:pt x="941917" y="480483"/>
                </a:lnTo>
                <a:lnTo>
                  <a:pt x="954617" y="503767"/>
                </a:lnTo>
                <a:lnTo>
                  <a:pt x="980017" y="501650"/>
                </a:lnTo>
                <a:lnTo>
                  <a:pt x="988484" y="459317"/>
                </a:lnTo>
                <a:lnTo>
                  <a:pt x="1016000" y="480483"/>
                </a:lnTo>
                <a:lnTo>
                  <a:pt x="1022350" y="503767"/>
                </a:lnTo>
                <a:lnTo>
                  <a:pt x="1018117" y="518583"/>
                </a:lnTo>
                <a:lnTo>
                  <a:pt x="1028700" y="524933"/>
                </a:lnTo>
                <a:lnTo>
                  <a:pt x="1054100" y="512233"/>
                </a:lnTo>
                <a:lnTo>
                  <a:pt x="1073150" y="529167"/>
                </a:lnTo>
                <a:lnTo>
                  <a:pt x="1047750" y="563033"/>
                </a:lnTo>
                <a:lnTo>
                  <a:pt x="1051984" y="577850"/>
                </a:lnTo>
                <a:lnTo>
                  <a:pt x="1090084" y="592667"/>
                </a:lnTo>
                <a:lnTo>
                  <a:pt x="1079500" y="620183"/>
                </a:lnTo>
                <a:lnTo>
                  <a:pt x="1051984" y="645583"/>
                </a:lnTo>
                <a:lnTo>
                  <a:pt x="1051984" y="666750"/>
                </a:lnTo>
                <a:lnTo>
                  <a:pt x="1075267" y="694267"/>
                </a:lnTo>
                <a:lnTo>
                  <a:pt x="1041400" y="709083"/>
                </a:lnTo>
                <a:lnTo>
                  <a:pt x="1009650" y="694267"/>
                </a:lnTo>
                <a:lnTo>
                  <a:pt x="990600" y="711200"/>
                </a:lnTo>
                <a:lnTo>
                  <a:pt x="1001184" y="738717"/>
                </a:lnTo>
                <a:lnTo>
                  <a:pt x="956734" y="742950"/>
                </a:lnTo>
                <a:lnTo>
                  <a:pt x="937684" y="721783"/>
                </a:lnTo>
                <a:lnTo>
                  <a:pt x="924984" y="723900"/>
                </a:lnTo>
                <a:lnTo>
                  <a:pt x="918634" y="740833"/>
                </a:lnTo>
                <a:lnTo>
                  <a:pt x="872067" y="728133"/>
                </a:lnTo>
                <a:lnTo>
                  <a:pt x="880534" y="704850"/>
                </a:lnTo>
                <a:lnTo>
                  <a:pt x="863600" y="685800"/>
                </a:lnTo>
                <a:lnTo>
                  <a:pt x="836084" y="675217"/>
                </a:lnTo>
                <a:lnTo>
                  <a:pt x="844550" y="649817"/>
                </a:lnTo>
                <a:lnTo>
                  <a:pt x="831850" y="594783"/>
                </a:lnTo>
                <a:lnTo>
                  <a:pt x="590550" y="732367"/>
                </a:lnTo>
                <a:lnTo>
                  <a:pt x="586317" y="821267"/>
                </a:lnTo>
                <a:lnTo>
                  <a:pt x="499534" y="768350"/>
                </a:lnTo>
                <a:lnTo>
                  <a:pt x="429684" y="778933"/>
                </a:lnTo>
                <a:lnTo>
                  <a:pt x="408517" y="764117"/>
                </a:lnTo>
                <a:lnTo>
                  <a:pt x="402167" y="709083"/>
                </a:lnTo>
                <a:lnTo>
                  <a:pt x="86784" y="520700"/>
                </a:lnTo>
                <a:lnTo>
                  <a:pt x="50800" y="546100"/>
                </a:lnTo>
                <a:lnTo>
                  <a:pt x="21167" y="543983"/>
                </a:lnTo>
                <a:lnTo>
                  <a:pt x="12700" y="520700"/>
                </a:lnTo>
                <a:lnTo>
                  <a:pt x="14817" y="488950"/>
                </a:lnTo>
                <a:lnTo>
                  <a:pt x="0" y="465667"/>
                </a:lnTo>
                <a:cubicBezTo>
                  <a:pt x="1411" y="379589"/>
                  <a:pt x="2823" y="293511"/>
                  <a:pt x="4234" y="207433"/>
                </a:cubicBezTo>
                <a:lnTo>
                  <a:pt x="88900" y="249767"/>
                </a:lnTo>
                <a:close/>
              </a:path>
            </a:pathLst>
          </a:custGeom>
        </p:spPr>
      </p:pic>
      <p:pic>
        <p:nvPicPr>
          <p:cNvPr id="76" name="図 75">
            <a:extLst>
              <a:ext uri="{FF2B5EF4-FFF2-40B4-BE49-F238E27FC236}">
                <a16:creationId xmlns:a16="http://schemas.microsoft.com/office/drawing/2014/main" id="{EC1C534D-BC5E-25D6-2B38-575EE50A3043}"/>
              </a:ext>
            </a:extLst>
          </p:cNvPr>
          <p:cNvPicPr>
            <a:picLocks noChangeAspect="1"/>
          </p:cNvPicPr>
          <p:nvPr/>
        </p:nvPicPr>
        <p:blipFill>
          <a:blip r:embed="rId3"/>
          <a:srcRect l="82244" t="12014" r="9500" b="77546"/>
          <a:stretch>
            <a:fillRect/>
          </a:stretch>
        </p:blipFill>
        <p:spPr>
          <a:xfrm>
            <a:off x="9397151" y="1893703"/>
            <a:ext cx="742624" cy="635527"/>
          </a:xfrm>
          <a:custGeom>
            <a:avLst/>
            <a:gdLst>
              <a:gd name="csX0" fmla="*/ 455613 w 836613"/>
              <a:gd name="csY0" fmla="*/ 0 h 715962"/>
              <a:gd name="csX1" fmla="*/ 835025 w 836613"/>
              <a:gd name="csY1" fmla="*/ 217487 h 715962"/>
              <a:gd name="csX2" fmla="*/ 836613 w 836613"/>
              <a:gd name="csY2" fmla="*/ 447675 h 715962"/>
              <a:gd name="csX3" fmla="*/ 519113 w 836613"/>
              <a:gd name="csY3" fmla="*/ 638175 h 715962"/>
              <a:gd name="csX4" fmla="*/ 519113 w 836613"/>
              <a:gd name="csY4" fmla="*/ 715962 h 715962"/>
              <a:gd name="csX5" fmla="*/ 425450 w 836613"/>
              <a:gd name="csY5" fmla="*/ 658812 h 715962"/>
              <a:gd name="csX6" fmla="*/ 387350 w 836613"/>
              <a:gd name="csY6" fmla="*/ 676275 h 715962"/>
              <a:gd name="csX7" fmla="*/ 352425 w 836613"/>
              <a:gd name="csY7" fmla="*/ 655637 h 715962"/>
              <a:gd name="csX8" fmla="*/ 357188 w 836613"/>
              <a:gd name="csY8" fmla="*/ 608012 h 715962"/>
              <a:gd name="csX9" fmla="*/ 85725 w 836613"/>
              <a:gd name="csY9" fmla="*/ 457200 h 715962"/>
              <a:gd name="csX10" fmla="*/ 47625 w 836613"/>
              <a:gd name="csY10" fmla="*/ 482600 h 715962"/>
              <a:gd name="csX11" fmla="*/ 14288 w 836613"/>
              <a:gd name="csY11" fmla="*/ 466725 h 715962"/>
              <a:gd name="csX12" fmla="*/ 19050 w 836613"/>
              <a:gd name="csY12" fmla="*/ 417512 h 715962"/>
              <a:gd name="csX13" fmla="*/ 0 w 836613"/>
              <a:gd name="csY13" fmla="*/ 400050 h 715962"/>
              <a:gd name="csX14" fmla="*/ 7938 w 836613"/>
              <a:gd name="csY14" fmla="*/ 173037 h 715962"/>
              <a:gd name="csX15" fmla="*/ 77788 w 836613"/>
              <a:gd name="csY15" fmla="*/ 214312 h 71596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Lst>
            <a:rect l="l" t="t" r="r" b="b"/>
            <a:pathLst>
              <a:path w="836613" h="715962">
                <a:moveTo>
                  <a:pt x="455613" y="0"/>
                </a:moveTo>
                <a:lnTo>
                  <a:pt x="835025" y="217487"/>
                </a:lnTo>
                <a:cubicBezTo>
                  <a:pt x="835554" y="294216"/>
                  <a:pt x="836084" y="370946"/>
                  <a:pt x="836613" y="447675"/>
                </a:cubicBezTo>
                <a:lnTo>
                  <a:pt x="519113" y="638175"/>
                </a:lnTo>
                <a:lnTo>
                  <a:pt x="519113" y="715962"/>
                </a:lnTo>
                <a:lnTo>
                  <a:pt x="425450" y="658812"/>
                </a:lnTo>
                <a:lnTo>
                  <a:pt x="387350" y="676275"/>
                </a:lnTo>
                <a:lnTo>
                  <a:pt x="352425" y="655637"/>
                </a:lnTo>
                <a:lnTo>
                  <a:pt x="357188" y="608012"/>
                </a:lnTo>
                <a:lnTo>
                  <a:pt x="85725" y="457200"/>
                </a:lnTo>
                <a:lnTo>
                  <a:pt x="47625" y="482600"/>
                </a:lnTo>
                <a:lnTo>
                  <a:pt x="14288" y="466725"/>
                </a:lnTo>
                <a:lnTo>
                  <a:pt x="19050" y="417512"/>
                </a:lnTo>
                <a:lnTo>
                  <a:pt x="0" y="400050"/>
                </a:lnTo>
                <a:lnTo>
                  <a:pt x="7938" y="173037"/>
                </a:lnTo>
                <a:lnTo>
                  <a:pt x="77788" y="214312"/>
                </a:lnTo>
                <a:close/>
              </a:path>
            </a:pathLst>
          </a:custGeom>
        </p:spPr>
      </p:pic>
      <p:sp>
        <p:nvSpPr>
          <p:cNvPr id="77" name="テキスト ボックス 76">
            <a:extLst>
              <a:ext uri="{FF2B5EF4-FFF2-40B4-BE49-F238E27FC236}">
                <a16:creationId xmlns:a16="http://schemas.microsoft.com/office/drawing/2014/main" id="{D20FCE5B-E0CD-AD92-D8AB-967C1EE607A7}"/>
              </a:ext>
            </a:extLst>
          </p:cNvPr>
          <p:cNvSpPr txBox="1"/>
          <p:nvPr/>
        </p:nvSpPr>
        <p:spPr>
          <a:xfrm>
            <a:off x="9270518" y="2498831"/>
            <a:ext cx="1066318" cy="276999"/>
          </a:xfrm>
          <a:prstGeom prst="rect">
            <a:avLst/>
          </a:prstGeom>
          <a:noFill/>
        </p:spPr>
        <p:txBody>
          <a:bodyPr wrap="none" rtlCol="0">
            <a:spAutoFit/>
          </a:bodyPr>
          <a:lstStyle/>
          <a:p>
            <a:r>
              <a:rPr kumimoji="1" lang="en-US" altLang="ja-JP" sz="1200"/>
              <a:t>PI AF Server</a:t>
            </a:r>
            <a:endParaRPr kumimoji="1" lang="ja-JP" altLang="en-US" sz="1200"/>
          </a:p>
        </p:txBody>
      </p:sp>
      <p:cxnSp>
        <p:nvCxnSpPr>
          <p:cNvPr id="78" name="直線コネクタ 77">
            <a:extLst>
              <a:ext uri="{FF2B5EF4-FFF2-40B4-BE49-F238E27FC236}">
                <a16:creationId xmlns:a16="http://schemas.microsoft.com/office/drawing/2014/main" id="{617A25FA-41E9-9E65-34EC-6E3EC3FF1D8F}"/>
              </a:ext>
            </a:extLst>
          </p:cNvPr>
          <p:cNvCxnSpPr>
            <a:cxnSpLocks/>
          </p:cNvCxnSpPr>
          <p:nvPr/>
        </p:nvCxnSpPr>
        <p:spPr>
          <a:xfrm>
            <a:off x="8588042" y="2714694"/>
            <a:ext cx="342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79" name="図 78">
            <a:extLst>
              <a:ext uri="{FF2B5EF4-FFF2-40B4-BE49-F238E27FC236}">
                <a16:creationId xmlns:a16="http://schemas.microsoft.com/office/drawing/2014/main" id="{2ECDAA41-402A-AD0C-9BCC-D69D3467B26D}"/>
              </a:ext>
            </a:extLst>
          </p:cNvPr>
          <p:cNvPicPr>
            <a:picLocks noChangeAspect="1"/>
          </p:cNvPicPr>
          <p:nvPr/>
        </p:nvPicPr>
        <p:blipFill>
          <a:blip r:embed="rId3"/>
          <a:srcRect l="79290" t="28519" r="13440" b="62222"/>
          <a:stretch>
            <a:fillRect/>
          </a:stretch>
        </p:blipFill>
        <p:spPr>
          <a:xfrm>
            <a:off x="8979201" y="2985643"/>
            <a:ext cx="736600" cy="635000"/>
          </a:xfrm>
          <a:custGeom>
            <a:avLst/>
            <a:gdLst>
              <a:gd name="csX0" fmla="*/ 401637 w 736600"/>
              <a:gd name="csY0" fmla="*/ 0 h 635000"/>
              <a:gd name="csX1" fmla="*/ 736600 w 736600"/>
              <a:gd name="csY1" fmla="*/ 190500 h 635000"/>
              <a:gd name="csX2" fmla="*/ 736600 w 736600"/>
              <a:gd name="csY2" fmla="*/ 404813 h 635000"/>
              <a:gd name="csX3" fmla="*/ 661987 w 736600"/>
              <a:gd name="csY3" fmla="*/ 442913 h 635000"/>
              <a:gd name="csX4" fmla="*/ 666750 w 736600"/>
              <a:gd name="csY4" fmla="*/ 539750 h 635000"/>
              <a:gd name="csX5" fmla="*/ 652462 w 736600"/>
              <a:gd name="csY5" fmla="*/ 563563 h 635000"/>
              <a:gd name="csX6" fmla="*/ 619125 w 736600"/>
              <a:gd name="csY6" fmla="*/ 579438 h 635000"/>
              <a:gd name="csX7" fmla="*/ 587375 w 736600"/>
              <a:gd name="csY7" fmla="*/ 579438 h 635000"/>
              <a:gd name="csX8" fmla="*/ 525462 w 736600"/>
              <a:gd name="csY8" fmla="*/ 550863 h 635000"/>
              <a:gd name="csX9" fmla="*/ 457200 w 736600"/>
              <a:gd name="csY9" fmla="*/ 568325 h 635000"/>
              <a:gd name="csX10" fmla="*/ 460375 w 736600"/>
              <a:gd name="csY10" fmla="*/ 635000 h 635000"/>
              <a:gd name="csX11" fmla="*/ 365125 w 736600"/>
              <a:gd name="csY11" fmla="*/ 592138 h 635000"/>
              <a:gd name="csX12" fmla="*/ 328612 w 736600"/>
              <a:gd name="csY12" fmla="*/ 614363 h 635000"/>
              <a:gd name="csX13" fmla="*/ 303212 w 736600"/>
              <a:gd name="csY13" fmla="*/ 590550 h 635000"/>
              <a:gd name="csX14" fmla="*/ 307975 w 736600"/>
              <a:gd name="csY14" fmla="*/ 549275 h 635000"/>
              <a:gd name="csX15" fmla="*/ 84137 w 736600"/>
              <a:gd name="csY15" fmla="*/ 412750 h 635000"/>
              <a:gd name="csX16" fmla="*/ 20637 w 736600"/>
              <a:gd name="csY16" fmla="*/ 428625 h 635000"/>
              <a:gd name="csX17" fmla="*/ 4762 w 736600"/>
              <a:gd name="csY17" fmla="*/ 409575 h 635000"/>
              <a:gd name="csX18" fmla="*/ 14287 w 736600"/>
              <a:gd name="csY18" fmla="*/ 390525 h 635000"/>
              <a:gd name="csX19" fmla="*/ 0 w 736600"/>
              <a:gd name="csY19" fmla="*/ 373063 h 635000"/>
              <a:gd name="csX20" fmla="*/ 0 w 736600"/>
              <a:gd name="csY20" fmla="*/ 158750 h 635000"/>
              <a:gd name="csX21" fmla="*/ 58737 w 736600"/>
              <a:gd name="csY21" fmla="*/ 198438 h 635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Lst>
            <a:rect l="l" t="t" r="r" b="b"/>
            <a:pathLst>
              <a:path w="736600" h="635000">
                <a:moveTo>
                  <a:pt x="401637" y="0"/>
                </a:moveTo>
                <a:lnTo>
                  <a:pt x="736600" y="190500"/>
                </a:lnTo>
                <a:lnTo>
                  <a:pt x="736600" y="404813"/>
                </a:lnTo>
                <a:lnTo>
                  <a:pt x="661987" y="442913"/>
                </a:lnTo>
                <a:lnTo>
                  <a:pt x="666750" y="539750"/>
                </a:lnTo>
                <a:lnTo>
                  <a:pt x="652462" y="563563"/>
                </a:lnTo>
                <a:lnTo>
                  <a:pt x="619125" y="579438"/>
                </a:lnTo>
                <a:lnTo>
                  <a:pt x="587375" y="579438"/>
                </a:lnTo>
                <a:lnTo>
                  <a:pt x="525462" y="550863"/>
                </a:lnTo>
                <a:lnTo>
                  <a:pt x="457200" y="568325"/>
                </a:lnTo>
                <a:lnTo>
                  <a:pt x="460375" y="635000"/>
                </a:lnTo>
                <a:lnTo>
                  <a:pt x="365125" y="592138"/>
                </a:lnTo>
                <a:lnTo>
                  <a:pt x="328612" y="614363"/>
                </a:lnTo>
                <a:lnTo>
                  <a:pt x="303212" y="590550"/>
                </a:lnTo>
                <a:lnTo>
                  <a:pt x="307975" y="549275"/>
                </a:lnTo>
                <a:lnTo>
                  <a:pt x="84137" y="412750"/>
                </a:lnTo>
                <a:lnTo>
                  <a:pt x="20637" y="428625"/>
                </a:lnTo>
                <a:lnTo>
                  <a:pt x="4762" y="409575"/>
                </a:lnTo>
                <a:lnTo>
                  <a:pt x="14287" y="390525"/>
                </a:lnTo>
                <a:lnTo>
                  <a:pt x="0" y="373063"/>
                </a:lnTo>
                <a:lnTo>
                  <a:pt x="0" y="158750"/>
                </a:lnTo>
                <a:lnTo>
                  <a:pt x="58737" y="198438"/>
                </a:lnTo>
                <a:close/>
              </a:path>
            </a:pathLst>
          </a:custGeom>
        </p:spPr>
      </p:pic>
      <p:pic>
        <p:nvPicPr>
          <p:cNvPr id="80" name="図 79">
            <a:extLst>
              <a:ext uri="{FF2B5EF4-FFF2-40B4-BE49-F238E27FC236}">
                <a16:creationId xmlns:a16="http://schemas.microsoft.com/office/drawing/2014/main" id="{5A467B04-2249-305B-5191-ECF7BF924DCB}"/>
              </a:ext>
            </a:extLst>
          </p:cNvPr>
          <p:cNvPicPr>
            <a:picLocks noChangeAspect="1"/>
          </p:cNvPicPr>
          <p:nvPr/>
        </p:nvPicPr>
        <p:blipFill>
          <a:blip r:embed="rId3"/>
          <a:srcRect l="79290" t="28519" r="13440" b="62222"/>
          <a:stretch>
            <a:fillRect/>
          </a:stretch>
        </p:blipFill>
        <p:spPr>
          <a:xfrm>
            <a:off x="8863097" y="3186982"/>
            <a:ext cx="736600" cy="635000"/>
          </a:xfrm>
          <a:custGeom>
            <a:avLst/>
            <a:gdLst>
              <a:gd name="csX0" fmla="*/ 401637 w 736600"/>
              <a:gd name="csY0" fmla="*/ 0 h 635000"/>
              <a:gd name="csX1" fmla="*/ 736600 w 736600"/>
              <a:gd name="csY1" fmla="*/ 190500 h 635000"/>
              <a:gd name="csX2" fmla="*/ 736600 w 736600"/>
              <a:gd name="csY2" fmla="*/ 404813 h 635000"/>
              <a:gd name="csX3" fmla="*/ 661987 w 736600"/>
              <a:gd name="csY3" fmla="*/ 442913 h 635000"/>
              <a:gd name="csX4" fmla="*/ 666750 w 736600"/>
              <a:gd name="csY4" fmla="*/ 539750 h 635000"/>
              <a:gd name="csX5" fmla="*/ 652462 w 736600"/>
              <a:gd name="csY5" fmla="*/ 563563 h 635000"/>
              <a:gd name="csX6" fmla="*/ 619125 w 736600"/>
              <a:gd name="csY6" fmla="*/ 579438 h 635000"/>
              <a:gd name="csX7" fmla="*/ 587375 w 736600"/>
              <a:gd name="csY7" fmla="*/ 579438 h 635000"/>
              <a:gd name="csX8" fmla="*/ 525462 w 736600"/>
              <a:gd name="csY8" fmla="*/ 550863 h 635000"/>
              <a:gd name="csX9" fmla="*/ 457200 w 736600"/>
              <a:gd name="csY9" fmla="*/ 568325 h 635000"/>
              <a:gd name="csX10" fmla="*/ 460375 w 736600"/>
              <a:gd name="csY10" fmla="*/ 635000 h 635000"/>
              <a:gd name="csX11" fmla="*/ 365125 w 736600"/>
              <a:gd name="csY11" fmla="*/ 592138 h 635000"/>
              <a:gd name="csX12" fmla="*/ 328612 w 736600"/>
              <a:gd name="csY12" fmla="*/ 614363 h 635000"/>
              <a:gd name="csX13" fmla="*/ 303212 w 736600"/>
              <a:gd name="csY13" fmla="*/ 590550 h 635000"/>
              <a:gd name="csX14" fmla="*/ 307975 w 736600"/>
              <a:gd name="csY14" fmla="*/ 549275 h 635000"/>
              <a:gd name="csX15" fmla="*/ 84137 w 736600"/>
              <a:gd name="csY15" fmla="*/ 412750 h 635000"/>
              <a:gd name="csX16" fmla="*/ 20637 w 736600"/>
              <a:gd name="csY16" fmla="*/ 428625 h 635000"/>
              <a:gd name="csX17" fmla="*/ 4762 w 736600"/>
              <a:gd name="csY17" fmla="*/ 409575 h 635000"/>
              <a:gd name="csX18" fmla="*/ 14287 w 736600"/>
              <a:gd name="csY18" fmla="*/ 390525 h 635000"/>
              <a:gd name="csX19" fmla="*/ 0 w 736600"/>
              <a:gd name="csY19" fmla="*/ 373063 h 635000"/>
              <a:gd name="csX20" fmla="*/ 0 w 736600"/>
              <a:gd name="csY20" fmla="*/ 158750 h 635000"/>
              <a:gd name="csX21" fmla="*/ 58737 w 736600"/>
              <a:gd name="csY21" fmla="*/ 198438 h 635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Lst>
            <a:rect l="l" t="t" r="r" b="b"/>
            <a:pathLst>
              <a:path w="736600" h="635000">
                <a:moveTo>
                  <a:pt x="401637" y="0"/>
                </a:moveTo>
                <a:lnTo>
                  <a:pt x="736600" y="190500"/>
                </a:lnTo>
                <a:lnTo>
                  <a:pt x="736600" y="404813"/>
                </a:lnTo>
                <a:lnTo>
                  <a:pt x="661987" y="442913"/>
                </a:lnTo>
                <a:lnTo>
                  <a:pt x="666750" y="539750"/>
                </a:lnTo>
                <a:lnTo>
                  <a:pt x="652462" y="563563"/>
                </a:lnTo>
                <a:lnTo>
                  <a:pt x="619125" y="579438"/>
                </a:lnTo>
                <a:lnTo>
                  <a:pt x="587375" y="579438"/>
                </a:lnTo>
                <a:lnTo>
                  <a:pt x="525462" y="550863"/>
                </a:lnTo>
                <a:lnTo>
                  <a:pt x="457200" y="568325"/>
                </a:lnTo>
                <a:lnTo>
                  <a:pt x="460375" y="635000"/>
                </a:lnTo>
                <a:lnTo>
                  <a:pt x="365125" y="592138"/>
                </a:lnTo>
                <a:lnTo>
                  <a:pt x="328612" y="614363"/>
                </a:lnTo>
                <a:lnTo>
                  <a:pt x="303212" y="590550"/>
                </a:lnTo>
                <a:lnTo>
                  <a:pt x="307975" y="549275"/>
                </a:lnTo>
                <a:lnTo>
                  <a:pt x="84137" y="412750"/>
                </a:lnTo>
                <a:lnTo>
                  <a:pt x="20637" y="428625"/>
                </a:lnTo>
                <a:lnTo>
                  <a:pt x="4762" y="409575"/>
                </a:lnTo>
                <a:lnTo>
                  <a:pt x="14287" y="390525"/>
                </a:lnTo>
                <a:lnTo>
                  <a:pt x="0" y="373063"/>
                </a:lnTo>
                <a:lnTo>
                  <a:pt x="0" y="158750"/>
                </a:lnTo>
                <a:lnTo>
                  <a:pt x="58737" y="198438"/>
                </a:lnTo>
                <a:close/>
              </a:path>
            </a:pathLst>
          </a:custGeom>
        </p:spPr>
      </p:pic>
      <p:sp>
        <p:nvSpPr>
          <p:cNvPr id="4" name="テキスト ボックス 3">
            <a:extLst>
              <a:ext uri="{FF2B5EF4-FFF2-40B4-BE49-F238E27FC236}">
                <a16:creationId xmlns:a16="http://schemas.microsoft.com/office/drawing/2014/main" id="{ED46BBF6-08C3-5B69-C666-68FD5015CE6B}"/>
              </a:ext>
            </a:extLst>
          </p:cNvPr>
          <p:cNvSpPr txBox="1"/>
          <p:nvPr/>
        </p:nvSpPr>
        <p:spPr>
          <a:xfrm>
            <a:off x="9855836" y="3796242"/>
            <a:ext cx="2509324" cy="461665"/>
          </a:xfrm>
          <a:prstGeom prst="rect">
            <a:avLst/>
          </a:prstGeom>
          <a:noFill/>
        </p:spPr>
        <p:txBody>
          <a:bodyPr wrap="square" rtlCol="0">
            <a:spAutoFit/>
          </a:bodyPr>
          <a:lstStyle/>
          <a:p>
            <a:r>
              <a:rPr kumimoji="1" lang="en-US" altLang="ja-JP" sz="1200" dirty="0"/>
              <a:t>PI Asset Analytics Service</a:t>
            </a:r>
          </a:p>
          <a:p>
            <a:r>
              <a:rPr lang="en-US" altLang="ja-JP" sz="1200" dirty="0"/>
              <a:t>PI Notification Service</a:t>
            </a:r>
            <a:endParaRPr kumimoji="1" lang="ja-JP" altLang="en-US" sz="1200" dirty="0"/>
          </a:p>
        </p:txBody>
      </p:sp>
      <p:cxnSp>
        <p:nvCxnSpPr>
          <p:cNvPr id="5" name="直線コネクタ 4">
            <a:extLst>
              <a:ext uri="{FF2B5EF4-FFF2-40B4-BE49-F238E27FC236}">
                <a16:creationId xmlns:a16="http://schemas.microsoft.com/office/drawing/2014/main" id="{ADCE50B1-E497-0E3B-2FA7-965020707498}"/>
              </a:ext>
            </a:extLst>
          </p:cNvPr>
          <p:cNvCxnSpPr/>
          <p:nvPr/>
        </p:nvCxnSpPr>
        <p:spPr>
          <a:xfrm flipV="1">
            <a:off x="3038839" y="725496"/>
            <a:ext cx="0" cy="1136265"/>
          </a:xfrm>
          <a:prstGeom prst="line">
            <a:avLst/>
          </a:prstGeom>
          <a:ln w="38100">
            <a:solidFill>
              <a:srgbClr val="0070C0"/>
            </a:solidFill>
            <a:prstDash val="sysDash"/>
          </a:ln>
        </p:spPr>
        <p:style>
          <a:lnRef idx="1">
            <a:schemeClr val="accent1"/>
          </a:lnRef>
          <a:fillRef idx="0">
            <a:schemeClr val="accent1"/>
          </a:fillRef>
          <a:effectRef idx="0">
            <a:schemeClr val="accent1"/>
          </a:effectRef>
          <a:fontRef idx="minor">
            <a:schemeClr val="tx1"/>
          </a:fontRef>
        </p:style>
      </p:cxnSp>
      <p:cxnSp>
        <p:nvCxnSpPr>
          <p:cNvPr id="6" name="直線コネクタ 5">
            <a:extLst>
              <a:ext uri="{FF2B5EF4-FFF2-40B4-BE49-F238E27FC236}">
                <a16:creationId xmlns:a16="http://schemas.microsoft.com/office/drawing/2014/main" id="{32E73FD4-DD8D-FB58-765A-87456EE01BE9}"/>
              </a:ext>
            </a:extLst>
          </p:cNvPr>
          <p:cNvCxnSpPr/>
          <p:nvPr/>
        </p:nvCxnSpPr>
        <p:spPr>
          <a:xfrm flipV="1">
            <a:off x="6263669" y="736382"/>
            <a:ext cx="0" cy="1136265"/>
          </a:xfrm>
          <a:prstGeom prst="line">
            <a:avLst/>
          </a:prstGeom>
          <a:ln w="38100">
            <a:solidFill>
              <a:srgbClr val="0070C0"/>
            </a:solidFill>
            <a:prstDash val="sysDash"/>
          </a:ln>
        </p:spPr>
        <p:style>
          <a:lnRef idx="1">
            <a:schemeClr val="accent1"/>
          </a:lnRef>
          <a:fillRef idx="0">
            <a:schemeClr val="accent1"/>
          </a:fillRef>
          <a:effectRef idx="0">
            <a:schemeClr val="accent1"/>
          </a:effectRef>
          <a:fontRef idx="minor">
            <a:schemeClr val="tx1"/>
          </a:fontRef>
        </p:style>
      </p:cxnSp>
      <p:sp>
        <p:nvSpPr>
          <p:cNvPr id="7" name="テキスト ボックス 6">
            <a:extLst>
              <a:ext uri="{FF2B5EF4-FFF2-40B4-BE49-F238E27FC236}">
                <a16:creationId xmlns:a16="http://schemas.microsoft.com/office/drawing/2014/main" id="{10C8F73D-9020-F47E-F2AF-020DA3092DC9}"/>
              </a:ext>
            </a:extLst>
          </p:cNvPr>
          <p:cNvSpPr txBox="1"/>
          <p:nvPr/>
        </p:nvSpPr>
        <p:spPr>
          <a:xfrm>
            <a:off x="6310472" y="5458026"/>
            <a:ext cx="1186543" cy="276999"/>
          </a:xfrm>
          <a:prstGeom prst="rect">
            <a:avLst/>
          </a:prstGeom>
          <a:noFill/>
        </p:spPr>
        <p:txBody>
          <a:bodyPr wrap="none" rtlCol="0">
            <a:spAutoFit/>
          </a:bodyPr>
          <a:lstStyle/>
          <a:p>
            <a:r>
              <a:rPr kumimoji="1" lang="en-US" altLang="zh-CN" sz="1200" dirty="0"/>
              <a:t>Kafka(Future)</a:t>
            </a:r>
            <a:endParaRPr kumimoji="1" lang="ja-JP" altLang="en-US" sz="1200" dirty="0"/>
          </a:p>
        </p:txBody>
      </p:sp>
    </p:spTree>
    <p:extLst>
      <p:ext uri="{BB962C8B-B14F-4D97-AF65-F5344CB8AC3E}">
        <p14:creationId xmlns:p14="http://schemas.microsoft.com/office/powerpoint/2010/main" val="198299729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CE7F74B-5A9F-DD7F-AED8-507F54177F04}"/>
              </a:ext>
            </a:extLst>
          </p:cNvPr>
          <p:cNvSpPr>
            <a:spLocks noGrp="1"/>
          </p:cNvSpPr>
          <p:nvPr>
            <p:ph type="title"/>
          </p:nvPr>
        </p:nvSpPr>
        <p:spPr/>
        <p:txBody>
          <a:bodyPr/>
          <a:lstStyle/>
          <a:p>
            <a:r>
              <a:rPr lang="ja-JP" altLang="en-US" dirty="0"/>
              <a:t>中電のネットワークセキュリティ制限よりの対策案</a:t>
            </a:r>
            <a:br>
              <a:rPr lang="en-US" altLang="ja-JP" dirty="0"/>
            </a:br>
            <a:r>
              <a:rPr lang="en-US" altLang="ja-JP" dirty="0"/>
              <a:t>The solution for security limits in </a:t>
            </a:r>
            <a:r>
              <a:rPr lang="en-US" altLang="zh-CN" dirty="0" err="1"/>
              <a:t>chudengr</a:t>
            </a:r>
            <a:endParaRPr kumimoji="1" lang="ja-JP" altLang="en-US" dirty="0"/>
          </a:p>
        </p:txBody>
      </p:sp>
      <p:sp>
        <p:nvSpPr>
          <p:cNvPr id="6" name="テキスト ボックス 5">
            <a:extLst>
              <a:ext uri="{FF2B5EF4-FFF2-40B4-BE49-F238E27FC236}">
                <a16:creationId xmlns:a16="http://schemas.microsoft.com/office/drawing/2014/main" id="{60181A3E-F857-734A-35EA-B61C6E5BD997}"/>
              </a:ext>
            </a:extLst>
          </p:cNvPr>
          <p:cNvSpPr txBox="1"/>
          <p:nvPr/>
        </p:nvSpPr>
        <p:spPr>
          <a:xfrm>
            <a:off x="334222" y="836317"/>
            <a:ext cx="4705435" cy="369332"/>
          </a:xfrm>
          <a:prstGeom prst="rect">
            <a:avLst/>
          </a:prstGeom>
          <a:noFill/>
        </p:spPr>
        <p:txBody>
          <a:bodyPr wrap="square">
            <a:spAutoFit/>
          </a:bodyPr>
          <a:lstStyle/>
          <a:p>
            <a:r>
              <a:rPr lang="ja-JP" altLang="en-US" b="1" dirty="0"/>
              <a:t>案</a:t>
            </a:r>
            <a:r>
              <a:rPr lang="en-US" altLang="zh-CN" b="1" dirty="0"/>
              <a:t>1: </a:t>
            </a:r>
            <a:r>
              <a:rPr lang="en-US" altLang="ja-JP" b="1" dirty="0"/>
              <a:t>Adapter</a:t>
            </a:r>
            <a:r>
              <a:rPr lang="ja-JP" altLang="en-US" b="1" dirty="0"/>
              <a:t> </a:t>
            </a:r>
            <a:r>
              <a:rPr lang="en-US" altLang="zh-CN" b="1" dirty="0"/>
              <a:t>+ </a:t>
            </a:r>
            <a:r>
              <a:rPr lang="en-US" altLang="ja-JP" b="1" dirty="0"/>
              <a:t>PI Web API</a:t>
            </a:r>
            <a:endParaRPr lang="ja-JP" altLang="en-US" b="1" dirty="0"/>
          </a:p>
        </p:txBody>
      </p:sp>
      <p:sp>
        <p:nvSpPr>
          <p:cNvPr id="8" name="テキスト ボックス 7">
            <a:extLst>
              <a:ext uri="{FF2B5EF4-FFF2-40B4-BE49-F238E27FC236}">
                <a16:creationId xmlns:a16="http://schemas.microsoft.com/office/drawing/2014/main" id="{ACEB6DED-85EB-DD3D-3100-0ED575AAF96D}"/>
              </a:ext>
            </a:extLst>
          </p:cNvPr>
          <p:cNvSpPr txBox="1"/>
          <p:nvPr/>
        </p:nvSpPr>
        <p:spPr>
          <a:xfrm>
            <a:off x="334222" y="4692404"/>
            <a:ext cx="5053304" cy="369332"/>
          </a:xfrm>
          <a:prstGeom prst="rect">
            <a:avLst/>
          </a:prstGeom>
          <a:noFill/>
        </p:spPr>
        <p:txBody>
          <a:bodyPr wrap="square">
            <a:spAutoFit/>
          </a:bodyPr>
          <a:lstStyle/>
          <a:p>
            <a:r>
              <a:rPr lang="zh-CN" altLang="en-US" b="1" dirty="0"/>
              <a:t>案</a:t>
            </a:r>
            <a:r>
              <a:rPr lang="en-US" altLang="zh-CN" b="1" dirty="0"/>
              <a:t>3</a:t>
            </a:r>
            <a:r>
              <a:rPr lang="zh-CN" altLang="en-US" b="1" dirty="0"/>
              <a:t>：</a:t>
            </a:r>
            <a:r>
              <a:rPr lang="en-US" altLang="ja-JP" b="1" dirty="0"/>
              <a:t> VPN + Direct Connect</a:t>
            </a:r>
            <a:endParaRPr lang="ja-JP" altLang="en-US" b="1" dirty="0"/>
          </a:p>
        </p:txBody>
      </p:sp>
      <p:sp>
        <p:nvSpPr>
          <p:cNvPr id="10" name="テキスト ボックス 9">
            <a:extLst>
              <a:ext uri="{FF2B5EF4-FFF2-40B4-BE49-F238E27FC236}">
                <a16:creationId xmlns:a16="http://schemas.microsoft.com/office/drawing/2014/main" id="{DEC87AEC-5CAB-DF5B-9279-9FAC2CD46AB0}"/>
              </a:ext>
            </a:extLst>
          </p:cNvPr>
          <p:cNvSpPr txBox="1"/>
          <p:nvPr/>
        </p:nvSpPr>
        <p:spPr>
          <a:xfrm>
            <a:off x="334222" y="2717709"/>
            <a:ext cx="3525710" cy="369332"/>
          </a:xfrm>
          <a:prstGeom prst="rect">
            <a:avLst/>
          </a:prstGeom>
          <a:noFill/>
        </p:spPr>
        <p:txBody>
          <a:bodyPr wrap="square">
            <a:spAutoFit/>
          </a:bodyPr>
          <a:lstStyle/>
          <a:p>
            <a:r>
              <a:rPr lang="ja-JP" altLang="en-US" b="1" dirty="0"/>
              <a:t>案２</a:t>
            </a:r>
            <a:r>
              <a:rPr lang="en-US" altLang="zh-CN" b="1" dirty="0"/>
              <a:t> : MQ/RDB + </a:t>
            </a:r>
            <a:r>
              <a:rPr lang="en-US" altLang="ja-JP" b="1" dirty="0"/>
              <a:t>PI Relay</a:t>
            </a:r>
            <a:endParaRPr lang="ja-JP" altLang="en-US" b="1" dirty="0"/>
          </a:p>
        </p:txBody>
      </p:sp>
      <p:sp>
        <p:nvSpPr>
          <p:cNvPr id="3" name="フローチャート: 複数書類 2">
            <a:extLst>
              <a:ext uri="{FF2B5EF4-FFF2-40B4-BE49-F238E27FC236}">
                <a16:creationId xmlns:a16="http://schemas.microsoft.com/office/drawing/2014/main" id="{2C0FA97D-250D-FE9F-010B-F69D76DC2D97}"/>
              </a:ext>
            </a:extLst>
          </p:cNvPr>
          <p:cNvSpPr/>
          <p:nvPr/>
        </p:nvSpPr>
        <p:spPr>
          <a:xfrm>
            <a:off x="930781" y="3426412"/>
            <a:ext cx="660443" cy="493744"/>
          </a:xfrm>
          <a:prstGeom prst="flowChartMultidocument">
            <a:avLst/>
          </a:prstGeom>
          <a:solidFill>
            <a:schemeClr val="bg1">
              <a:lumMod val="75000"/>
            </a:schemeClr>
          </a:solidFill>
          <a:ln w="12700">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テキスト ボックス 4">
            <a:extLst>
              <a:ext uri="{FF2B5EF4-FFF2-40B4-BE49-F238E27FC236}">
                <a16:creationId xmlns:a16="http://schemas.microsoft.com/office/drawing/2014/main" id="{8381BD17-C567-6028-C7A7-FDAE8935D459}"/>
              </a:ext>
            </a:extLst>
          </p:cNvPr>
          <p:cNvSpPr txBox="1"/>
          <p:nvPr/>
        </p:nvSpPr>
        <p:spPr>
          <a:xfrm>
            <a:off x="700379" y="3983091"/>
            <a:ext cx="2526651" cy="307777"/>
          </a:xfrm>
          <a:prstGeom prst="rect">
            <a:avLst/>
          </a:prstGeom>
          <a:noFill/>
        </p:spPr>
        <p:txBody>
          <a:bodyPr wrap="square">
            <a:spAutoFit/>
          </a:bodyPr>
          <a:lstStyle/>
          <a:p>
            <a:r>
              <a:rPr lang="en-US" altLang="ja-JP" sz="1400" dirty="0"/>
              <a:t>csv</a:t>
            </a:r>
            <a:r>
              <a:rPr lang="ja-JP" altLang="en-US" sz="1400" dirty="0"/>
              <a:t>（保守支援装置出力）</a:t>
            </a:r>
          </a:p>
        </p:txBody>
      </p:sp>
      <p:cxnSp>
        <p:nvCxnSpPr>
          <p:cNvPr id="9" name="直線矢印コネクタ 8">
            <a:extLst>
              <a:ext uri="{FF2B5EF4-FFF2-40B4-BE49-F238E27FC236}">
                <a16:creationId xmlns:a16="http://schemas.microsoft.com/office/drawing/2014/main" id="{DCADF030-CC04-BFDB-025E-FD36EA64E332}"/>
              </a:ext>
            </a:extLst>
          </p:cNvPr>
          <p:cNvCxnSpPr>
            <a:cxnSpLocks/>
            <a:stCxn id="3" idx="3"/>
            <a:endCxn id="21" idx="1"/>
          </p:cNvCxnSpPr>
          <p:nvPr/>
        </p:nvCxnSpPr>
        <p:spPr>
          <a:xfrm flipV="1">
            <a:off x="1591224" y="3657434"/>
            <a:ext cx="1422314" cy="15850"/>
          </a:xfrm>
          <a:prstGeom prst="straightConnector1">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pic>
        <p:nvPicPr>
          <p:cNvPr id="21" name="グラフィックス 20" descr="設定 単色塗りつぶし">
            <a:extLst>
              <a:ext uri="{FF2B5EF4-FFF2-40B4-BE49-F238E27FC236}">
                <a16:creationId xmlns:a16="http://schemas.microsoft.com/office/drawing/2014/main" id="{601FD31A-E773-031D-DC37-6876C4925D9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013538" y="3327212"/>
            <a:ext cx="660443" cy="660443"/>
          </a:xfrm>
          <a:prstGeom prst="rect">
            <a:avLst/>
          </a:prstGeom>
        </p:spPr>
      </p:pic>
      <p:sp>
        <p:nvSpPr>
          <p:cNvPr id="22" name="テキスト ボックス 21">
            <a:extLst>
              <a:ext uri="{FF2B5EF4-FFF2-40B4-BE49-F238E27FC236}">
                <a16:creationId xmlns:a16="http://schemas.microsoft.com/office/drawing/2014/main" id="{F8631184-17F2-B02A-FA9C-6070241ED101}"/>
              </a:ext>
            </a:extLst>
          </p:cNvPr>
          <p:cNvSpPr txBox="1"/>
          <p:nvPr/>
        </p:nvSpPr>
        <p:spPr>
          <a:xfrm>
            <a:off x="2753587" y="4002000"/>
            <a:ext cx="1605501" cy="307777"/>
          </a:xfrm>
          <a:prstGeom prst="rect">
            <a:avLst/>
          </a:prstGeom>
          <a:noFill/>
        </p:spPr>
        <p:txBody>
          <a:bodyPr wrap="square">
            <a:spAutoFit/>
          </a:bodyPr>
          <a:lstStyle/>
          <a:p>
            <a:r>
              <a:rPr lang="en-US" altLang="ja-JP" sz="1400" dirty="0"/>
              <a:t>MQ Broker/RDB</a:t>
            </a:r>
            <a:endParaRPr lang="ja-JP" altLang="en-US" sz="1400" dirty="0"/>
          </a:p>
        </p:txBody>
      </p:sp>
      <p:pic>
        <p:nvPicPr>
          <p:cNvPr id="24" name="グラフィックス 23" descr="コマンド (ターミナル) 枠線">
            <a:extLst>
              <a:ext uri="{FF2B5EF4-FFF2-40B4-BE49-F238E27FC236}">
                <a16:creationId xmlns:a16="http://schemas.microsoft.com/office/drawing/2014/main" id="{A261B5B6-001E-B0E3-2407-96DF5965840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683176" y="3312384"/>
            <a:ext cx="660443" cy="660443"/>
          </a:xfrm>
          <a:prstGeom prst="rect">
            <a:avLst/>
          </a:prstGeom>
        </p:spPr>
      </p:pic>
      <p:pic>
        <p:nvPicPr>
          <p:cNvPr id="26" name="グラフィックス 25" descr="イラストレーター 枠線">
            <a:extLst>
              <a:ext uri="{FF2B5EF4-FFF2-40B4-BE49-F238E27FC236}">
                <a16:creationId xmlns:a16="http://schemas.microsoft.com/office/drawing/2014/main" id="{E9D82B20-8A93-8F94-2954-770A4AA1E857}"/>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550745" y="3264724"/>
            <a:ext cx="748509" cy="748509"/>
          </a:xfrm>
          <a:prstGeom prst="rect">
            <a:avLst/>
          </a:prstGeom>
        </p:spPr>
      </p:pic>
      <p:sp>
        <p:nvSpPr>
          <p:cNvPr id="27" name="テキスト ボックス 26">
            <a:extLst>
              <a:ext uri="{FF2B5EF4-FFF2-40B4-BE49-F238E27FC236}">
                <a16:creationId xmlns:a16="http://schemas.microsoft.com/office/drawing/2014/main" id="{A6955450-0710-AA31-89CF-B4DB92F1347E}"/>
              </a:ext>
            </a:extLst>
          </p:cNvPr>
          <p:cNvSpPr txBox="1"/>
          <p:nvPr/>
        </p:nvSpPr>
        <p:spPr>
          <a:xfrm>
            <a:off x="4240113" y="3993070"/>
            <a:ext cx="2228594" cy="307777"/>
          </a:xfrm>
          <a:prstGeom prst="rect">
            <a:avLst/>
          </a:prstGeom>
          <a:noFill/>
        </p:spPr>
        <p:txBody>
          <a:bodyPr wrap="square">
            <a:spAutoFit/>
          </a:bodyPr>
          <a:lstStyle/>
          <a:p>
            <a:r>
              <a:rPr lang="en-US" altLang="ja-JP" sz="1400" dirty="0"/>
              <a:t>PI Connector for MQTT</a:t>
            </a:r>
            <a:endParaRPr lang="ja-JP" altLang="en-US" sz="1400" dirty="0"/>
          </a:p>
        </p:txBody>
      </p:sp>
      <p:sp>
        <p:nvSpPr>
          <p:cNvPr id="28" name="テキスト ボックス 27">
            <a:extLst>
              <a:ext uri="{FF2B5EF4-FFF2-40B4-BE49-F238E27FC236}">
                <a16:creationId xmlns:a16="http://schemas.microsoft.com/office/drawing/2014/main" id="{E0B3F11F-9BD4-0B54-3069-434ED4EEBE65}"/>
              </a:ext>
            </a:extLst>
          </p:cNvPr>
          <p:cNvSpPr txBox="1"/>
          <p:nvPr/>
        </p:nvSpPr>
        <p:spPr>
          <a:xfrm>
            <a:off x="6895014" y="4020120"/>
            <a:ext cx="2228594" cy="307777"/>
          </a:xfrm>
          <a:prstGeom prst="rect">
            <a:avLst/>
          </a:prstGeom>
          <a:noFill/>
        </p:spPr>
        <p:txBody>
          <a:bodyPr wrap="square">
            <a:spAutoFit/>
          </a:bodyPr>
          <a:lstStyle/>
          <a:p>
            <a:r>
              <a:rPr lang="en-US" altLang="ja-JP" sz="1400" dirty="0"/>
              <a:t>PI Relay for Connectors</a:t>
            </a:r>
            <a:endParaRPr lang="ja-JP" altLang="en-US" sz="1400" dirty="0"/>
          </a:p>
        </p:txBody>
      </p:sp>
      <p:pic>
        <p:nvPicPr>
          <p:cNvPr id="29" name="図 28">
            <a:extLst>
              <a:ext uri="{FF2B5EF4-FFF2-40B4-BE49-F238E27FC236}">
                <a16:creationId xmlns:a16="http://schemas.microsoft.com/office/drawing/2014/main" id="{69E1AC06-34D6-037B-163C-3D6FDEAD277F}"/>
              </a:ext>
            </a:extLst>
          </p:cNvPr>
          <p:cNvPicPr>
            <a:picLocks noChangeAspect="1"/>
          </p:cNvPicPr>
          <p:nvPr/>
        </p:nvPicPr>
        <p:blipFill>
          <a:blip r:embed="rId6"/>
          <a:srcRect l="56392" t="19769" r="34553" b="68889"/>
          <a:stretch>
            <a:fillRect/>
          </a:stretch>
        </p:blipFill>
        <p:spPr>
          <a:xfrm>
            <a:off x="9897885" y="3206872"/>
            <a:ext cx="833937" cy="706971"/>
          </a:xfrm>
          <a:custGeom>
            <a:avLst/>
            <a:gdLst>
              <a:gd name="csX0" fmla="*/ 504825 w 917575"/>
              <a:gd name="csY0" fmla="*/ 0 h 777875"/>
              <a:gd name="csX1" fmla="*/ 914400 w 917575"/>
              <a:gd name="csY1" fmla="*/ 228600 h 777875"/>
              <a:gd name="csX2" fmla="*/ 917575 w 917575"/>
              <a:gd name="csY2" fmla="*/ 492125 h 777875"/>
              <a:gd name="csX3" fmla="*/ 838200 w 917575"/>
              <a:gd name="csY3" fmla="*/ 546100 h 777875"/>
              <a:gd name="csX4" fmla="*/ 838200 w 917575"/>
              <a:gd name="csY4" fmla="*/ 673100 h 777875"/>
              <a:gd name="csX5" fmla="*/ 806450 w 917575"/>
              <a:gd name="csY5" fmla="*/ 695325 h 777875"/>
              <a:gd name="csX6" fmla="*/ 768350 w 917575"/>
              <a:gd name="csY6" fmla="*/ 708025 h 777875"/>
              <a:gd name="csX7" fmla="*/ 704850 w 917575"/>
              <a:gd name="csY7" fmla="*/ 701675 h 777875"/>
              <a:gd name="csX8" fmla="*/ 682625 w 917575"/>
              <a:gd name="csY8" fmla="*/ 692150 h 777875"/>
              <a:gd name="csX9" fmla="*/ 654050 w 917575"/>
              <a:gd name="csY9" fmla="*/ 654050 h 777875"/>
              <a:gd name="csX10" fmla="*/ 574675 w 917575"/>
              <a:gd name="csY10" fmla="*/ 701675 h 777875"/>
              <a:gd name="csX11" fmla="*/ 577850 w 917575"/>
              <a:gd name="csY11" fmla="*/ 777875 h 777875"/>
              <a:gd name="csX12" fmla="*/ 482600 w 917575"/>
              <a:gd name="csY12" fmla="*/ 714375 h 777875"/>
              <a:gd name="csX13" fmla="*/ 428625 w 917575"/>
              <a:gd name="csY13" fmla="*/ 739775 h 777875"/>
              <a:gd name="csX14" fmla="*/ 400050 w 917575"/>
              <a:gd name="csY14" fmla="*/ 739775 h 777875"/>
              <a:gd name="csX15" fmla="*/ 396875 w 917575"/>
              <a:gd name="csY15" fmla="*/ 673100 h 777875"/>
              <a:gd name="csX16" fmla="*/ 98425 w 917575"/>
              <a:gd name="csY16" fmla="*/ 495300 h 777875"/>
              <a:gd name="csX17" fmla="*/ 63500 w 917575"/>
              <a:gd name="csY17" fmla="*/ 530225 h 777875"/>
              <a:gd name="csX18" fmla="*/ 25400 w 917575"/>
              <a:gd name="csY18" fmla="*/ 514350 h 777875"/>
              <a:gd name="csX19" fmla="*/ 25400 w 917575"/>
              <a:gd name="csY19" fmla="*/ 466725 h 777875"/>
              <a:gd name="csX20" fmla="*/ 12700 w 917575"/>
              <a:gd name="csY20" fmla="*/ 463550 h 777875"/>
              <a:gd name="csX21" fmla="*/ 0 w 917575"/>
              <a:gd name="csY21" fmla="*/ 200025 h 777875"/>
              <a:gd name="csX22" fmla="*/ 101600 w 917575"/>
              <a:gd name="csY22" fmla="*/ 238125 h 77787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Lst>
            <a:rect l="l" t="t" r="r" b="b"/>
            <a:pathLst>
              <a:path w="917575" h="777875">
                <a:moveTo>
                  <a:pt x="504825" y="0"/>
                </a:moveTo>
                <a:lnTo>
                  <a:pt x="914400" y="228600"/>
                </a:lnTo>
                <a:cubicBezTo>
                  <a:pt x="915458" y="316442"/>
                  <a:pt x="916517" y="404283"/>
                  <a:pt x="917575" y="492125"/>
                </a:cubicBezTo>
                <a:lnTo>
                  <a:pt x="838200" y="546100"/>
                </a:lnTo>
                <a:lnTo>
                  <a:pt x="838200" y="673100"/>
                </a:lnTo>
                <a:lnTo>
                  <a:pt x="806450" y="695325"/>
                </a:lnTo>
                <a:lnTo>
                  <a:pt x="768350" y="708025"/>
                </a:lnTo>
                <a:lnTo>
                  <a:pt x="704850" y="701675"/>
                </a:lnTo>
                <a:lnTo>
                  <a:pt x="682625" y="692150"/>
                </a:lnTo>
                <a:lnTo>
                  <a:pt x="654050" y="654050"/>
                </a:lnTo>
                <a:lnTo>
                  <a:pt x="574675" y="701675"/>
                </a:lnTo>
                <a:lnTo>
                  <a:pt x="577850" y="777875"/>
                </a:lnTo>
                <a:lnTo>
                  <a:pt x="482600" y="714375"/>
                </a:lnTo>
                <a:lnTo>
                  <a:pt x="428625" y="739775"/>
                </a:lnTo>
                <a:lnTo>
                  <a:pt x="400050" y="739775"/>
                </a:lnTo>
                <a:lnTo>
                  <a:pt x="396875" y="673100"/>
                </a:lnTo>
                <a:lnTo>
                  <a:pt x="98425" y="495300"/>
                </a:lnTo>
                <a:lnTo>
                  <a:pt x="63500" y="530225"/>
                </a:lnTo>
                <a:lnTo>
                  <a:pt x="25400" y="514350"/>
                </a:lnTo>
                <a:lnTo>
                  <a:pt x="25400" y="466725"/>
                </a:lnTo>
                <a:lnTo>
                  <a:pt x="12700" y="463550"/>
                </a:lnTo>
                <a:lnTo>
                  <a:pt x="0" y="200025"/>
                </a:lnTo>
                <a:lnTo>
                  <a:pt x="101600" y="238125"/>
                </a:lnTo>
                <a:close/>
              </a:path>
            </a:pathLst>
          </a:custGeom>
        </p:spPr>
      </p:pic>
      <p:pic>
        <p:nvPicPr>
          <p:cNvPr id="30" name="図 29">
            <a:extLst>
              <a:ext uri="{FF2B5EF4-FFF2-40B4-BE49-F238E27FC236}">
                <a16:creationId xmlns:a16="http://schemas.microsoft.com/office/drawing/2014/main" id="{C1EFF109-7997-7DE9-DD5D-F0480C1AED7B}"/>
              </a:ext>
            </a:extLst>
          </p:cNvPr>
          <p:cNvPicPr>
            <a:picLocks noChangeAspect="1"/>
          </p:cNvPicPr>
          <p:nvPr/>
        </p:nvPicPr>
        <p:blipFill>
          <a:blip r:embed="rId6"/>
          <a:srcRect l="82244" t="12014" r="9500" b="77546"/>
          <a:stretch>
            <a:fillRect/>
          </a:stretch>
        </p:blipFill>
        <p:spPr>
          <a:xfrm>
            <a:off x="10525298" y="3184658"/>
            <a:ext cx="742624" cy="635527"/>
          </a:xfrm>
          <a:custGeom>
            <a:avLst/>
            <a:gdLst>
              <a:gd name="csX0" fmla="*/ 455613 w 836613"/>
              <a:gd name="csY0" fmla="*/ 0 h 715962"/>
              <a:gd name="csX1" fmla="*/ 835025 w 836613"/>
              <a:gd name="csY1" fmla="*/ 217487 h 715962"/>
              <a:gd name="csX2" fmla="*/ 836613 w 836613"/>
              <a:gd name="csY2" fmla="*/ 447675 h 715962"/>
              <a:gd name="csX3" fmla="*/ 519113 w 836613"/>
              <a:gd name="csY3" fmla="*/ 638175 h 715962"/>
              <a:gd name="csX4" fmla="*/ 519113 w 836613"/>
              <a:gd name="csY4" fmla="*/ 715962 h 715962"/>
              <a:gd name="csX5" fmla="*/ 425450 w 836613"/>
              <a:gd name="csY5" fmla="*/ 658812 h 715962"/>
              <a:gd name="csX6" fmla="*/ 387350 w 836613"/>
              <a:gd name="csY6" fmla="*/ 676275 h 715962"/>
              <a:gd name="csX7" fmla="*/ 352425 w 836613"/>
              <a:gd name="csY7" fmla="*/ 655637 h 715962"/>
              <a:gd name="csX8" fmla="*/ 357188 w 836613"/>
              <a:gd name="csY8" fmla="*/ 608012 h 715962"/>
              <a:gd name="csX9" fmla="*/ 85725 w 836613"/>
              <a:gd name="csY9" fmla="*/ 457200 h 715962"/>
              <a:gd name="csX10" fmla="*/ 47625 w 836613"/>
              <a:gd name="csY10" fmla="*/ 482600 h 715962"/>
              <a:gd name="csX11" fmla="*/ 14288 w 836613"/>
              <a:gd name="csY11" fmla="*/ 466725 h 715962"/>
              <a:gd name="csX12" fmla="*/ 19050 w 836613"/>
              <a:gd name="csY12" fmla="*/ 417512 h 715962"/>
              <a:gd name="csX13" fmla="*/ 0 w 836613"/>
              <a:gd name="csY13" fmla="*/ 400050 h 715962"/>
              <a:gd name="csX14" fmla="*/ 7938 w 836613"/>
              <a:gd name="csY14" fmla="*/ 173037 h 715962"/>
              <a:gd name="csX15" fmla="*/ 77788 w 836613"/>
              <a:gd name="csY15" fmla="*/ 214312 h 71596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Lst>
            <a:rect l="l" t="t" r="r" b="b"/>
            <a:pathLst>
              <a:path w="836613" h="715962">
                <a:moveTo>
                  <a:pt x="455613" y="0"/>
                </a:moveTo>
                <a:lnTo>
                  <a:pt x="835025" y="217487"/>
                </a:lnTo>
                <a:cubicBezTo>
                  <a:pt x="835554" y="294216"/>
                  <a:pt x="836084" y="370946"/>
                  <a:pt x="836613" y="447675"/>
                </a:cubicBezTo>
                <a:lnTo>
                  <a:pt x="519113" y="638175"/>
                </a:lnTo>
                <a:lnTo>
                  <a:pt x="519113" y="715962"/>
                </a:lnTo>
                <a:lnTo>
                  <a:pt x="425450" y="658812"/>
                </a:lnTo>
                <a:lnTo>
                  <a:pt x="387350" y="676275"/>
                </a:lnTo>
                <a:lnTo>
                  <a:pt x="352425" y="655637"/>
                </a:lnTo>
                <a:lnTo>
                  <a:pt x="357188" y="608012"/>
                </a:lnTo>
                <a:lnTo>
                  <a:pt x="85725" y="457200"/>
                </a:lnTo>
                <a:lnTo>
                  <a:pt x="47625" y="482600"/>
                </a:lnTo>
                <a:lnTo>
                  <a:pt x="14288" y="466725"/>
                </a:lnTo>
                <a:lnTo>
                  <a:pt x="19050" y="417512"/>
                </a:lnTo>
                <a:lnTo>
                  <a:pt x="0" y="400050"/>
                </a:lnTo>
                <a:lnTo>
                  <a:pt x="7938" y="173037"/>
                </a:lnTo>
                <a:lnTo>
                  <a:pt x="77788" y="214312"/>
                </a:lnTo>
                <a:close/>
              </a:path>
            </a:pathLst>
          </a:custGeom>
        </p:spPr>
      </p:pic>
      <p:sp>
        <p:nvSpPr>
          <p:cNvPr id="31" name="テキスト ボックス 30">
            <a:extLst>
              <a:ext uri="{FF2B5EF4-FFF2-40B4-BE49-F238E27FC236}">
                <a16:creationId xmlns:a16="http://schemas.microsoft.com/office/drawing/2014/main" id="{AF8BBF75-9308-CD20-7BBB-AB72D631220A}"/>
              </a:ext>
            </a:extLst>
          </p:cNvPr>
          <p:cNvSpPr txBox="1"/>
          <p:nvPr/>
        </p:nvSpPr>
        <p:spPr>
          <a:xfrm>
            <a:off x="10150175" y="4037220"/>
            <a:ext cx="1163293" cy="307777"/>
          </a:xfrm>
          <a:prstGeom prst="rect">
            <a:avLst/>
          </a:prstGeom>
          <a:noFill/>
        </p:spPr>
        <p:txBody>
          <a:bodyPr wrap="square">
            <a:spAutoFit/>
          </a:bodyPr>
          <a:lstStyle/>
          <a:p>
            <a:r>
              <a:rPr lang="en-US" altLang="ja-JP" sz="1400" dirty="0"/>
              <a:t>PI</a:t>
            </a:r>
            <a:r>
              <a:rPr lang="ja-JP" altLang="en-US" sz="1400" dirty="0"/>
              <a:t> </a:t>
            </a:r>
            <a:r>
              <a:rPr lang="en-US" altLang="ja-JP" sz="1400" dirty="0"/>
              <a:t>DA</a:t>
            </a:r>
            <a:r>
              <a:rPr lang="ja-JP" altLang="en-US" sz="1400" dirty="0"/>
              <a:t>・</a:t>
            </a:r>
            <a:r>
              <a:rPr lang="en-US" altLang="ja-JP" sz="1400" dirty="0"/>
              <a:t>AF</a:t>
            </a:r>
          </a:p>
        </p:txBody>
      </p:sp>
      <p:cxnSp>
        <p:nvCxnSpPr>
          <p:cNvPr id="34" name="直線矢印コネクタ 33">
            <a:extLst>
              <a:ext uri="{FF2B5EF4-FFF2-40B4-BE49-F238E27FC236}">
                <a16:creationId xmlns:a16="http://schemas.microsoft.com/office/drawing/2014/main" id="{5EBA2312-809F-2F55-5819-56AD23E35CE7}"/>
              </a:ext>
            </a:extLst>
          </p:cNvPr>
          <p:cNvCxnSpPr>
            <a:cxnSpLocks/>
            <a:stCxn id="21" idx="3"/>
            <a:endCxn id="24" idx="1"/>
          </p:cNvCxnSpPr>
          <p:nvPr/>
        </p:nvCxnSpPr>
        <p:spPr>
          <a:xfrm flipV="1">
            <a:off x="3673981" y="3642606"/>
            <a:ext cx="1009195" cy="14828"/>
          </a:xfrm>
          <a:prstGeom prst="straightConnector1">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38" name="直線矢印コネクタ 37">
            <a:extLst>
              <a:ext uri="{FF2B5EF4-FFF2-40B4-BE49-F238E27FC236}">
                <a16:creationId xmlns:a16="http://schemas.microsoft.com/office/drawing/2014/main" id="{7BA054F6-E48D-4276-5410-0DED9AD340DA}"/>
              </a:ext>
            </a:extLst>
          </p:cNvPr>
          <p:cNvCxnSpPr>
            <a:cxnSpLocks/>
            <a:stCxn id="24" idx="3"/>
            <a:endCxn id="26" idx="1"/>
          </p:cNvCxnSpPr>
          <p:nvPr/>
        </p:nvCxnSpPr>
        <p:spPr>
          <a:xfrm flipV="1">
            <a:off x="5343619" y="3638979"/>
            <a:ext cx="2207126" cy="3627"/>
          </a:xfrm>
          <a:prstGeom prst="straightConnector1">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43" name="直線矢印コネクタ 42">
            <a:extLst>
              <a:ext uri="{FF2B5EF4-FFF2-40B4-BE49-F238E27FC236}">
                <a16:creationId xmlns:a16="http://schemas.microsoft.com/office/drawing/2014/main" id="{DAFEBB00-73C5-2DAB-7910-3616A4CA32ED}"/>
              </a:ext>
            </a:extLst>
          </p:cNvPr>
          <p:cNvCxnSpPr>
            <a:cxnSpLocks/>
            <a:stCxn id="26" idx="3"/>
            <a:endCxn id="29" idx="20"/>
          </p:cNvCxnSpPr>
          <p:nvPr/>
        </p:nvCxnSpPr>
        <p:spPr>
          <a:xfrm flipV="1">
            <a:off x="8299254" y="3628169"/>
            <a:ext cx="1610173" cy="10810"/>
          </a:xfrm>
          <a:prstGeom prst="straightConnector1">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46" name="テキスト ボックス 45">
            <a:extLst>
              <a:ext uri="{FF2B5EF4-FFF2-40B4-BE49-F238E27FC236}">
                <a16:creationId xmlns:a16="http://schemas.microsoft.com/office/drawing/2014/main" id="{8389E94E-63B2-B4AA-4BC6-07C4A95D7B0A}"/>
              </a:ext>
            </a:extLst>
          </p:cNvPr>
          <p:cNvSpPr txBox="1"/>
          <p:nvPr/>
        </p:nvSpPr>
        <p:spPr>
          <a:xfrm>
            <a:off x="1639691" y="3354076"/>
            <a:ext cx="2156653" cy="276999"/>
          </a:xfrm>
          <a:prstGeom prst="rect">
            <a:avLst/>
          </a:prstGeom>
          <a:noFill/>
        </p:spPr>
        <p:txBody>
          <a:bodyPr wrap="square">
            <a:spAutoFit/>
          </a:bodyPr>
          <a:lstStyle/>
          <a:p>
            <a:r>
              <a:rPr lang="en-US" altLang="ja-JP" sz="1200" dirty="0">
                <a:solidFill>
                  <a:srgbClr val="0070C0"/>
                </a:solidFill>
              </a:rPr>
              <a:t>File Reading</a:t>
            </a:r>
            <a:endParaRPr lang="ja-JP" altLang="en-US" sz="1200" dirty="0">
              <a:solidFill>
                <a:srgbClr val="0070C0"/>
              </a:solidFill>
            </a:endParaRPr>
          </a:p>
        </p:txBody>
      </p:sp>
      <p:sp>
        <p:nvSpPr>
          <p:cNvPr id="47" name="テキスト ボックス 46">
            <a:extLst>
              <a:ext uri="{FF2B5EF4-FFF2-40B4-BE49-F238E27FC236}">
                <a16:creationId xmlns:a16="http://schemas.microsoft.com/office/drawing/2014/main" id="{07ABEC5A-349A-A5BA-B41C-AC11163F5E16}"/>
              </a:ext>
            </a:extLst>
          </p:cNvPr>
          <p:cNvSpPr txBox="1"/>
          <p:nvPr/>
        </p:nvSpPr>
        <p:spPr>
          <a:xfrm>
            <a:off x="3673981" y="3283437"/>
            <a:ext cx="1152393" cy="276999"/>
          </a:xfrm>
          <a:prstGeom prst="rect">
            <a:avLst/>
          </a:prstGeom>
          <a:noFill/>
        </p:spPr>
        <p:txBody>
          <a:bodyPr wrap="square">
            <a:spAutoFit/>
          </a:bodyPr>
          <a:lstStyle/>
          <a:p>
            <a:r>
              <a:rPr lang="en-US" altLang="ja-JP" sz="1200" dirty="0">
                <a:solidFill>
                  <a:srgbClr val="0070C0"/>
                </a:solidFill>
              </a:rPr>
              <a:t>8883 TSL</a:t>
            </a:r>
            <a:endParaRPr lang="ja-JP" altLang="en-US" sz="1200" dirty="0">
              <a:solidFill>
                <a:srgbClr val="0070C0"/>
              </a:solidFill>
            </a:endParaRPr>
          </a:p>
        </p:txBody>
      </p:sp>
      <p:sp>
        <p:nvSpPr>
          <p:cNvPr id="49" name="テキスト ボックス 48">
            <a:extLst>
              <a:ext uri="{FF2B5EF4-FFF2-40B4-BE49-F238E27FC236}">
                <a16:creationId xmlns:a16="http://schemas.microsoft.com/office/drawing/2014/main" id="{2A9AC3FC-FD2F-DDFD-B04B-B3B07750CCA1}"/>
              </a:ext>
            </a:extLst>
          </p:cNvPr>
          <p:cNvSpPr txBox="1"/>
          <p:nvPr/>
        </p:nvSpPr>
        <p:spPr>
          <a:xfrm>
            <a:off x="8596992" y="3312889"/>
            <a:ext cx="1152393" cy="307777"/>
          </a:xfrm>
          <a:prstGeom prst="rect">
            <a:avLst/>
          </a:prstGeom>
          <a:noFill/>
        </p:spPr>
        <p:txBody>
          <a:bodyPr wrap="square">
            <a:spAutoFit/>
          </a:bodyPr>
          <a:lstStyle/>
          <a:p>
            <a:r>
              <a:rPr lang="en-US" altLang="ja-JP" sz="1400" dirty="0"/>
              <a:t>5450</a:t>
            </a:r>
            <a:endParaRPr lang="ja-JP" altLang="en-US" sz="1400" dirty="0"/>
          </a:p>
        </p:txBody>
      </p:sp>
      <p:sp>
        <p:nvSpPr>
          <p:cNvPr id="50" name="フローチャート: 複数書類 49">
            <a:extLst>
              <a:ext uri="{FF2B5EF4-FFF2-40B4-BE49-F238E27FC236}">
                <a16:creationId xmlns:a16="http://schemas.microsoft.com/office/drawing/2014/main" id="{F87D4429-71F3-5E44-A4ED-61B71382BA98}"/>
              </a:ext>
            </a:extLst>
          </p:cNvPr>
          <p:cNvSpPr/>
          <p:nvPr/>
        </p:nvSpPr>
        <p:spPr>
          <a:xfrm>
            <a:off x="937105" y="5195461"/>
            <a:ext cx="660443" cy="493744"/>
          </a:xfrm>
          <a:prstGeom prst="flowChartMultidocument">
            <a:avLst/>
          </a:prstGeom>
          <a:solidFill>
            <a:schemeClr val="bg1">
              <a:lumMod val="75000"/>
            </a:schemeClr>
          </a:solidFill>
          <a:ln w="12700">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1" name="テキスト ボックス 50">
            <a:extLst>
              <a:ext uri="{FF2B5EF4-FFF2-40B4-BE49-F238E27FC236}">
                <a16:creationId xmlns:a16="http://schemas.microsoft.com/office/drawing/2014/main" id="{2AE64BB8-A85D-4BFE-3ECC-C7FF4E23C4F9}"/>
              </a:ext>
            </a:extLst>
          </p:cNvPr>
          <p:cNvSpPr txBox="1"/>
          <p:nvPr/>
        </p:nvSpPr>
        <p:spPr>
          <a:xfrm>
            <a:off x="700379" y="5752140"/>
            <a:ext cx="2526651" cy="307777"/>
          </a:xfrm>
          <a:prstGeom prst="rect">
            <a:avLst/>
          </a:prstGeom>
          <a:noFill/>
        </p:spPr>
        <p:txBody>
          <a:bodyPr wrap="square">
            <a:spAutoFit/>
          </a:bodyPr>
          <a:lstStyle/>
          <a:p>
            <a:r>
              <a:rPr lang="en-US" altLang="ja-JP" sz="1400" dirty="0"/>
              <a:t>csv</a:t>
            </a:r>
            <a:r>
              <a:rPr lang="ja-JP" altLang="en-US" sz="1400" dirty="0"/>
              <a:t>（保守支援装置出力）</a:t>
            </a:r>
          </a:p>
        </p:txBody>
      </p:sp>
      <p:cxnSp>
        <p:nvCxnSpPr>
          <p:cNvPr id="52" name="直線矢印コネクタ 51">
            <a:extLst>
              <a:ext uri="{FF2B5EF4-FFF2-40B4-BE49-F238E27FC236}">
                <a16:creationId xmlns:a16="http://schemas.microsoft.com/office/drawing/2014/main" id="{AD1408F5-178B-EAB9-091A-81E5AAF56E78}"/>
              </a:ext>
            </a:extLst>
          </p:cNvPr>
          <p:cNvCxnSpPr>
            <a:cxnSpLocks/>
            <a:stCxn id="50" idx="3"/>
            <a:endCxn id="56" idx="1"/>
          </p:cNvCxnSpPr>
          <p:nvPr/>
        </p:nvCxnSpPr>
        <p:spPr>
          <a:xfrm flipV="1">
            <a:off x="1597548" y="5408028"/>
            <a:ext cx="5959521" cy="34305"/>
          </a:xfrm>
          <a:prstGeom prst="straightConnector1">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pic>
        <p:nvPicPr>
          <p:cNvPr id="56" name="グラフィックス 55" descr="イラストレーター 枠線">
            <a:extLst>
              <a:ext uri="{FF2B5EF4-FFF2-40B4-BE49-F238E27FC236}">
                <a16:creationId xmlns:a16="http://schemas.microsoft.com/office/drawing/2014/main" id="{03B4092E-480B-AFC9-660A-C35FA5C7EA2B}"/>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557069" y="5033773"/>
            <a:ext cx="748509" cy="748509"/>
          </a:xfrm>
          <a:prstGeom prst="rect">
            <a:avLst/>
          </a:prstGeom>
        </p:spPr>
      </p:pic>
      <p:sp>
        <p:nvSpPr>
          <p:cNvPr id="58" name="テキスト ボックス 57">
            <a:extLst>
              <a:ext uri="{FF2B5EF4-FFF2-40B4-BE49-F238E27FC236}">
                <a16:creationId xmlns:a16="http://schemas.microsoft.com/office/drawing/2014/main" id="{A0DEC4B7-B6DA-456F-A5A1-10AB4AFB7328}"/>
              </a:ext>
            </a:extLst>
          </p:cNvPr>
          <p:cNvSpPr txBox="1"/>
          <p:nvPr/>
        </p:nvSpPr>
        <p:spPr>
          <a:xfrm>
            <a:off x="7094037" y="5738531"/>
            <a:ext cx="1791545" cy="307777"/>
          </a:xfrm>
          <a:prstGeom prst="rect">
            <a:avLst/>
          </a:prstGeom>
          <a:noFill/>
        </p:spPr>
        <p:txBody>
          <a:bodyPr wrap="square">
            <a:spAutoFit/>
          </a:bodyPr>
          <a:lstStyle/>
          <a:p>
            <a:r>
              <a:rPr lang="en-US" altLang="ja-JP" sz="1400" dirty="0"/>
              <a:t>PI UFL Interface</a:t>
            </a:r>
            <a:endParaRPr lang="ja-JP" altLang="en-US" sz="1400" dirty="0"/>
          </a:p>
        </p:txBody>
      </p:sp>
      <p:pic>
        <p:nvPicPr>
          <p:cNvPr id="59" name="図 58">
            <a:extLst>
              <a:ext uri="{FF2B5EF4-FFF2-40B4-BE49-F238E27FC236}">
                <a16:creationId xmlns:a16="http://schemas.microsoft.com/office/drawing/2014/main" id="{68B73092-0090-6964-BEF1-494B6AB2D462}"/>
              </a:ext>
            </a:extLst>
          </p:cNvPr>
          <p:cNvPicPr>
            <a:picLocks noChangeAspect="1"/>
          </p:cNvPicPr>
          <p:nvPr/>
        </p:nvPicPr>
        <p:blipFill>
          <a:blip r:embed="rId6"/>
          <a:srcRect l="56392" t="19769" r="34553" b="68889"/>
          <a:stretch>
            <a:fillRect/>
          </a:stretch>
        </p:blipFill>
        <p:spPr>
          <a:xfrm>
            <a:off x="9904209" y="4975921"/>
            <a:ext cx="833937" cy="706971"/>
          </a:xfrm>
          <a:custGeom>
            <a:avLst/>
            <a:gdLst>
              <a:gd name="csX0" fmla="*/ 504825 w 917575"/>
              <a:gd name="csY0" fmla="*/ 0 h 777875"/>
              <a:gd name="csX1" fmla="*/ 914400 w 917575"/>
              <a:gd name="csY1" fmla="*/ 228600 h 777875"/>
              <a:gd name="csX2" fmla="*/ 917575 w 917575"/>
              <a:gd name="csY2" fmla="*/ 492125 h 777875"/>
              <a:gd name="csX3" fmla="*/ 838200 w 917575"/>
              <a:gd name="csY3" fmla="*/ 546100 h 777875"/>
              <a:gd name="csX4" fmla="*/ 838200 w 917575"/>
              <a:gd name="csY4" fmla="*/ 673100 h 777875"/>
              <a:gd name="csX5" fmla="*/ 806450 w 917575"/>
              <a:gd name="csY5" fmla="*/ 695325 h 777875"/>
              <a:gd name="csX6" fmla="*/ 768350 w 917575"/>
              <a:gd name="csY6" fmla="*/ 708025 h 777875"/>
              <a:gd name="csX7" fmla="*/ 704850 w 917575"/>
              <a:gd name="csY7" fmla="*/ 701675 h 777875"/>
              <a:gd name="csX8" fmla="*/ 682625 w 917575"/>
              <a:gd name="csY8" fmla="*/ 692150 h 777875"/>
              <a:gd name="csX9" fmla="*/ 654050 w 917575"/>
              <a:gd name="csY9" fmla="*/ 654050 h 777875"/>
              <a:gd name="csX10" fmla="*/ 574675 w 917575"/>
              <a:gd name="csY10" fmla="*/ 701675 h 777875"/>
              <a:gd name="csX11" fmla="*/ 577850 w 917575"/>
              <a:gd name="csY11" fmla="*/ 777875 h 777875"/>
              <a:gd name="csX12" fmla="*/ 482600 w 917575"/>
              <a:gd name="csY12" fmla="*/ 714375 h 777875"/>
              <a:gd name="csX13" fmla="*/ 428625 w 917575"/>
              <a:gd name="csY13" fmla="*/ 739775 h 777875"/>
              <a:gd name="csX14" fmla="*/ 400050 w 917575"/>
              <a:gd name="csY14" fmla="*/ 739775 h 777875"/>
              <a:gd name="csX15" fmla="*/ 396875 w 917575"/>
              <a:gd name="csY15" fmla="*/ 673100 h 777875"/>
              <a:gd name="csX16" fmla="*/ 98425 w 917575"/>
              <a:gd name="csY16" fmla="*/ 495300 h 777875"/>
              <a:gd name="csX17" fmla="*/ 63500 w 917575"/>
              <a:gd name="csY17" fmla="*/ 530225 h 777875"/>
              <a:gd name="csX18" fmla="*/ 25400 w 917575"/>
              <a:gd name="csY18" fmla="*/ 514350 h 777875"/>
              <a:gd name="csX19" fmla="*/ 25400 w 917575"/>
              <a:gd name="csY19" fmla="*/ 466725 h 777875"/>
              <a:gd name="csX20" fmla="*/ 12700 w 917575"/>
              <a:gd name="csY20" fmla="*/ 463550 h 777875"/>
              <a:gd name="csX21" fmla="*/ 0 w 917575"/>
              <a:gd name="csY21" fmla="*/ 200025 h 777875"/>
              <a:gd name="csX22" fmla="*/ 101600 w 917575"/>
              <a:gd name="csY22" fmla="*/ 238125 h 77787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Lst>
            <a:rect l="l" t="t" r="r" b="b"/>
            <a:pathLst>
              <a:path w="917575" h="777875">
                <a:moveTo>
                  <a:pt x="504825" y="0"/>
                </a:moveTo>
                <a:lnTo>
                  <a:pt x="914400" y="228600"/>
                </a:lnTo>
                <a:cubicBezTo>
                  <a:pt x="915458" y="316442"/>
                  <a:pt x="916517" y="404283"/>
                  <a:pt x="917575" y="492125"/>
                </a:cubicBezTo>
                <a:lnTo>
                  <a:pt x="838200" y="546100"/>
                </a:lnTo>
                <a:lnTo>
                  <a:pt x="838200" y="673100"/>
                </a:lnTo>
                <a:lnTo>
                  <a:pt x="806450" y="695325"/>
                </a:lnTo>
                <a:lnTo>
                  <a:pt x="768350" y="708025"/>
                </a:lnTo>
                <a:lnTo>
                  <a:pt x="704850" y="701675"/>
                </a:lnTo>
                <a:lnTo>
                  <a:pt x="682625" y="692150"/>
                </a:lnTo>
                <a:lnTo>
                  <a:pt x="654050" y="654050"/>
                </a:lnTo>
                <a:lnTo>
                  <a:pt x="574675" y="701675"/>
                </a:lnTo>
                <a:lnTo>
                  <a:pt x="577850" y="777875"/>
                </a:lnTo>
                <a:lnTo>
                  <a:pt x="482600" y="714375"/>
                </a:lnTo>
                <a:lnTo>
                  <a:pt x="428625" y="739775"/>
                </a:lnTo>
                <a:lnTo>
                  <a:pt x="400050" y="739775"/>
                </a:lnTo>
                <a:lnTo>
                  <a:pt x="396875" y="673100"/>
                </a:lnTo>
                <a:lnTo>
                  <a:pt x="98425" y="495300"/>
                </a:lnTo>
                <a:lnTo>
                  <a:pt x="63500" y="530225"/>
                </a:lnTo>
                <a:lnTo>
                  <a:pt x="25400" y="514350"/>
                </a:lnTo>
                <a:lnTo>
                  <a:pt x="25400" y="466725"/>
                </a:lnTo>
                <a:lnTo>
                  <a:pt x="12700" y="463550"/>
                </a:lnTo>
                <a:lnTo>
                  <a:pt x="0" y="200025"/>
                </a:lnTo>
                <a:lnTo>
                  <a:pt x="101600" y="238125"/>
                </a:lnTo>
                <a:close/>
              </a:path>
            </a:pathLst>
          </a:custGeom>
        </p:spPr>
      </p:pic>
      <p:pic>
        <p:nvPicPr>
          <p:cNvPr id="60" name="図 59">
            <a:extLst>
              <a:ext uri="{FF2B5EF4-FFF2-40B4-BE49-F238E27FC236}">
                <a16:creationId xmlns:a16="http://schemas.microsoft.com/office/drawing/2014/main" id="{AD115752-DEBA-B8A4-3C7D-C906715F6ADF}"/>
              </a:ext>
            </a:extLst>
          </p:cNvPr>
          <p:cNvPicPr>
            <a:picLocks noChangeAspect="1"/>
          </p:cNvPicPr>
          <p:nvPr/>
        </p:nvPicPr>
        <p:blipFill>
          <a:blip r:embed="rId6"/>
          <a:srcRect l="82244" t="12014" r="9500" b="77546"/>
          <a:stretch>
            <a:fillRect/>
          </a:stretch>
        </p:blipFill>
        <p:spPr>
          <a:xfrm>
            <a:off x="10531622" y="4953707"/>
            <a:ext cx="742624" cy="635527"/>
          </a:xfrm>
          <a:custGeom>
            <a:avLst/>
            <a:gdLst>
              <a:gd name="csX0" fmla="*/ 455613 w 836613"/>
              <a:gd name="csY0" fmla="*/ 0 h 715962"/>
              <a:gd name="csX1" fmla="*/ 835025 w 836613"/>
              <a:gd name="csY1" fmla="*/ 217487 h 715962"/>
              <a:gd name="csX2" fmla="*/ 836613 w 836613"/>
              <a:gd name="csY2" fmla="*/ 447675 h 715962"/>
              <a:gd name="csX3" fmla="*/ 519113 w 836613"/>
              <a:gd name="csY3" fmla="*/ 638175 h 715962"/>
              <a:gd name="csX4" fmla="*/ 519113 w 836613"/>
              <a:gd name="csY4" fmla="*/ 715962 h 715962"/>
              <a:gd name="csX5" fmla="*/ 425450 w 836613"/>
              <a:gd name="csY5" fmla="*/ 658812 h 715962"/>
              <a:gd name="csX6" fmla="*/ 387350 w 836613"/>
              <a:gd name="csY6" fmla="*/ 676275 h 715962"/>
              <a:gd name="csX7" fmla="*/ 352425 w 836613"/>
              <a:gd name="csY7" fmla="*/ 655637 h 715962"/>
              <a:gd name="csX8" fmla="*/ 357188 w 836613"/>
              <a:gd name="csY8" fmla="*/ 608012 h 715962"/>
              <a:gd name="csX9" fmla="*/ 85725 w 836613"/>
              <a:gd name="csY9" fmla="*/ 457200 h 715962"/>
              <a:gd name="csX10" fmla="*/ 47625 w 836613"/>
              <a:gd name="csY10" fmla="*/ 482600 h 715962"/>
              <a:gd name="csX11" fmla="*/ 14288 w 836613"/>
              <a:gd name="csY11" fmla="*/ 466725 h 715962"/>
              <a:gd name="csX12" fmla="*/ 19050 w 836613"/>
              <a:gd name="csY12" fmla="*/ 417512 h 715962"/>
              <a:gd name="csX13" fmla="*/ 0 w 836613"/>
              <a:gd name="csY13" fmla="*/ 400050 h 715962"/>
              <a:gd name="csX14" fmla="*/ 7938 w 836613"/>
              <a:gd name="csY14" fmla="*/ 173037 h 715962"/>
              <a:gd name="csX15" fmla="*/ 77788 w 836613"/>
              <a:gd name="csY15" fmla="*/ 214312 h 71596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Lst>
            <a:rect l="l" t="t" r="r" b="b"/>
            <a:pathLst>
              <a:path w="836613" h="715962">
                <a:moveTo>
                  <a:pt x="455613" y="0"/>
                </a:moveTo>
                <a:lnTo>
                  <a:pt x="835025" y="217487"/>
                </a:lnTo>
                <a:cubicBezTo>
                  <a:pt x="835554" y="294216"/>
                  <a:pt x="836084" y="370946"/>
                  <a:pt x="836613" y="447675"/>
                </a:cubicBezTo>
                <a:lnTo>
                  <a:pt x="519113" y="638175"/>
                </a:lnTo>
                <a:lnTo>
                  <a:pt x="519113" y="715962"/>
                </a:lnTo>
                <a:lnTo>
                  <a:pt x="425450" y="658812"/>
                </a:lnTo>
                <a:lnTo>
                  <a:pt x="387350" y="676275"/>
                </a:lnTo>
                <a:lnTo>
                  <a:pt x="352425" y="655637"/>
                </a:lnTo>
                <a:lnTo>
                  <a:pt x="357188" y="608012"/>
                </a:lnTo>
                <a:lnTo>
                  <a:pt x="85725" y="457200"/>
                </a:lnTo>
                <a:lnTo>
                  <a:pt x="47625" y="482600"/>
                </a:lnTo>
                <a:lnTo>
                  <a:pt x="14288" y="466725"/>
                </a:lnTo>
                <a:lnTo>
                  <a:pt x="19050" y="417512"/>
                </a:lnTo>
                <a:lnTo>
                  <a:pt x="0" y="400050"/>
                </a:lnTo>
                <a:lnTo>
                  <a:pt x="7938" y="173037"/>
                </a:lnTo>
                <a:lnTo>
                  <a:pt x="77788" y="214312"/>
                </a:lnTo>
                <a:close/>
              </a:path>
            </a:pathLst>
          </a:custGeom>
        </p:spPr>
      </p:pic>
      <p:sp>
        <p:nvSpPr>
          <p:cNvPr id="61" name="テキスト ボックス 60">
            <a:extLst>
              <a:ext uri="{FF2B5EF4-FFF2-40B4-BE49-F238E27FC236}">
                <a16:creationId xmlns:a16="http://schemas.microsoft.com/office/drawing/2014/main" id="{7C758178-CAE7-52A8-B4D9-2D906922C2A5}"/>
              </a:ext>
            </a:extLst>
          </p:cNvPr>
          <p:cNvSpPr txBox="1"/>
          <p:nvPr/>
        </p:nvSpPr>
        <p:spPr>
          <a:xfrm>
            <a:off x="10156499" y="5806269"/>
            <a:ext cx="1163293" cy="307777"/>
          </a:xfrm>
          <a:prstGeom prst="rect">
            <a:avLst/>
          </a:prstGeom>
          <a:noFill/>
        </p:spPr>
        <p:txBody>
          <a:bodyPr wrap="square">
            <a:spAutoFit/>
          </a:bodyPr>
          <a:lstStyle/>
          <a:p>
            <a:r>
              <a:rPr lang="en-US" altLang="ja-JP" sz="1400" dirty="0"/>
              <a:t>PI</a:t>
            </a:r>
            <a:r>
              <a:rPr lang="ja-JP" altLang="en-US" sz="1400" dirty="0"/>
              <a:t> </a:t>
            </a:r>
            <a:r>
              <a:rPr lang="en-US" altLang="ja-JP" sz="1400" dirty="0"/>
              <a:t>DA</a:t>
            </a:r>
            <a:r>
              <a:rPr lang="ja-JP" altLang="en-US" sz="1400" dirty="0"/>
              <a:t>・</a:t>
            </a:r>
            <a:r>
              <a:rPr lang="en-US" altLang="ja-JP" sz="1400" dirty="0"/>
              <a:t>AF</a:t>
            </a:r>
          </a:p>
        </p:txBody>
      </p:sp>
      <p:cxnSp>
        <p:nvCxnSpPr>
          <p:cNvPr id="64" name="直線矢印コネクタ 63">
            <a:extLst>
              <a:ext uri="{FF2B5EF4-FFF2-40B4-BE49-F238E27FC236}">
                <a16:creationId xmlns:a16="http://schemas.microsoft.com/office/drawing/2014/main" id="{4E9C1130-4536-D65D-F6EC-822FED97BEE1}"/>
              </a:ext>
            </a:extLst>
          </p:cNvPr>
          <p:cNvCxnSpPr>
            <a:cxnSpLocks/>
            <a:stCxn id="56" idx="3"/>
            <a:endCxn id="59" idx="20"/>
          </p:cNvCxnSpPr>
          <p:nvPr/>
        </p:nvCxnSpPr>
        <p:spPr>
          <a:xfrm flipV="1">
            <a:off x="8305578" y="5397218"/>
            <a:ext cx="1610173" cy="10810"/>
          </a:xfrm>
          <a:prstGeom prst="straightConnector1">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65" name="テキスト ボックス 64">
            <a:extLst>
              <a:ext uri="{FF2B5EF4-FFF2-40B4-BE49-F238E27FC236}">
                <a16:creationId xmlns:a16="http://schemas.microsoft.com/office/drawing/2014/main" id="{E68787F0-54AF-8B97-00EE-20D8BC3EEE84}"/>
              </a:ext>
            </a:extLst>
          </p:cNvPr>
          <p:cNvSpPr txBox="1"/>
          <p:nvPr/>
        </p:nvSpPr>
        <p:spPr>
          <a:xfrm>
            <a:off x="3382401" y="5110728"/>
            <a:ext cx="2094060" cy="276999"/>
          </a:xfrm>
          <a:prstGeom prst="rect">
            <a:avLst/>
          </a:prstGeom>
          <a:noFill/>
        </p:spPr>
        <p:txBody>
          <a:bodyPr wrap="square">
            <a:spAutoFit/>
          </a:bodyPr>
          <a:lstStyle/>
          <a:p>
            <a:r>
              <a:rPr lang="en-US" altLang="ja-JP" sz="1200" dirty="0">
                <a:solidFill>
                  <a:srgbClr val="0070C0"/>
                </a:solidFill>
              </a:rPr>
              <a:t>File Reading</a:t>
            </a:r>
            <a:endParaRPr lang="ja-JP" altLang="en-US" sz="1200" dirty="0">
              <a:solidFill>
                <a:srgbClr val="0070C0"/>
              </a:solidFill>
            </a:endParaRPr>
          </a:p>
        </p:txBody>
      </p:sp>
      <p:sp>
        <p:nvSpPr>
          <p:cNvPr id="68" name="テキスト ボックス 67">
            <a:extLst>
              <a:ext uri="{FF2B5EF4-FFF2-40B4-BE49-F238E27FC236}">
                <a16:creationId xmlns:a16="http://schemas.microsoft.com/office/drawing/2014/main" id="{EDEF8249-EFB9-3E1D-D305-5793B956DA82}"/>
              </a:ext>
            </a:extLst>
          </p:cNvPr>
          <p:cNvSpPr txBox="1"/>
          <p:nvPr/>
        </p:nvSpPr>
        <p:spPr>
          <a:xfrm>
            <a:off x="8496798" y="5094846"/>
            <a:ext cx="1216190" cy="307777"/>
          </a:xfrm>
          <a:prstGeom prst="rect">
            <a:avLst/>
          </a:prstGeom>
          <a:noFill/>
        </p:spPr>
        <p:txBody>
          <a:bodyPr wrap="square">
            <a:spAutoFit/>
          </a:bodyPr>
          <a:lstStyle/>
          <a:p>
            <a:r>
              <a:rPr lang="en-US" altLang="ja-JP" sz="1400" dirty="0"/>
              <a:t>5450/5457</a:t>
            </a:r>
            <a:endParaRPr lang="ja-JP" altLang="en-US" sz="1400" dirty="0"/>
          </a:p>
        </p:txBody>
      </p:sp>
      <p:sp>
        <p:nvSpPr>
          <p:cNvPr id="83" name="フローチャート: 複数書類 82">
            <a:extLst>
              <a:ext uri="{FF2B5EF4-FFF2-40B4-BE49-F238E27FC236}">
                <a16:creationId xmlns:a16="http://schemas.microsoft.com/office/drawing/2014/main" id="{D74E3E87-BD8B-AA9A-3191-E6E545AA1F94}"/>
              </a:ext>
            </a:extLst>
          </p:cNvPr>
          <p:cNvSpPr/>
          <p:nvPr/>
        </p:nvSpPr>
        <p:spPr>
          <a:xfrm>
            <a:off x="865112" y="1473701"/>
            <a:ext cx="660443" cy="493744"/>
          </a:xfrm>
          <a:prstGeom prst="flowChartMultidocument">
            <a:avLst/>
          </a:prstGeom>
          <a:solidFill>
            <a:schemeClr val="bg1">
              <a:lumMod val="75000"/>
            </a:schemeClr>
          </a:solidFill>
          <a:ln w="12700">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4" name="テキスト ボックス 83">
            <a:extLst>
              <a:ext uri="{FF2B5EF4-FFF2-40B4-BE49-F238E27FC236}">
                <a16:creationId xmlns:a16="http://schemas.microsoft.com/office/drawing/2014/main" id="{637188F7-CACD-2B00-460E-105FC80E038A}"/>
              </a:ext>
            </a:extLst>
          </p:cNvPr>
          <p:cNvSpPr txBox="1"/>
          <p:nvPr/>
        </p:nvSpPr>
        <p:spPr>
          <a:xfrm>
            <a:off x="700379" y="2059408"/>
            <a:ext cx="2526651" cy="307777"/>
          </a:xfrm>
          <a:prstGeom prst="rect">
            <a:avLst/>
          </a:prstGeom>
          <a:noFill/>
        </p:spPr>
        <p:txBody>
          <a:bodyPr wrap="square">
            <a:spAutoFit/>
          </a:bodyPr>
          <a:lstStyle/>
          <a:p>
            <a:r>
              <a:rPr lang="en-US" altLang="ja-JP" sz="1400" dirty="0"/>
              <a:t>csv</a:t>
            </a:r>
            <a:r>
              <a:rPr lang="ja-JP" altLang="en-US" sz="1400" dirty="0"/>
              <a:t>（保守支援装置出力）</a:t>
            </a:r>
          </a:p>
        </p:txBody>
      </p:sp>
      <p:cxnSp>
        <p:nvCxnSpPr>
          <p:cNvPr id="85" name="直線矢印コネクタ 84">
            <a:extLst>
              <a:ext uri="{FF2B5EF4-FFF2-40B4-BE49-F238E27FC236}">
                <a16:creationId xmlns:a16="http://schemas.microsoft.com/office/drawing/2014/main" id="{1B6B6803-5AB9-E2C4-3C62-08B36D3BADBE}"/>
              </a:ext>
            </a:extLst>
          </p:cNvPr>
          <p:cNvCxnSpPr>
            <a:cxnSpLocks/>
            <a:stCxn id="83" idx="3"/>
            <a:endCxn id="88" idx="1"/>
          </p:cNvCxnSpPr>
          <p:nvPr/>
        </p:nvCxnSpPr>
        <p:spPr>
          <a:xfrm flipV="1">
            <a:off x="1525555" y="1689895"/>
            <a:ext cx="3091952" cy="30678"/>
          </a:xfrm>
          <a:prstGeom prst="straightConnector1">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pic>
        <p:nvPicPr>
          <p:cNvPr id="88" name="グラフィックス 87" descr="コマンド (ターミナル) 枠線">
            <a:extLst>
              <a:ext uri="{FF2B5EF4-FFF2-40B4-BE49-F238E27FC236}">
                <a16:creationId xmlns:a16="http://schemas.microsoft.com/office/drawing/2014/main" id="{9F388C6F-5432-794D-C9AB-A163482A611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617507" y="1359673"/>
            <a:ext cx="660443" cy="660443"/>
          </a:xfrm>
          <a:prstGeom prst="rect">
            <a:avLst/>
          </a:prstGeom>
        </p:spPr>
      </p:pic>
      <p:pic>
        <p:nvPicPr>
          <p:cNvPr id="89" name="グラフィックス 88" descr="イラストレーター 枠線">
            <a:extLst>
              <a:ext uri="{FF2B5EF4-FFF2-40B4-BE49-F238E27FC236}">
                <a16:creationId xmlns:a16="http://schemas.microsoft.com/office/drawing/2014/main" id="{66F355CA-27E4-AA6C-38D5-8CA2669474B2}"/>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485076" y="1312013"/>
            <a:ext cx="748509" cy="748509"/>
          </a:xfrm>
          <a:prstGeom prst="rect">
            <a:avLst/>
          </a:prstGeom>
        </p:spPr>
      </p:pic>
      <p:sp>
        <p:nvSpPr>
          <p:cNvPr id="90" name="テキスト ボックス 89">
            <a:extLst>
              <a:ext uri="{FF2B5EF4-FFF2-40B4-BE49-F238E27FC236}">
                <a16:creationId xmlns:a16="http://schemas.microsoft.com/office/drawing/2014/main" id="{503D7101-A8CE-B737-F8C7-BFD3453EFB06}"/>
              </a:ext>
            </a:extLst>
          </p:cNvPr>
          <p:cNvSpPr txBox="1"/>
          <p:nvPr/>
        </p:nvSpPr>
        <p:spPr>
          <a:xfrm>
            <a:off x="3815447" y="2067409"/>
            <a:ext cx="3001463" cy="307777"/>
          </a:xfrm>
          <a:prstGeom prst="rect">
            <a:avLst/>
          </a:prstGeom>
          <a:noFill/>
        </p:spPr>
        <p:txBody>
          <a:bodyPr wrap="square">
            <a:spAutoFit/>
          </a:bodyPr>
          <a:lstStyle/>
          <a:p>
            <a:r>
              <a:rPr lang="en-US" altLang="ja-JP" sz="1400" dirty="0"/>
              <a:t>PI Adapter for </a:t>
            </a:r>
            <a:r>
              <a:rPr lang="en-US" altLang="ja-JP" sz="1400" dirty="0" err="1"/>
              <a:t>StructureDataFile</a:t>
            </a:r>
            <a:endParaRPr lang="ja-JP" altLang="en-US" sz="1400" dirty="0"/>
          </a:p>
        </p:txBody>
      </p:sp>
      <p:sp>
        <p:nvSpPr>
          <p:cNvPr id="91" name="テキスト ボックス 90">
            <a:extLst>
              <a:ext uri="{FF2B5EF4-FFF2-40B4-BE49-F238E27FC236}">
                <a16:creationId xmlns:a16="http://schemas.microsoft.com/office/drawing/2014/main" id="{3B4430B7-4C43-ACBE-3EB3-6019049D3459}"/>
              </a:ext>
            </a:extLst>
          </p:cNvPr>
          <p:cNvSpPr txBox="1"/>
          <p:nvPr/>
        </p:nvSpPr>
        <p:spPr>
          <a:xfrm>
            <a:off x="6829345" y="2067409"/>
            <a:ext cx="2228594" cy="307777"/>
          </a:xfrm>
          <a:prstGeom prst="rect">
            <a:avLst/>
          </a:prstGeom>
          <a:noFill/>
        </p:spPr>
        <p:txBody>
          <a:bodyPr wrap="square">
            <a:spAutoFit/>
          </a:bodyPr>
          <a:lstStyle/>
          <a:p>
            <a:r>
              <a:rPr lang="en-US" altLang="ja-JP" sz="1400" dirty="0"/>
              <a:t>PI Web API(SDK)</a:t>
            </a:r>
            <a:endParaRPr lang="ja-JP" altLang="en-US" sz="1400" dirty="0"/>
          </a:p>
        </p:txBody>
      </p:sp>
      <p:pic>
        <p:nvPicPr>
          <p:cNvPr id="92" name="図 91">
            <a:extLst>
              <a:ext uri="{FF2B5EF4-FFF2-40B4-BE49-F238E27FC236}">
                <a16:creationId xmlns:a16="http://schemas.microsoft.com/office/drawing/2014/main" id="{82B09903-5B82-B241-97AD-F897E25734EA}"/>
              </a:ext>
            </a:extLst>
          </p:cNvPr>
          <p:cNvPicPr>
            <a:picLocks noChangeAspect="1"/>
          </p:cNvPicPr>
          <p:nvPr/>
        </p:nvPicPr>
        <p:blipFill>
          <a:blip r:embed="rId6"/>
          <a:srcRect l="56392" t="19769" r="34553" b="68889"/>
          <a:stretch>
            <a:fillRect/>
          </a:stretch>
        </p:blipFill>
        <p:spPr>
          <a:xfrm>
            <a:off x="9832216" y="1254161"/>
            <a:ext cx="833937" cy="706971"/>
          </a:xfrm>
          <a:custGeom>
            <a:avLst/>
            <a:gdLst>
              <a:gd name="csX0" fmla="*/ 504825 w 917575"/>
              <a:gd name="csY0" fmla="*/ 0 h 777875"/>
              <a:gd name="csX1" fmla="*/ 914400 w 917575"/>
              <a:gd name="csY1" fmla="*/ 228600 h 777875"/>
              <a:gd name="csX2" fmla="*/ 917575 w 917575"/>
              <a:gd name="csY2" fmla="*/ 492125 h 777875"/>
              <a:gd name="csX3" fmla="*/ 838200 w 917575"/>
              <a:gd name="csY3" fmla="*/ 546100 h 777875"/>
              <a:gd name="csX4" fmla="*/ 838200 w 917575"/>
              <a:gd name="csY4" fmla="*/ 673100 h 777875"/>
              <a:gd name="csX5" fmla="*/ 806450 w 917575"/>
              <a:gd name="csY5" fmla="*/ 695325 h 777875"/>
              <a:gd name="csX6" fmla="*/ 768350 w 917575"/>
              <a:gd name="csY6" fmla="*/ 708025 h 777875"/>
              <a:gd name="csX7" fmla="*/ 704850 w 917575"/>
              <a:gd name="csY7" fmla="*/ 701675 h 777875"/>
              <a:gd name="csX8" fmla="*/ 682625 w 917575"/>
              <a:gd name="csY8" fmla="*/ 692150 h 777875"/>
              <a:gd name="csX9" fmla="*/ 654050 w 917575"/>
              <a:gd name="csY9" fmla="*/ 654050 h 777875"/>
              <a:gd name="csX10" fmla="*/ 574675 w 917575"/>
              <a:gd name="csY10" fmla="*/ 701675 h 777875"/>
              <a:gd name="csX11" fmla="*/ 577850 w 917575"/>
              <a:gd name="csY11" fmla="*/ 777875 h 777875"/>
              <a:gd name="csX12" fmla="*/ 482600 w 917575"/>
              <a:gd name="csY12" fmla="*/ 714375 h 777875"/>
              <a:gd name="csX13" fmla="*/ 428625 w 917575"/>
              <a:gd name="csY13" fmla="*/ 739775 h 777875"/>
              <a:gd name="csX14" fmla="*/ 400050 w 917575"/>
              <a:gd name="csY14" fmla="*/ 739775 h 777875"/>
              <a:gd name="csX15" fmla="*/ 396875 w 917575"/>
              <a:gd name="csY15" fmla="*/ 673100 h 777875"/>
              <a:gd name="csX16" fmla="*/ 98425 w 917575"/>
              <a:gd name="csY16" fmla="*/ 495300 h 777875"/>
              <a:gd name="csX17" fmla="*/ 63500 w 917575"/>
              <a:gd name="csY17" fmla="*/ 530225 h 777875"/>
              <a:gd name="csX18" fmla="*/ 25400 w 917575"/>
              <a:gd name="csY18" fmla="*/ 514350 h 777875"/>
              <a:gd name="csX19" fmla="*/ 25400 w 917575"/>
              <a:gd name="csY19" fmla="*/ 466725 h 777875"/>
              <a:gd name="csX20" fmla="*/ 12700 w 917575"/>
              <a:gd name="csY20" fmla="*/ 463550 h 777875"/>
              <a:gd name="csX21" fmla="*/ 0 w 917575"/>
              <a:gd name="csY21" fmla="*/ 200025 h 777875"/>
              <a:gd name="csX22" fmla="*/ 101600 w 917575"/>
              <a:gd name="csY22" fmla="*/ 238125 h 77787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Lst>
            <a:rect l="l" t="t" r="r" b="b"/>
            <a:pathLst>
              <a:path w="917575" h="777875">
                <a:moveTo>
                  <a:pt x="504825" y="0"/>
                </a:moveTo>
                <a:lnTo>
                  <a:pt x="914400" y="228600"/>
                </a:lnTo>
                <a:cubicBezTo>
                  <a:pt x="915458" y="316442"/>
                  <a:pt x="916517" y="404283"/>
                  <a:pt x="917575" y="492125"/>
                </a:cubicBezTo>
                <a:lnTo>
                  <a:pt x="838200" y="546100"/>
                </a:lnTo>
                <a:lnTo>
                  <a:pt x="838200" y="673100"/>
                </a:lnTo>
                <a:lnTo>
                  <a:pt x="806450" y="695325"/>
                </a:lnTo>
                <a:lnTo>
                  <a:pt x="768350" y="708025"/>
                </a:lnTo>
                <a:lnTo>
                  <a:pt x="704850" y="701675"/>
                </a:lnTo>
                <a:lnTo>
                  <a:pt x="682625" y="692150"/>
                </a:lnTo>
                <a:lnTo>
                  <a:pt x="654050" y="654050"/>
                </a:lnTo>
                <a:lnTo>
                  <a:pt x="574675" y="701675"/>
                </a:lnTo>
                <a:lnTo>
                  <a:pt x="577850" y="777875"/>
                </a:lnTo>
                <a:lnTo>
                  <a:pt x="482600" y="714375"/>
                </a:lnTo>
                <a:lnTo>
                  <a:pt x="428625" y="739775"/>
                </a:lnTo>
                <a:lnTo>
                  <a:pt x="400050" y="739775"/>
                </a:lnTo>
                <a:lnTo>
                  <a:pt x="396875" y="673100"/>
                </a:lnTo>
                <a:lnTo>
                  <a:pt x="98425" y="495300"/>
                </a:lnTo>
                <a:lnTo>
                  <a:pt x="63500" y="530225"/>
                </a:lnTo>
                <a:lnTo>
                  <a:pt x="25400" y="514350"/>
                </a:lnTo>
                <a:lnTo>
                  <a:pt x="25400" y="466725"/>
                </a:lnTo>
                <a:lnTo>
                  <a:pt x="12700" y="463550"/>
                </a:lnTo>
                <a:lnTo>
                  <a:pt x="0" y="200025"/>
                </a:lnTo>
                <a:lnTo>
                  <a:pt x="101600" y="238125"/>
                </a:lnTo>
                <a:close/>
              </a:path>
            </a:pathLst>
          </a:custGeom>
        </p:spPr>
      </p:pic>
      <p:pic>
        <p:nvPicPr>
          <p:cNvPr id="93" name="図 92">
            <a:extLst>
              <a:ext uri="{FF2B5EF4-FFF2-40B4-BE49-F238E27FC236}">
                <a16:creationId xmlns:a16="http://schemas.microsoft.com/office/drawing/2014/main" id="{864A2E37-F0E4-F9DE-D83F-A84EAF91CDF0}"/>
              </a:ext>
            </a:extLst>
          </p:cNvPr>
          <p:cNvPicPr>
            <a:picLocks noChangeAspect="1"/>
          </p:cNvPicPr>
          <p:nvPr/>
        </p:nvPicPr>
        <p:blipFill>
          <a:blip r:embed="rId6"/>
          <a:srcRect l="82244" t="12014" r="9500" b="77546"/>
          <a:stretch>
            <a:fillRect/>
          </a:stretch>
        </p:blipFill>
        <p:spPr>
          <a:xfrm>
            <a:off x="10459629" y="1231947"/>
            <a:ext cx="742624" cy="635527"/>
          </a:xfrm>
          <a:custGeom>
            <a:avLst/>
            <a:gdLst>
              <a:gd name="csX0" fmla="*/ 455613 w 836613"/>
              <a:gd name="csY0" fmla="*/ 0 h 715962"/>
              <a:gd name="csX1" fmla="*/ 835025 w 836613"/>
              <a:gd name="csY1" fmla="*/ 217487 h 715962"/>
              <a:gd name="csX2" fmla="*/ 836613 w 836613"/>
              <a:gd name="csY2" fmla="*/ 447675 h 715962"/>
              <a:gd name="csX3" fmla="*/ 519113 w 836613"/>
              <a:gd name="csY3" fmla="*/ 638175 h 715962"/>
              <a:gd name="csX4" fmla="*/ 519113 w 836613"/>
              <a:gd name="csY4" fmla="*/ 715962 h 715962"/>
              <a:gd name="csX5" fmla="*/ 425450 w 836613"/>
              <a:gd name="csY5" fmla="*/ 658812 h 715962"/>
              <a:gd name="csX6" fmla="*/ 387350 w 836613"/>
              <a:gd name="csY6" fmla="*/ 676275 h 715962"/>
              <a:gd name="csX7" fmla="*/ 352425 w 836613"/>
              <a:gd name="csY7" fmla="*/ 655637 h 715962"/>
              <a:gd name="csX8" fmla="*/ 357188 w 836613"/>
              <a:gd name="csY8" fmla="*/ 608012 h 715962"/>
              <a:gd name="csX9" fmla="*/ 85725 w 836613"/>
              <a:gd name="csY9" fmla="*/ 457200 h 715962"/>
              <a:gd name="csX10" fmla="*/ 47625 w 836613"/>
              <a:gd name="csY10" fmla="*/ 482600 h 715962"/>
              <a:gd name="csX11" fmla="*/ 14288 w 836613"/>
              <a:gd name="csY11" fmla="*/ 466725 h 715962"/>
              <a:gd name="csX12" fmla="*/ 19050 w 836613"/>
              <a:gd name="csY12" fmla="*/ 417512 h 715962"/>
              <a:gd name="csX13" fmla="*/ 0 w 836613"/>
              <a:gd name="csY13" fmla="*/ 400050 h 715962"/>
              <a:gd name="csX14" fmla="*/ 7938 w 836613"/>
              <a:gd name="csY14" fmla="*/ 173037 h 715962"/>
              <a:gd name="csX15" fmla="*/ 77788 w 836613"/>
              <a:gd name="csY15" fmla="*/ 214312 h 71596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Lst>
            <a:rect l="l" t="t" r="r" b="b"/>
            <a:pathLst>
              <a:path w="836613" h="715962">
                <a:moveTo>
                  <a:pt x="455613" y="0"/>
                </a:moveTo>
                <a:lnTo>
                  <a:pt x="835025" y="217487"/>
                </a:lnTo>
                <a:cubicBezTo>
                  <a:pt x="835554" y="294216"/>
                  <a:pt x="836084" y="370946"/>
                  <a:pt x="836613" y="447675"/>
                </a:cubicBezTo>
                <a:lnTo>
                  <a:pt x="519113" y="638175"/>
                </a:lnTo>
                <a:lnTo>
                  <a:pt x="519113" y="715962"/>
                </a:lnTo>
                <a:lnTo>
                  <a:pt x="425450" y="658812"/>
                </a:lnTo>
                <a:lnTo>
                  <a:pt x="387350" y="676275"/>
                </a:lnTo>
                <a:lnTo>
                  <a:pt x="352425" y="655637"/>
                </a:lnTo>
                <a:lnTo>
                  <a:pt x="357188" y="608012"/>
                </a:lnTo>
                <a:lnTo>
                  <a:pt x="85725" y="457200"/>
                </a:lnTo>
                <a:lnTo>
                  <a:pt x="47625" y="482600"/>
                </a:lnTo>
                <a:lnTo>
                  <a:pt x="14288" y="466725"/>
                </a:lnTo>
                <a:lnTo>
                  <a:pt x="19050" y="417512"/>
                </a:lnTo>
                <a:lnTo>
                  <a:pt x="0" y="400050"/>
                </a:lnTo>
                <a:lnTo>
                  <a:pt x="7938" y="173037"/>
                </a:lnTo>
                <a:lnTo>
                  <a:pt x="77788" y="214312"/>
                </a:lnTo>
                <a:close/>
              </a:path>
            </a:pathLst>
          </a:custGeom>
        </p:spPr>
      </p:pic>
      <p:sp>
        <p:nvSpPr>
          <p:cNvPr id="94" name="テキスト ボックス 93">
            <a:extLst>
              <a:ext uri="{FF2B5EF4-FFF2-40B4-BE49-F238E27FC236}">
                <a16:creationId xmlns:a16="http://schemas.microsoft.com/office/drawing/2014/main" id="{FF9C90B7-36EB-C9E5-2B13-6440AC56E99F}"/>
              </a:ext>
            </a:extLst>
          </p:cNvPr>
          <p:cNvSpPr txBox="1"/>
          <p:nvPr/>
        </p:nvSpPr>
        <p:spPr>
          <a:xfrm>
            <a:off x="10084506" y="2084509"/>
            <a:ext cx="1163293" cy="307777"/>
          </a:xfrm>
          <a:prstGeom prst="rect">
            <a:avLst/>
          </a:prstGeom>
          <a:noFill/>
        </p:spPr>
        <p:txBody>
          <a:bodyPr wrap="square">
            <a:spAutoFit/>
          </a:bodyPr>
          <a:lstStyle/>
          <a:p>
            <a:r>
              <a:rPr lang="en-US" altLang="ja-JP" sz="1400" dirty="0"/>
              <a:t>PI</a:t>
            </a:r>
            <a:r>
              <a:rPr lang="ja-JP" altLang="en-US" sz="1400" dirty="0"/>
              <a:t> </a:t>
            </a:r>
            <a:r>
              <a:rPr lang="en-US" altLang="ja-JP" sz="1400" dirty="0"/>
              <a:t>DA</a:t>
            </a:r>
            <a:r>
              <a:rPr lang="ja-JP" altLang="en-US" sz="1400" dirty="0"/>
              <a:t>・</a:t>
            </a:r>
            <a:r>
              <a:rPr lang="en-US" altLang="ja-JP" sz="1400" dirty="0"/>
              <a:t>AF</a:t>
            </a:r>
          </a:p>
        </p:txBody>
      </p:sp>
      <p:cxnSp>
        <p:nvCxnSpPr>
          <p:cNvPr id="96" name="直線矢印コネクタ 95">
            <a:extLst>
              <a:ext uri="{FF2B5EF4-FFF2-40B4-BE49-F238E27FC236}">
                <a16:creationId xmlns:a16="http://schemas.microsoft.com/office/drawing/2014/main" id="{880100F3-166D-0318-8227-3374BC312719}"/>
              </a:ext>
            </a:extLst>
          </p:cNvPr>
          <p:cNvCxnSpPr>
            <a:cxnSpLocks/>
            <a:stCxn id="88" idx="3"/>
            <a:endCxn id="89" idx="1"/>
          </p:cNvCxnSpPr>
          <p:nvPr/>
        </p:nvCxnSpPr>
        <p:spPr>
          <a:xfrm flipV="1">
            <a:off x="5277950" y="1686268"/>
            <a:ext cx="2207126" cy="3627"/>
          </a:xfrm>
          <a:prstGeom prst="straightConnector1">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97" name="直線矢印コネクタ 96">
            <a:extLst>
              <a:ext uri="{FF2B5EF4-FFF2-40B4-BE49-F238E27FC236}">
                <a16:creationId xmlns:a16="http://schemas.microsoft.com/office/drawing/2014/main" id="{56D6BFEA-55DB-3F7F-DF96-0CBB8C9158C6}"/>
              </a:ext>
            </a:extLst>
          </p:cNvPr>
          <p:cNvCxnSpPr>
            <a:cxnSpLocks/>
            <a:stCxn id="89" idx="3"/>
            <a:endCxn id="92" idx="20"/>
          </p:cNvCxnSpPr>
          <p:nvPr/>
        </p:nvCxnSpPr>
        <p:spPr>
          <a:xfrm flipV="1">
            <a:off x="8233585" y="1675458"/>
            <a:ext cx="1610173" cy="10810"/>
          </a:xfrm>
          <a:prstGeom prst="straightConnector1">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98" name="テキスト ボックス 97">
            <a:extLst>
              <a:ext uri="{FF2B5EF4-FFF2-40B4-BE49-F238E27FC236}">
                <a16:creationId xmlns:a16="http://schemas.microsoft.com/office/drawing/2014/main" id="{79238860-63D0-60EB-ECF5-39B11B68C927}"/>
              </a:ext>
            </a:extLst>
          </p:cNvPr>
          <p:cNvSpPr txBox="1"/>
          <p:nvPr/>
        </p:nvSpPr>
        <p:spPr>
          <a:xfrm>
            <a:off x="1574022" y="1401365"/>
            <a:ext cx="2156653" cy="276999"/>
          </a:xfrm>
          <a:prstGeom prst="rect">
            <a:avLst/>
          </a:prstGeom>
          <a:noFill/>
        </p:spPr>
        <p:txBody>
          <a:bodyPr wrap="square">
            <a:spAutoFit/>
          </a:bodyPr>
          <a:lstStyle/>
          <a:p>
            <a:r>
              <a:rPr lang="en-US" altLang="ja-JP" sz="1200" dirty="0">
                <a:solidFill>
                  <a:srgbClr val="0070C0"/>
                </a:solidFill>
              </a:rPr>
              <a:t>File Reading</a:t>
            </a:r>
            <a:endParaRPr lang="ja-JP" altLang="en-US" sz="1200" dirty="0">
              <a:solidFill>
                <a:srgbClr val="0070C0"/>
              </a:solidFill>
            </a:endParaRPr>
          </a:p>
        </p:txBody>
      </p:sp>
      <p:sp>
        <p:nvSpPr>
          <p:cNvPr id="100" name="テキスト ボックス 99">
            <a:extLst>
              <a:ext uri="{FF2B5EF4-FFF2-40B4-BE49-F238E27FC236}">
                <a16:creationId xmlns:a16="http://schemas.microsoft.com/office/drawing/2014/main" id="{DEA7598F-3023-DA77-42B9-9FDC651637B7}"/>
              </a:ext>
            </a:extLst>
          </p:cNvPr>
          <p:cNvSpPr txBox="1"/>
          <p:nvPr/>
        </p:nvSpPr>
        <p:spPr>
          <a:xfrm>
            <a:off x="5206943" y="1435649"/>
            <a:ext cx="1800125" cy="276999"/>
          </a:xfrm>
          <a:prstGeom prst="rect">
            <a:avLst/>
          </a:prstGeom>
          <a:noFill/>
        </p:spPr>
        <p:txBody>
          <a:bodyPr wrap="square">
            <a:spAutoFit/>
          </a:bodyPr>
          <a:lstStyle/>
          <a:p>
            <a:r>
              <a:rPr lang="en-US" altLang="ja-JP" sz="1200">
                <a:solidFill>
                  <a:srgbClr val="0070C0"/>
                </a:solidFill>
              </a:rPr>
              <a:t>443 Https</a:t>
            </a:r>
            <a:r>
              <a:rPr lang="en-US" altLang="ja-JP" sz="1200" dirty="0">
                <a:solidFill>
                  <a:srgbClr val="0070C0"/>
                </a:solidFill>
              </a:rPr>
              <a:t>(TLS)</a:t>
            </a:r>
            <a:endParaRPr lang="ja-JP" altLang="en-US" sz="1200" dirty="0">
              <a:solidFill>
                <a:srgbClr val="0070C0"/>
              </a:solidFill>
            </a:endParaRPr>
          </a:p>
        </p:txBody>
      </p:sp>
      <p:sp>
        <p:nvSpPr>
          <p:cNvPr id="101" name="テキスト ボックス 100">
            <a:extLst>
              <a:ext uri="{FF2B5EF4-FFF2-40B4-BE49-F238E27FC236}">
                <a16:creationId xmlns:a16="http://schemas.microsoft.com/office/drawing/2014/main" id="{AC4E08F6-4098-E0C1-87A0-ACBEEA2AAFF1}"/>
              </a:ext>
            </a:extLst>
          </p:cNvPr>
          <p:cNvSpPr txBox="1"/>
          <p:nvPr/>
        </p:nvSpPr>
        <p:spPr>
          <a:xfrm>
            <a:off x="8531323" y="1360178"/>
            <a:ext cx="1152393" cy="307777"/>
          </a:xfrm>
          <a:prstGeom prst="rect">
            <a:avLst/>
          </a:prstGeom>
          <a:noFill/>
        </p:spPr>
        <p:txBody>
          <a:bodyPr wrap="square">
            <a:spAutoFit/>
          </a:bodyPr>
          <a:lstStyle/>
          <a:p>
            <a:r>
              <a:rPr lang="en-US" altLang="ja-JP" sz="1400" dirty="0"/>
              <a:t>5450</a:t>
            </a:r>
            <a:endParaRPr lang="ja-JP" altLang="en-US" sz="1400" dirty="0"/>
          </a:p>
        </p:txBody>
      </p:sp>
      <p:sp>
        <p:nvSpPr>
          <p:cNvPr id="102" name="正方形/長方形 101">
            <a:extLst>
              <a:ext uri="{FF2B5EF4-FFF2-40B4-BE49-F238E27FC236}">
                <a16:creationId xmlns:a16="http://schemas.microsoft.com/office/drawing/2014/main" id="{DE412B40-0441-5C94-FF53-A8258318C192}"/>
              </a:ext>
            </a:extLst>
          </p:cNvPr>
          <p:cNvSpPr/>
          <p:nvPr/>
        </p:nvSpPr>
        <p:spPr>
          <a:xfrm>
            <a:off x="6817662" y="961219"/>
            <a:ext cx="4741547" cy="1469224"/>
          </a:xfrm>
          <a:prstGeom prst="rect">
            <a:avLst/>
          </a:prstGeom>
          <a:noFill/>
          <a:ln>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3" name="テキスト ボックス 102">
            <a:extLst>
              <a:ext uri="{FF2B5EF4-FFF2-40B4-BE49-F238E27FC236}">
                <a16:creationId xmlns:a16="http://schemas.microsoft.com/office/drawing/2014/main" id="{0A27115E-0A35-DA36-79F4-6D7EC144D068}"/>
              </a:ext>
            </a:extLst>
          </p:cNvPr>
          <p:cNvSpPr txBox="1"/>
          <p:nvPr/>
        </p:nvSpPr>
        <p:spPr>
          <a:xfrm>
            <a:off x="6856918" y="985705"/>
            <a:ext cx="1512984" cy="307777"/>
          </a:xfrm>
          <a:prstGeom prst="rect">
            <a:avLst/>
          </a:prstGeom>
          <a:noFill/>
        </p:spPr>
        <p:txBody>
          <a:bodyPr wrap="square">
            <a:spAutoFit/>
          </a:bodyPr>
          <a:lstStyle/>
          <a:p>
            <a:r>
              <a:rPr lang="en-US" altLang="ja-JP" sz="1400" b="1" dirty="0"/>
              <a:t>Azure Cloud</a:t>
            </a:r>
            <a:endParaRPr lang="ja-JP" altLang="en-US" sz="1400" b="1" dirty="0"/>
          </a:p>
        </p:txBody>
      </p:sp>
      <p:sp>
        <p:nvSpPr>
          <p:cNvPr id="104" name="正方形/長方形 103">
            <a:extLst>
              <a:ext uri="{FF2B5EF4-FFF2-40B4-BE49-F238E27FC236}">
                <a16:creationId xmlns:a16="http://schemas.microsoft.com/office/drawing/2014/main" id="{5AB1E512-1200-CA5D-E8CB-CBD3B83F372C}"/>
              </a:ext>
            </a:extLst>
          </p:cNvPr>
          <p:cNvSpPr/>
          <p:nvPr/>
        </p:nvSpPr>
        <p:spPr>
          <a:xfrm>
            <a:off x="6827498" y="2979057"/>
            <a:ext cx="4741547" cy="1519115"/>
          </a:xfrm>
          <a:prstGeom prst="rect">
            <a:avLst/>
          </a:prstGeom>
          <a:noFill/>
          <a:ln>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5" name="テキスト ボックス 104">
            <a:extLst>
              <a:ext uri="{FF2B5EF4-FFF2-40B4-BE49-F238E27FC236}">
                <a16:creationId xmlns:a16="http://schemas.microsoft.com/office/drawing/2014/main" id="{8DC74BC5-20BF-3814-E5FE-B480FB282396}"/>
              </a:ext>
            </a:extLst>
          </p:cNvPr>
          <p:cNvSpPr txBox="1"/>
          <p:nvPr/>
        </p:nvSpPr>
        <p:spPr>
          <a:xfrm>
            <a:off x="6908499" y="3029749"/>
            <a:ext cx="1622824" cy="307777"/>
          </a:xfrm>
          <a:prstGeom prst="rect">
            <a:avLst/>
          </a:prstGeom>
          <a:noFill/>
        </p:spPr>
        <p:txBody>
          <a:bodyPr wrap="square">
            <a:spAutoFit/>
          </a:bodyPr>
          <a:lstStyle/>
          <a:p>
            <a:r>
              <a:rPr lang="en-US" altLang="ja-JP" sz="1400" b="1" dirty="0"/>
              <a:t>Azure Cloud</a:t>
            </a:r>
            <a:endParaRPr lang="ja-JP" altLang="en-US" sz="1400" b="1" dirty="0"/>
          </a:p>
        </p:txBody>
      </p:sp>
      <p:sp>
        <p:nvSpPr>
          <p:cNvPr id="106" name="正方形/長方形 105">
            <a:extLst>
              <a:ext uri="{FF2B5EF4-FFF2-40B4-BE49-F238E27FC236}">
                <a16:creationId xmlns:a16="http://schemas.microsoft.com/office/drawing/2014/main" id="{FC1A4A6B-8C0E-742A-9CF1-19C0B13E521A}"/>
              </a:ext>
            </a:extLst>
          </p:cNvPr>
          <p:cNvSpPr/>
          <p:nvPr/>
        </p:nvSpPr>
        <p:spPr>
          <a:xfrm>
            <a:off x="6817152" y="4844685"/>
            <a:ext cx="4741547" cy="1476727"/>
          </a:xfrm>
          <a:prstGeom prst="rect">
            <a:avLst/>
          </a:prstGeom>
          <a:noFill/>
          <a:ln>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7" name="テキスト ボックス 106">
            <a:extLst>
              <a:ext uri="{FF2B5EF4-FFF2-40B4-BE49-F238E27FC236}">
                <a16:creationId xmlns:a16="http://schemas.microsoft.com/office/drawing/2014/main" id="{2CFD02EC-78B9-063F-6B1A-EF1FE9F77276}"/>
              </a:ext>
            </a:extLst>
          </p:cNvPr>
          <p:cNvSpPr txBox="1"/>
          <p:nvPr/>
        </p:nvSpPr>
        <p:spPr>
          <a:xfrm>
            <a:off x="6866991" y="4853399"/>
            <a:ext cx="1432263" cy="307777"/>
          </a:xfrm>
          <a:prstGeom prst="rect">
            <a:avLst/>
          </a:prstGeom>
          <a:noFill/>
        </p:spPr>
        <p:txBody>
          <a:bodyPr wrap="square">
            <a:spAutoFit/>
          </a:bodyPr>
          <a:lstStyle/>
          <a:p>
            <a:r>
              <a:rPr lang="en-US" altLang="ja-JP" sz="1400" b="1" dirty="0"/>
              <a:t>Azure Cloud</a:t>
            </a:r>
            <a:endParaRPr lang="ja-JP" altLang="en-US" sz="1400" b="1" dirty="0"/>
          </a:p>
        </p:txBody>
      </p:sp>
      <p:sp>
        <p:nvSpPr>
          <p:cNvPr id="109" name="テキスト ボックス 108">
            <a:extLst>
              <a:ext uri="{FF2B5EF4-FFF2-40B4-BE49-F238E27FC236}">
                <a16:creationId xmlns:a16="http://schemas.microsoft.com/office/drawing/2014/main" id="{1DE24420-48C8-3896-EF9F-3929A2541BAD}"/>
              </a:ext>
            </a:extLst>
          </p:cNvPr>
          <p:cNvSpPr txBox="1"/>
          <p:nvPr/>
        </p:nvSpPr>
        <p:spPr>
          <a:xfrm>
            <a:off x="5210055" y="3402927"/>
            <a:ext cx="1800125" cy="276999"/>
          </a:xfrm>
          <a:prstGeom prst="rect">
            <a:avLst/>
          </a:prstGeom>
          <a:noFill/>
        </p:spPr>
        <p:txBody>
          <a:bodyPr wrap="square">
            <a:spAutoFit/>
          </a:bodyPr>
          <a:lstStyle/>
          <a:p>
            <a:r>
              <a:rPr lang="en-US" altLang="ja-JP" sz="1200" dirty="0">
                <a:solidFill>
                  <a:srgbClr val="0070C0"/>
                </a:solidFill>
              </a:rPr>
              <a:t>5671 AMQP over TLS</a:t>
            </a:r>
            <a:endParaRPr lang="ja-JP" altLang="en-US" sz="1200" dirty="0">
              <a:solidFill>
                <a:srgbClr val="0070C0"/>
              </a:solidFill>
            </a:endParaRPr>
          </a:p>
        </p:txBody>
      </p:sp>
      <p:sp>
        <p:nvSpPr>
          <p:cNvPr id="4" name="フローチャート: 磁気ディスク 3">
            <a:extLst>
              <a:ext uri="{FF2B5EF4-FFF2-40B4-BE49-F238E27FC236}">
                <a16:creationId xmlns:a16="http://schemas.microsoft.com/office/drawing/2014/main" id="{5F3124B1-E26D-E54E-8F16-FEF5143039DE}"/>
              </a:ext>
            </a:extLst>
          </p:cNvPr>
          <p:cNvSpPr/>
          <p:nvPr/>
        </p:nvSpPr>
        <p:spPr>
          <a:xfrm>
            <a:off x="4198689" y="1099547"/>
            <a:ext cx="463032" cy="459077"/>
          </a:xfrm>
          <a:prstGeom prst="flowChartMagneticDisk">
            <a:avLst/>
          </a:prstGeom>
          <a:solidFill>
            <a:schemeClr val="bg1">
              <a:lumMod val="65000"/>
            </a:schemeClr>
          </a:solidFill>
          <a:ln w="952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テキスト ボックス 6">
            <a:extLst>
              <a:ext uri="{FF2B5EF4-FFF2-40B4-BE49-F238E27FC236}">
                <a16:creationId xmlns:a16="http://schemas.microsoft.com/office/drawing/2014/main" id="{EA1EB6D2-F3CE-88DE-8A66-5D1779AD71D2}"/>
              </a:ext>
            </a:extLst>
          </p:cNvPr>
          <p:cNvSpPr txBox="1"/>
          <p:nvPr/>
        </p:nvSpPr>
        <p:spPr>
          <a:xfrm>
            <a:off x="4638505" y="1165924"/>
            <a:ext cx="750722" cy="307777"/>
          </a:xfrm>
          <a:prstGeom prst="rect">
            <a:avLst/>
          </a:prstGeom>
          <a:noFill/>
        </p:spPr>
        <p:txBody>
          <a:bodyPr wrap="square">
            <a:spAutoFit/>
          </a:bodyPr>
          <a:lstStyle/>
          <a:p>
            <a:r>
              <a:rPr lang="en-US" altLang="ja-JP" sz="1400" dirty="0"/>
              <a:t>EDS</a:t>
            </a:r>
            <a:endParaRPr lang="ja-JP" altLang="en-US" sz="1400" dirty="0"/>
          </a:p>
        </p:txBody>
      </p:sp>
    </p:spTree>
    <p:extLst>
      <p:ext uri="{BB962C8B-B14F-4D97-AF65-F5344CB8AC3E}">
        <p14:creationId xmlns:p14="http://schemas.microsoft.com/office/powerpoint/2010/main" val="126535518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7BE16D2-C64F-C529-1466-77925ECEFC0F}"/>
              </a:ext>
            </a:extLst>
          </p:cNvPr>
          <p:cNvSpPr>
            <a:spLocks noGrp="1"/>
          </p:cNvSpPr>
          <p:nvPr>
            <p:ph type="title"/>
          </p:nvPr>
        </p:nvSpPr>
        <p:spPr/>
        <p:txBody>
          <a:bodyPr/>
          <a:lstStyle/>
          <a:p>
            <a:r>
              <a:rPr lang="ja-JP" altLang="en-US" dirty="0"/>
              <a:t>中電のネットワークセキュリティ制限よりの対策案</a:t>
            </a:r>
            <a:r>
              <a:rPr lang="en-US" altLang="ja-JP" dirty="0"/>
              <a:t>—</a:t>
            </a:r>
            <a:r>
              <a:rPr lang="ja-JP" altLang="en-US" dirty="0"/>
              <a:t>比較</a:t>
            </a:r>
            <a:br>
              <a:rPr lang="en-US" altLang="ja-JP" dirty="0"/>
            </a:br>
            <a:r>
              <a:rPr lang="en-US" altLang="ja-JP" dirty="0"/>
              <a:t>The solution for security limits in </a:t>
            </a:r>
            <a:r>
              <a:rPr lang="en-US" altLang="zh-CN" dirty="0" err="1"/>
              <a:t>chudengr</a:t>
            </a:r>
            <a:r>
              <a:rPr lang="ja-JP" altLang="en-US" dirty="0"/>
              <a:t>ーー</a:t>
            </a:r>
            <a:r>
              <a:rPr lang="en-US" altLang="ja-JP" dirty="0"/>
              <a:t>Comparation</a:t>
            </a:r>
            <a:endParaRPr kumimoji="1" lang="ja-JP" altLang="en-US" dirty="0"/>
          </a:p>
        </p:txBody>
      </p:sp>
      <p:graphicFrame>
        <p:nvGraphicFramePr>
          <p:cNvPr id="3" name="表 2">
            <a:extLst>
              <a:ext uri="{FF2B5EF4-FFF2-40B4-BE49-F238E27FC236}">
                <a16:creationId xmlns:a16="http://schemas.microsoft.com/office/drawing/2014/main" id="{553B11FE-AE25-EFE5-E8C5-ABC745EFA080}"/>
              </a:ext>
            </a:extLst>
          </p:cNvPr>
          <p:cNvGraphicFramePr>
            <a:graphicFrameLocks noGrp="1"/>
          </p:cNvGraphicFramePr>
          <p:nvPr>
            <p:extLst>
              <p:ext uri="{D42A27DB-BD31-4B8C-83A1-F6EECF244321}">
                <p14:modId xmlns:p14="http://schemas.microsoft.com/office/powerpoint/2010/main" val="3635149175"/>
              </p:ext>
            </p:extLst>
          </p:nvPr>
        </p:nvGraphicFramePr>
        <p:xfrm>
          <a:off x="133350" y="1009650"/>
          <a:ext cx="11931650" cy="2822780"/>
        </p:xfrm>
        <a:graphic>
          <a:graphicData uri="http://schemas.openxmlformats.org/drawingml/2006/table">
            <a:tbl>
              <a:tblPr firstRow="1" bandRow="1">
                <a:tableStyleId>{21E4AEA4-8DFA-4A89-87EB-49C32662AFE0}</a:tableStyleId>
              </a:tblPr>
              <a:tblGrid>
                <a:gridCol w="3072487">
                  <a:extLst>
                    <a:ext uri="{9D8B030D-6E8A-4147-A177-3AD203B41FA5}">
                      <a16:colId xmlns:a16="http://schemas.microsoft.com/office/drawing/2014/main" val="623545097"/>
                    </a:ext>
                  </a:extLst>
                </a:gridCol>
                <a:gridCol w="1084999">
                  <a:extLst>
                    <a:ext uri="{9D8B030D-6E8A-4147-A177-3AD203B41FA5}">
                      <a16:colId xmlns:a16="http://schemas.microsoft.com/office/drawing/2014/main" val="1980676864"/>
                    </a:ext>
                  </a:extLst>
                </a:gridCol>
                <a:gridCol w="1352094">
                  <a:extLst>
                    <a:ext uri="{9D8B030D-6E8A-4147-A177-3AD203B41FA5}">
                      <a16:colId xmlns:a16="http://schemas.microsoft.com/office/drawing/2014/main" val="2276947129"/>
                    </a:ext>
                  </a:extLst>
                </a:gridCol>
                <a:gridCol w="1742450">
                  <a:extLst>
                    <a:ext uri="{9D8B030D-6E8A-4147-A177-3AD203B41FA5}">
                      <a16:colId xmlns:a16="http://schemas.microsoft.com/office/drawing/2014/main" val="115669559"/>
                    </a:ext>
                  </a:extLst>
                </a:gridCol>
                <a:gridCol w="1967734">
                  <a:extLst>
                    <a:ext uri="{9D8B030D-6E8A-4147-A177-3AD203B41FA5}">
                      <a16:colId xmlns:a16="http://schemas.microsoft.com/office/drawing/2014/main" val="3482595245"/>
                    </a:ext>
                  </a:extLst>
                </a:gridCol>
                <a:gridCol w="2711886">
                  <a:extLst>
                    <a:ext uri="{9D8B030D-6E8A-4147-A177-3AD203B41FA5}">
                      <a16:colId xmlns:a16="http://schemas.microsoft.com/office/drawing/2014/main" val="2920376818"/>
                    </a:ext>
                  </a:extLst>
                </a:gridCol>
              </a:tblGrid>
              <a:tr h="504811">
                <a:tc>
                  <a:txBody>
                    <a:bodyPr/>
                    <a:lstStyle/>
                    <a:p>
                      <a:pPr algn="ctr"/>
                      <a:r>
                        <a:rPr kumimoji="1" lang="ja-JP" altLang="en-US" dirty="0">
                          <a:latin typeface="Microsoft YaHei" panose="020B0503020204020204" pitchFamily="34" charset="-122"/>
                          <a:ea typeface="Microsoft YaHei" panose="020B0503020204020204" pitchFamily="34" charset="-122"/>
                        </a:rPr>
                        <a:t>案</a:t>
                      </a:r>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solidFill>
                      <a:schemeClr val="bg2">
                        <a:lumMod val="75000"/>
                      </a:schemeClr>
                    </a:solidFill>
                  </a:tcPr>
                </a:tc>
                <a:tc>
                  <a:txBody>
                    <a:bodyPr/>
                    <a:lstStyle/>
                    <a:p>
                      <a:pPr algn="ctr"/>
                      <a:r>
                        <a:rPr kumimoji="1" lang="ja-JP" altLang="en-US" dirty="0">
                          <a:latin typeface="Microsoft YaHei" panose="020B0503020204020204" pitchFamily="34" charset="-122"/>
                          <a:ea typeface="Microsoft YaHei" panose="020B0503020204020204" pitchFamily="34" charset="-122"/>
                        </a:rPr>
                        <a:t>安全性</a:t>
                      </a:r>
                    </a:p>
                  </a:txBody>
                  <a:tcPr anchor="ctr">
                    <a:lnT w="12700" cap="flat" cmpd="sng" algn="ctr">
                      <a:solidFill>
                        <a:schemeClr val="tx1"/>
                      </a:solidFill>
                      <a:prstDash val="solid"/>
                      <a:round/>
                      <a:headEnd type="none" w="med" len="med"/>
                      <a:tailEnd type="none" w="med" len="med"/>
                    </a:lnT>
                    <a:solidFill>
                      <a:schemeClr val="bg2">
                        <a:lumMod val="75000"/>
                      </a:schemeClr>
                    </a:solidFill>
                  </a:tcPr>
                </a:tc>
                <a:tc>
                  <a:txBody>
                    <a:bodyPr/>
                    <a:lstStyle/>
                    <a:p>
                      <a:pPr algn="ctr"/>
                      <a:r>
                        <a:rPr kumimoji="1" lang="ja-JP" altLang="en-US" dirty="0">
                          <a:latin typeface="Microsoft YaHei" panose="020B0503020204020204" pitchFamily="34" charset="-122"/>
                          <a:ea typeface="Microsoft YaHei" panose="020B0503020204020204" pitchFamily="34" charset="-122"/>
                        </a:rPr>
                        <a:t>安定性</a:t>
                      </a:r>
                    </a:p>
                  </a:txBody>
                  <a:tcPr anchor="ctr">
                    <a:lnT w="12700" cap="flat" cmpd="sng" algn="ctr">
                      <a:solidFill>
                        <a:schemeClr val="tx1"/>
                      </a:solidFill>
                      <a:prstDash val="solid"/>
                      <a:round/>
                      <a:headEnd type="none" w="med" len="med"/>
                      <a:tailEnd type="none" w="med" len="med"/>
                    </a:lnT>
                    <a:solidFill>
                      <a:schemeClr val="bg2">
                        <a:lumMod val="75000"/>
                      </a:schemeClr>
                    </a:solidFill>
                  </a:tcPr>
                </a:tc>
                <a:tc>
                  <a:txBody>
                    <a:bodyPr/>
                    <a:lstStyle/>
                    <a:p>
                      <a:pPr algn="ctr"/>
                      <a:r>
                        <a:rPr kumimoji="1" lang="ja-JP" altLang="en-US" dirty="0">
                          <a:latin typeface="Microsoft YaHei" panose="020B0503020204020204" pitchFamily="34" charset="-122"/>
                          <a:ea typeface="Microsoft YaHei" panose="020B0503020204020204" pitchFamily="34" charset="-122"/>
                        </a:rPr>
                        <a:t>データ完備度</a:t>
                      </a:r>
                    </a:p>
                  </a:txBody>
                  <a:tcPr anchor="ctr">
                    <a:lnT w="12700" cap="flat" cmpd="sng" algn="ctr">
                      <a:solidFill>
                        <a:schemeClr val="tx1"/>
                      </a:solidFill>
                      <a:prstDash val="solid"/>
                      <a:round/>
                      <a:headEnd type="none" w="med" len="med"/>
                      <a:tailEnd type="none" w="med" len="med"/>
                    </a:lnT>
                    <a:solidFill>
                      <a:schemeClr val="bg2">
                        <a:lumMod val="75000"/>
                      </a:schemeClr>
                    </a:solidFill>
                  </a:tcPr>
                </a:tc>
                <a:tc>
                  <a:txBody>
                    <a:bodyPr/>
                    <a:lstStyle/>
                    <a:p>
                      <a:pPr algn="ctr"/>
                      <a:r>
                        <a:rPr kumimoji="1" lang="ja-JP" altLang="en-US" dirty="0">
                          <a:latin typeface="Microsoft YaHei" panose="020B0503020204020204" pitchFamily="34" charset="-122"/>
                          <a:ea typeface="Microsoft YaHei" panose="020B0503020204020204" pitchFamily="34" charset="-122"/>
                        </a:rPr>
                        <a:t>実現難易度</a:t>
                      </a:r>
                    </a:p>
                  </a:txBody>
                  <a:tcPr anchor="ctr">
                    <a:lnT w="12700" cap="flat" cmpd="sng" algn="ctr">
                      <a:solidFill>
                        <a:schemeClr val="tx1"/>
                      </a:solidFill>
                      <a:prstDash val="solid"/>
                      <a:round/>
                      <a:headEnd type="none" w="med" len="med"/>
                      <a:tailEnd type="none" w="med" len="med"/>
                    </a:lnT>
                    <a:solidFill>
                      <a:schemeClr val="bg2">
                        <a:lumMod val="75000"/>
                      </a:schemeClr>
                    </a:solidFill>
                  </a:tcPr>
                </a:tc>
                <a:tc>
                  <a:txBody>
                    <a:bodyPr/>
                    <a:lstStyle/>
                    <a:p>
                      <a:pPr algn="ctr"/>
                      <a:r>
                        <a:rPr kumimoji="1" lang="ja-JP" altLang="en-US" dirty="0">
                          <a:latin typeface="Microsoft YaHei" panose="020B0503020204020204" pitchFamily="34" charset="-122"/>
                          <a:ea typeface="Microsoft YaHei" panose="020B0503020204020204" pitchFamily="34" charset="-122"/>
                        </a:rPr>
                        <a:t>コスト</a:t>
                      </a:r>
                    </a:p>
                  </a:txBody>
                  <a:tcPr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bg2">
                        <a:lumMod val="75000"/>
                      </a:schemeClr>
                    </a:solidFill>
                  </a:tcPr>
                </a:tc>
                <a:extLst>
                  <a:ext uri="{0D108BD9-81ED-4DB2-BD59-A6C34878D82A}">
                    <a16:rowId xmlns:a16="http://schemas.microsoft.com/office/drawing/2014/main" val="96441904"/>
                  </a:ext>
                </a:extLst>
              </a:tr>
              <a:tr h="746807">
                <a:tc>
                  <a:txBody>
                    <a:bodyPr/>
                    <a:lstStyle/>
                    <a:p>
                      <a:pPr marL="0" marR="0" lvl="0" indent="0" defTabSz="914400" eaLnBrk="1" fontAlgn="auto" latinLnBrk="0" hangingPunct="1">
                        <a:lnSpc>
                          <a:spcPct val="100000"/>
                        </a:lnSpc>
                        <a:spcBef>
                          <a:spcPts val="0"/>
                        </a:spcBef>
                        <a:spcAft>
                          <a:spcPts val="0"/>
                        </a:spcAft>
                        <a:buClrTx/>
                        <a:buSzTx/>
                        <a:buFontTx/>
                        <a:buNone/>
                        <a:tabLst/>
                        <a:defRPr/>
                      </a:pPr>
                      <a:r>
                        <a:rPr lang="ja-JP" altLang="en-US" sz="1600" dirty="0">
                          <a:latin typeface="Microsoft YaHei" panose="020B0503020204020204" pitchFamily="34" charset="-122"/>
                          <a:ea typeface="Microsoft YaHei" panose="020B0503020204020204" pitchFamily="34" charset="-122"/>
                        </a:rPr>
                        <a:t>案</a:t>
                      </a:r>
                      <a:r>
                        <a:rPr lang="en-US" altLang="zh-CN" sz="1600" dirty="0">
                          <a:latin typeface="Microsoft YaHei" panose="020B0503020204020204" pitchFamily="34" charset="-122"/>
                          <a:ea typeface="Microsoft YaHei" panose="020B0503020204020204" pitchFamily="34" charset="-122"/>
                        </a:rPr>
                        <a:t>1: RDB+</a:t>
                      </a:r>
                      <a:r>
                        <a:rPr lang="en-US" altLang="ja-JP" sz="1600" dirty="0">
                          <a:latin typeface="Microsoft YaHei" panose="020B0503020204020204" pitchFamily="34" charset="-122"/>
                          <a:ea typeface="Microsoft YaHei" panose="020B0503020204020204" pitchFamily="34" charset="-122"/>
                        </a:rPr>
                        <a:t>PI Relay</a:t>
                      </a:r>
                      <a:endParaRPr lang="ja-JP" altLang="en-US" sz="1600" dirty="0">
                        <a:latin typeface="Microsoft YaHei" panose="020B0503020204020204" pitchFamily="34" charset="-122"/>
                        <a:ea typeface="Microsoft YaHei" panose="020B0503020204020204" pitchFamily="34" charset="-122"/>
                      </a:endParaRPr>
                    </a:p>
                  </a:txBody>
                  <a:tcPr anchor="ctr">
                    <a:lnL w="12700" cap="flat" cmpd="sng" algn="ctr">
                      <a:solidFill>
                        <a:schemeClr val="tx1"/>
                      </a:solidFill>
                      <a:prstDash val="solid"/>
                      <a:round/>
                      <a:headEnd type="none" w="med" len="med"/>
                      <a:tailEnd type="none" w="med" len="med"/>
                    </a:lnL>
                  </a:tcPr>
                </a:tc>
                <a:tc>
                  <a:txBody>
                    <a:bodyPr/>
                    <a:lstStyle/>
                    <a:p>
                      <a:pPr algn="ctr"/>
                      <a:r>
                        <a:rPr kumimoji="1" lang="ja-JP" altLang="en-US" sz="1600" dirty="0">
                          <a:latin typeface="Microsoft YaHei" panose="020B0503020204020204" pitchFamily="34" charset="-122"/>
                          <a:ea typeface="Microsoft YaHei" panose="020B0503020204020204" pitchFamily="34" charset="-122"/>
                        </a:rPr>
                        <a:t>良い</a:t>
                      </a:r>
                    </a:p>
                  </a:txBody>
                  <a:tcPr anchor="ctr"/>
                </a:tc>
                <a:tc>
                  <a:txBody>
                    <a:bodyPr/>
                    <a:lstStyle/>
                    <a:p>
                      <a:pPr algn="ctr"/>
                      <a:r>
                        <a:rPr kumimoji="1" lang="ja-JP" altLang="en-US" sz="1600" dirty="0">
                          <a:latin typeface="Microsoft YaHei" panose="020B0503020204020204" pitchFamily="34" charset="-122"/>
                          <a:ea typeface="Microsoft YaHei" panose="020B0503020204020204" pitchFamily="34" charset="-122"/>
                        </a:rPr>
                        <a:t>良い</a:t>
                      </a:r>
                    </a:p>
                  </a:txBody>
                  <a:tcPr anchor="ct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1600" dirty="0">
                          <a:solidFill>
                            <a:schemeClr val="accent1"/>
                          </a:solidFill>
                          <a:latin typeface="Microsoft YaHei" panose="020B0503020204020204" pitchFamily="34" charset="-122"/>
                          <a:ea typeface="Microsoft YaHei" panose="020B0503020204020204" pitchFamily="34" charset="-122"/>
                        </a:rPr>
                        <a:t>非常に高い</a:t>
                      </a:r>
                    </a:p>
                  </a:txBody>
                  <a:tcPr anchor="ctr"/>
                </a:tc>
                <a:tc>
                  <a:txBody>
                    <a:bodyPr/>
                    <a:lstStyle/>
                    <a:p>
                      <a:pPr algn="ctr"/>
                      <a:r>
                        <a:rPr kumimoji="1" lang="ja-JP" altLang="en-US" sz="1600" dirty="0">
                          <a:latin typeface="Microsoft YaHei" panose="020B0503020204020204" pitchFamily="34" charset="-122"/>
                          <a:ea typeface="Microsoft YaHei" panose="020B0503020204020204" pitchFamily="34" charset="-122"/>
                        </a:rPr>
                        <a:t>簡単</a:t>
                      </a:r>
                      <a:endParaRPr kumimoji="1" lang="en-US" altLang="ja-JP" sz="1600" dirty="0">
                        <a:latin typeface="Microsoft YaHei" panose="020B0503020204020204" pitchFamily="34" charset="-122"/>
                        <a:ea typeface="Microsoft YaHei" panose="020B0503020204020204" pitchFamily="34" charset="-122"/>
                      </a:endParaRPr>
                    </a:p>
                    <a:p>
                      <a:pPr algn="ctr"/>
                      <a:r>
                        <a:rPr kumimoji="1" lang="ja-JP" altLang="en-US" sz="1600" dirty="0">
                          <a:latin typeface="Microsoft YaHei" panose="020B0503020204020204" pitchFamily="34" charset="-122"/>
                          <a:ea typeface="Microsoft YaHei" panose="020B0503020204020204" pitchFamily="34" charset="-122"/>
                        </a:rPr>
                        <a:t>（</a:t>
                      </a:r>
                      <a:r>
                        <a:rPr kumimoji="1" lang="en-US" altLang="ja-JP" sz="1600" dirty="0">
                          <a:latin typeface="Microsoft YaHei" panose="020B0503020204020204" pitchFamily="34" charset="-122"/>
                          <a:ea typeface="Microsoft YaHei" panose="020B0503020204020204" pitchFamily="34" charset="-122"/>
                        </a:rPr>
                        <a:t>MySQL Server</a:t>
                      </a:r>
                      <a:r>
                        <a:rPr kumimoji="1" lang="ja-JP" altLang="en-US" sz="1600" dirty="0">
                          <a:latin typeface="Microsoft YaHei" panose="020B0503020204020204" pitchFamily="34" charset="-122"/>
                          <a:ea typeface="Microsoft YaHei" panose="020B0503020204020204" pitchFamily="34" charset="-122"/>
                        </a:rPr>
                        <a:t>）</a:t>
                      </a:r>
                    </a:p>
                  </a:txBody>
                  <a:tcPr anchor="ctr"/>
                </a:tc>
                <a:tc>
                  <a:txBody>
                    <a:bodyPr/>
                    <a:lstStyle/>
                    <a:p>
                      <a:pPr algn="ctr"/>
                      <a:r>
                        <a:rPr kumimoji="1" lang="en-US" altLang="ja-JP" sz="1600" dirty="0">
                          <a:latin typeface="Microsoft YaHei" panose="020B0503020204020204" pitchFamily="34" charset="-122"/>
                          <a:ea typeface="Microsoft YaHei" panose="020B0503020204020204" pitchFamily="34" charset="-122"/>
                        </a:rPr>
                        <a:t>MySQL</a:t>
                      </a:r>
                      <a:r>
                        <a:rPr kumimoji="1" lang="ja-JP" altLang="en-US" sz="1600" dirty="0">
                          <a:latin typeface="Microsoft YaHei" panose="020B0503020204020204" pitchFamily="34" charset="-122"/>
                          <a:ea typeface="Microsoft YaHei" panose="020B0503020204020204" pitchFamily="34" charset="-122"/>
                        </a:rPr>
                        <a:t>：無料</a:t>
                      </a:r>
                      <a:r>
                        <a:rPr kumimoji="1" lang="en-US" altLang="ja-JP" sz="1600" dirty="0">
                          <a:latin typeface="Microsoft YaHei" panose="020B0503020204020204" pitchFamily="34" charset="-122"/>
                          <a:ea typeface="Microsoft YaHei" panose="020B0503020204020204" pitchFamily="34" charset="-122"/>
                        </a:rPr>
                        <a:t>/</a:t>
                      </a:r>
                      <a:r>
                        <a:rPr kumimoji="1" lang="ja-JP" altLang="en-US" sz="1600" dirty="0">
                          <a:latin typeface="Microsoft YaHei" panose="020B0503020204020204" pitchFamily="34" charset="-122"/>
                          <a:ea typeface="Microsoft YaHei" panose="020B0503020204020204" pitchFamily="34" charset="-122"/>
                        </a:rPr>
                        <a:t>有料</a:t>
                      </a:r>
                      <a:endParaRPr kumimoji="1" lang="en-US" altLang="ja-JP" sz="1600" dirty="0">
                        <a:latin typeface="Microsoft YaHei" panose="020B0503020204020204" pitchFamily="34" charset="-122"/>
                        <a:ea typeface="Microsoft YaHei" panose="020B0503020204020204" pitchFamily="34" charset="-122"/>
                      </a:endParaRPr>
                    </a:p>
                    <a:p>
                      <a:pPr algn="ctr"/>
                      <a:r>
                        <a:rPr kumimoji="1" lang="en-US" altLang="ja-JP" sz="1600" dirty="0">
                          <a:latin typeface="Microsoft YaHei" panose="020B0503020204020204" pitchFamily="34" charset="-122"/>
                          <a:ea typeface="Microsoft YaHei" panose="020B0503020204020204" pitchFamily="34" charset="-122"/>
                        </a:rPr>
                        <a:t>CSV</a:t>
                      </a:r>
                      <a:r>
                        <a:rPr kumimoji="1" lang="ja-JP" altLang="en-US" sz="1600" dirty="0">
                          <a:latin typeface="Microsoft YaHei" panose="020B0503020204020204" pitchFamily="34" charset="-122"/>
                          <a:ea typeface="Microsoft YaHei" panose="020B0503020204020204" pitchFamily="34" charset="-122"/>
                        </a:rPr>
                        <a:t>→</a:t>
                      </a:r>
                      <a:r>
                        <a:rPr kumimoji="1" lang="en-US" altLang="ja-JP" sz="1600" dirty="0">
                          <a:latin typeface="Microsoft YaHei" panose="020B0503020204020204" pitchFamily="34" charset="-122"/>
                          <a:ea typeface="Microsoft YaHei" panose="020B0503020204020204" pitchFamily="34" charset="-122"/>
                        </a:rPr>
                        <a:t>DB:</a:t>
                      </a:r>
                      <a:r>
                        <a:rPr kumimoji="1" lang="ja-JP" altLang="en-US" sz="1600" dirty="0">
                          <a:latin typeface="Microsoft YaHei" panose="020B0503020204020204" pitchFamily="34" charset="-122"/>
                          <a:ea typeface="Microsoft YaHei" panose="020B0503020204020204" pitchFamily="34" charset="-122"/>
                        </a:rPr>
                        <a:t>自前</a:t>
                      </a:r>
                      <a:r>
                        <a:rPr kumimoji="1" lang="en-US" altLang="ja-JP" sz="1600" dirty="0">
                          <a:latin typeface="Microsoft YaHei" panose="020B0503020204020204" pitchFamily="34" charset="-122"/>
                          <a:ea typeface="Microsoft YaHei" panose="020B0503020204020204" pitchFamily="34" charset="-122"/>
                        </a:rPr>
                        <a:t>PG</a:t>
                      </a:r>
                      <a:r>
                        <a:rPr kumimoji="1" lang="ja-JP" altLang="en-US" sz="1600" dirty="0">
                          <a:latin typeface="Microsoft YaHei" panose="020B0503020204020204" pitchFamily="34" charset="-122"/>
                          <a:ea typeface="Microsoft YaHei" panose="020B0503020204020204" pitchFamily="34" charset="-122"/>
                        </a:rPr>
                        <a:t>人件費</a:t>
                      </a:r>
                    </a:p>
                  </a:txBody>
                  <a:tcPr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3895635442"/>
                  </a:ext>
                </a:extLst>
              </a:tr>
              <a:tr h="778851">
                <a:tc>
                  <a:txBody>
                    <a:bodyPr/>
                    <a:lstStyle/>
                    <a:p>
                      <a:pPr marL="0" marR="0" lvl="0" indent="0" defTabSz="914400" eaLnBrk="1" fontAlgn="auto" latinLnBrk="0" hangingPunct="1">
                        <a:lnSpc>
                          <a:spcPct val="100000"/>
                        </a:lnSpc>
                        <a:spcBef>
                          <a:spcPts val="0"/>
                        </a:spcBef>
                        <a:spcAft>
                          <a:spcPts val="0"/>
                        </a:spcAft>
                        <a:buClrTx/>
                        <a:buSzTx/>
                        <a:buFontTx/>
                        <a:buNone/>
                        <a:tabLst/>
                        <a:defRPr/>
                      </a:pPr>
                      <a:r>
                        <a:rPr lang="ja-JP" altLang="en-US" sz="1600" dirty="0">
                          <a:latin typeface="Microsoft YaHei" panose="020B0503020204020204" pitchFamily="34" charset="-122"/>
                          <a:ea typeface="Microsoft YaHei" panose="020B0503020204020204" pitchFamily="34" charset="-122"/>
                        </a:rPr>
                        <a:t>案２</a:t>
                      </a:r>
                      <a:r>
                        <a:rPr lang="en-US" altLang="zh-CN" sz="1600" dirty="0">
                          <a:latin typeface="Microsoft YaHei" panose="020B0503020204020204" pitchFamily="34" charset="-122"/>
                          <a:ea typeface="Microsoft YaHei" panose="020B0503020204020204" pitchFamily="34" charset="-122"/>
                        </a:rPr>
                        <a:t> : RDB/MQ+</a:t>
                      </a:r>
                      <a:r>
                        <a:rPr lang="en-US" altLang="ja-JP" sz="1600" dirty="0">
                          <a:latin typeface="Microsoft YaHei" panose="020B0503020204020204" pitchFamily="34" charset="-122"/>
                          <a:ea typeface="Microsoft YaHei" panose="020B0503020204020204" pitchFamily="34" charset="-122"/>
                        </a:rPr>
                        <a:t>PI Relay</a:t>
                      </a:r>
                      <a:endParaRPr lang="ja-JP" altLang="en-US" sz="1600" dirty="0">
                        <a:latin typeface="Microsoft YaHei" panose="020B0503020204020204" pitchFamily="34" charset="-122"/>
                        <a:ea typeface="Microsoft YaHei" panose="020B0503020204020204" pitchFamily="34" charset="-122"/>
                      </a:endParaRPr>
                    </a:p>
                  </a:txBody>
                  <a:tcPr anchor="ctr">
                    <a:lnL w="12700" cap="flat" cmpd="sng" algn="ctr">
                      <a:solidFill>
                        <a:schemeClr val="tx1"/>
                      </a:solidFill>
                      <a:prstDash val="solid"/>
                      <a:round/>
                      <a:headEnd type="none" w="med" len="med"/>
                      <a:tailEnd type="none" w="med" len="med"/>
                    </a:lnL>
                  </a:tcPr>
                </a:tc>
                <a:tc>
                  <a:txBody>
                    <a:bodyPr/>
                    <a:lstStyle/>
                    <a:p>
                      <a:pPr algn="ctr"/>
                      <a:r>
                        <a:rPr kumimoji="1" lang="ja-JP" altLang="en-US" sz="1600" dirty="0">
                          <a:latin typeface="Microsoft YaHei" panose="020B0503020204020204" pitchFamily="34" charset="-122"/>
                          <a:ea typeface="Microsoft YaHei" panose="020B0503020204020204" pitchFamily="34" charset="-122"/>
                        </a:rPr>
                        <a:t>良い</a:t>
                      </a:r>
                    </a:p>
                  </a:txBody>
                  <a:tcPr anchor="ctr"/>
                </a:tc>
                <a:tc>
                  <a:txBody>
                    <a:bodyPr/>
                    <a:lstStyle/>
                    <a:p>
                      <a:pPr algn="ctr"/>
                      <a:r>
                        <a:rPr kumimoji="1" lang="ja-JP" altLang="en-US" sz="1600" dirty="0">
                          <a:latin typeface="Microsoft YaHei" panose="020B0503020204020204" pitchFamily="34" charset="-122"/>
                          <a:ea typeface="Microsoft YaHei" panose="020B0503020204020204" pitchFamily="34" charset="-122"/>
                        </a:rPr>
                        <a:t>非常に良い</a:t>
                      </a:r>
                    </a:p>
                  </a:txBody>
                  <a:tcPr anchor="ctr"/>
                </a:tc>
                <a:tc>
                  <a:txBody>
                    <a:bodyPr/>
                    <a:lstStyle/>
                    <a:p>
                      <a:pPr algn="ctr"/>
                      <a:r>
                        <a:rPr kumimoji="1" lang="ja-JP" altLang="en-US" sz="1600" dirty="0">
                          <a:solidFill>
                            <a:schemeClr val="accent1"/>
                          </a:solidFill>
                          <a:latin typeface="Microsoft YaHei" panose="020B0503020204020204" pitchFamily="34" charset="-122"/>
                          <a:ea typeface="Microsoft YaHei" panose="020B0503020204020204" pitchFamily="34" charset="-122"/>
                        </a:rPr>
                        <a:t>高い</a:t>
                      </a:r>
                    </a:p>
                  </a:txBody>
                  <a:tcPr anchor="ctr"/>
                </a:tc>
                <a:tc>
                  <a:txBody>
                    <a:bodyPr/>
                    <a:lstStyle/>
                    <a:p>
                      <a:pPr algn="ctr"/>
                      <a:r>
                        <a:rPr kumimoji="1" lang="ja-JP" altLang="en-US" sz="1600" dirty="0">
                          <a:latin typeface="Microsoft YaHei" panose="020B0503020204020204" pitchFamily="34" charset="-122"/>
                          <a:ea typeface="Microsoft YaHei" panose="020B0503020204020204" pitchFamily="34" charset="-122"/>
                        </a:rPr>
                        <a:t>簡単</a:t>
                      </a:r>
                      <a:endParaRPr kumimoji="1" lang="en-US" altLang="ja-JP" sz="1600" dirty="0">
                        <a:latin typeface="Microsoft YaHei" panose="020B0503020204020204" pitchFamily="34" charset="-122"/>
                        <a:ea typeface="Microsoft YaHei" panose="020B0503020204020204" pitchFamily="34" charset="-122"/>
                      </a:endParaRPr>
                    </a:p>
                    <a:p>
                      <a:pPr algn="ctr"/>
                      <a:r>
                        <a:rPr kumimoji="1" lang="ja-JP" altLang="en-US" sz="1600" dirty="0">
                          <a:latin typeface="Microsoft YaHei" panose="020B0503020204020204" pitchFamily="34" charset="-122"/>
                          <a:ea typeface="Microsoft YaHei" panose="020B0503020204020204" pitchFamily="34" charset="-122"/>
                        </a:rPr>
                        <a:t>（</a:t>
                      </a:r>
                      <a:r>
                        <a:rPr kumimoji="1" lang="en-US" altLang="ja-JP" sz="1600" dirty="0">
                          <a:latin typeface="Microsoft YaHei" panose="020B0503020204020204" pitchFamily="34" charset="-122"/>
                          <a:ea typeface="Microsoft YaHei" panose="020B0503020204020204" pitchFamily="34" charset="-122"/>
                        </a:rPr>
                        <a:t>MQ Broker</a:t>
                      </a:r>
                      <a:r>
                        <a:rPr kumimoji="1" lang="ja-JP" altLang="en-US" sz="1600" dirty="0">
                          <a:latin typeface="Microsoft YaHei" panose="020B0503020204020204" pitchFamily="34" charset="-122"/>
                          <a:ea typeface="Microsoft YaHei" panose="020B0503020204020204" pitchFamily="34" charset="-122"/>
                        </a:rPr>
                        <a:t>）</a:t>
                      </a:r>
                    </a:p>
                  </a:txBody>
                  <a:tcPr anchor="ctr"/>
                </a:tc>
                <a:tc>
                  <a:txBody>
                    <a:bodyPr/>
                    <a:lstStyle/>
                    <a:p>
                      <a:pPr algn="ctr"/>
                      <a:r>
                        <a:rPr kumimoji="1" lang="en-US" altLang="ja-JP" sz="1600" dirty="0">
                          <a:latin typeface="Microsoft YaHei" panose="020B0503020204020204" pitchFamily="34" charset="-122"/>
                          <a:ea typeface="Microsoft YaHei" panose="020B0503020204020204" pitchFamily="34" charset="-122"/>
                        </a:rPr>
                        <a:t>MQ Broker/MySQL</a:t>
                      </a:r>
                      <a:r>
                        <a:rPr kumimoji="1" lang="ja-JP" altLang="en-US" sz="1600" dirty="0">
                          <a:latin typeface="Microsoft YaHei" panose="020B0503020204020204" pitchFamily="34" charset="-122"/>
                          <a:ea typeface="Microsoft YaHei" panose="020B0503020204020204" pitchFamily="34" charset="-122"/>
                        </a:rPr>
                        <a:t>：無料</a:t>
                      </a:r>
                      <a:r>
                        <a:rPr kumimoji="1" lang="en-US" altLang="ja-JP" sz="1600" dirty="0">
                          <a:latin typeface="Microsoft YaHei" panose="020B0503020204020204" pitchFamily="34" charset="-122"/>
                          <a:ea typeface="Microsoft YaHei" panose="020B0503020204020204" pitchFamily="34" charset="-122"/>
                        </a:rPr>
                        <a:t>CSV</a:t>
                      </a:r>
                      <a:r>
                        <a:rPr kumimoji="1" lang="ja-JP" altLang="en-US" sz="1600" dirty="0">
                          <a:latin typeface="Microsoft YaHei" panose="020B0503020204020204" pitchFamily="34" charset="-122"/>
                          <a:ea typeface="Microsoft YaHei" panose="020B0503020204020204" pitchFamily="34" charset="-122"/>
                        </a:rPr>
                        <a:t>→</a:t>
                      </a:r>
                      <a:r>
                        <a:rPr kumimoji="1" lang="en-US" altLang="ja-JP" sz="1600" dirty="0">
                          <a:latin typeface="Microsoft YaHei" panose="020B0503020204020204" pitchFamily="34" charset="-122"/>
                          <a:ea typeface="Microsoft YaHei" panose="020B0503020204020204" pitchFamily="34" charset="-122"/>
                        </a:rPr>
                        <a:t>MQ:</a:t>
                      </a:r>
                      <a:r>
                        <a:rPr kumimoji="1" lang="ja-JP" altLang="en-US" sz="1600" dirty="0">
                          <a:latin typeface="Microsoft YaHei" panose="020B0503020204020204" pitchFamily="34" charset="-122"/>
                          <a:ea typeface="Microsoft YaHei" panose="020B0503020204020204" pitchFamily="34" charset="-122"/>
                        </a:rPr>
                        <a:t>自前</a:t>
                      </a:r>
                      <a:r>
                        <a:rPr kumimoji="1" lang="en-US" altLang="ja-JP" sz="1600" dirty="0">
                          <a:latin typeface="Microsoft YaHei" panose="020B0503020204020204" pitchFamily="34" charset="-122"/>
                          <a:ea typeface="Microsoft YaHei" panose="020B0503020204020204" pitchFamily="34" charset="-122"/>
                        </a:rPr>
                        <a:t>PG</a:t>
                      </a:r>
                      <a:r>
                        <a:rPr kumimoji="1" lang="ja-JP" altLang="en-US" sz="1600" dirty="0">
                          <a:latin typeface="Microsoft YaHei" panose="020B0503020204020204" pitchFamily="34" charset="-122"/>
                          <a:ea typeface="Microsoft YaHei" panose="020B0503020204020204" pitchFamily="34" charset="-122"/>
                        </a:rPr>
                        <a:t>人件費</a:t>
                      </a:r>
                    </a:p>
                    <a:p>
                      <a:pPr algn="ctr"/>
                      <a:endParaRPr kumimoji="1" lang="ja-JP" altLang="en-US" sz="1600" dirty="0">
                        <a:latin typeface="Microsoft YaHei" panose="020B0503020204020204" pitchFamily="34" charset="-122"/>
                        <a:ea typeface="Microsoft YaHei" panose="020B0503020204020204" pitchFamily="34" charset="-122"/>
                      </a:endParaRPr>
                    </a:p>
                  </a:txBody>
                  <a:tcPr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875882626"/>
                  </a:ext>
                </a:extLst>
              </a:tr>
              <a:tr h="748202">
                <a:tc>
                  <a:txBody>
                    <a:bodyPr/>
                    <a:lstStyle/>
                    <a:p>
                      <a:pPr marL="0" marR="0" lvl="0" indent="0" defTabSz="914400" eaLnBrk="1" fontAlgn="auto" latinLnBrk="0" hangingPunct="1">
                        <a:lnSpc>
                          <a:spcPct val="100000"/>
                        </a:lnSpc>
                        <a:spcBef>
                          <a:spcPts val="0"/>
                        </a:spcBef>
                        <a:spcAft>
                          <a:spcPts val="0"/>
                        </a:spcAft>
                        <a:buClrTx/>
                        <a:buSzTx/>
                        <a:buFontTx/>
                        <a:buNone/>
                        <a:tabLst/>
                        <a:defRPr/>
                      </a:pPr>
                      <a:r>
                        <a:rPr lang="zh-CN" altLang="en-US" sz="1600" dirty="0">
                          <a:latin typeface="Microsoft YaHei" panose="020B0503020204020204" pitchFamily="34" charset="-122"/>
                          <a:ea typeface="Microsoft YaHei" panose="020B0503020204020204" pitchFamily="34" charset="-122"/>
                        </a:rPr>
                        <a:t>案</a:t>
                      </a:r>
                      <a:r>
                        <a:rPr lang="en-US" altLang="zh-CN" sz="1600" dirty="0">
                          <a:latin typeface="Microsoft YaHei" panose="020B0503020204020204" pitchFamily="34" charset="-122"/>
                          <a:ea typeface="Microsoft YaHei" panose="020B0503020204020204" pitchFamily="34" charset="-122"/>
                        </a:rPr>
                        <a:t>3</a:t>
                      </a:r>
                      <a:r>
                        <a:rPr lang="zh-CN" altLang="en-US" sz="1600" dirty="0">
                          <a:latin typeface="Microsoft YaHei" panose="020B0503020204020204" pitchFamily="34" charset="-122"/>
                          <a:ea typeface="Microsoft YaHei" panose="020B0503020204020204" pitchFamily="34" charset="-122"/>
                        </a:rPr>
                        <a:t>：</a:t>
                      </a:r>
                      <a:r>
                        <a:rPr lang="en-US" altLang="ja-JP" sz="1600" dirty="0">
                          <a:latin typeface="Microsoft YaHei" panose="020B0503020204020204" pitchFamily="34" charset="-122"/>
                          <a:ea typeface="Microsoft YaHei" panose="020B0503020204020204" pitchFamily="34" charset="-122"/>
                        </a:rPr>
                        <a:t> VPN + Direct Connect</a:t>
                      </a:r>
                      <a:endParaRPr lang="ja-JP" altLang="en-US" sz="1600" dirty="0">
                        <a:latin typeface="Microsoft YaHei" panose="020B0503020204020204" pitchFamily="34" charset="-122"/>
                        <a:ea typeface="Microsoft YaHei" panose="020B0503020204020204" pitchFamily="34" charset="-122"/>
                      </a:endParaRPr>
                    </a:p>
                  </a:txBody>
                  <a:tcPr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tc>
                  <a:txBody>
                    <a:bodyPr/>
                    <a:lstStyle/>
                    <a:p>
                      <a:pPr algn="ctr"/>
                      <a:r>
                        <a:rPr kumimoji="1" lang="ja-JP" altLang="en-US" sz="1600" dirty="0">
                          <a:latin typeface="Microsoft YaHei" panose="020B0503020204020204" pitchFamily="34" charset="-122"/>
                          <a:ea typeface="Microsoft YaHei" panose="020B0503020204020204" pitchFamily="34" charset="-122"/>
                        </a:rPr>
                        <a:t>良い</a:t>
                      </a:r>
                    </a:p>
                  </a:txBody>
                  <a:tcPr anchor="ctr">
                    <a:lnB w="12700" cap="flat" cmpd="sng" algn="ctr">
                      <a:solidFill>
                        <a:schemeClr val="tx1"/>
                      </a:solidFill>
                      <a:prstDash val="solid"/>
                      <a:round/>
                      <a:headEnd type="none" w="med" len="med"/>
                      <a:tailEnd type="none" w="med" len="med"/>
                    </a:lnB>
                  </a:tcPr>
                </a:tc>
                <a:tc>
                  <a:txBody>
                    <a:bodyPr/>
                    <a:lstStyle/>
                    <a:p>
                      <a:pPr algn="ctr"/>
                      <a:r>
                        <a:rPr kumimoji="1" lang="ja-JP" altLang="en-US" sz="1600" dirty="0">
                          <a:latin typeface="Microsoft YaHei" panose="020B0503020204020204" pitchFamily="34" charset="-122"/>
                          <a:ea typeface="Microsoft YaHei" panose="020B0503020204020204" pitchFamily="34" charset="-122"/>
                        </a:rPr>
                        <a:t>良い</a:t>
                      </a:r>
                    </a:p>
                  </a:txBody>
                  <a:tcPr anchor="ctr">
                    <a:lnB w="12700" cap="flat" cmpd="sng" algn="ctr">
                      <a:solidFill>
                        <a:schemeClr val="tx1"/>
                      </a:solidFill>
                      <a:prstDash val="solid"/>
                      <a:round/>
                      <a:headEnd type="none" w="med" len="med"/>
                      <a:tailEnd type="none" w="med" len="med"/>
                    </a:lnB>
                  </a:tcPr>
                </a:tc>
                <a:tc>
                  <a:txBody>
                    <a:bodyPr/>
                    <a:lstStyle/>
                    <a:p>
                      <a:pPr algn="ctr"/>
                      <a:r>
                        <a:rPr kumimoji="1" lang="ja-JP" altLang="en-US" sz="1600" dirty="0">
                          <a:latin typeface="Microsoft YaHei" panose="020B0503020204020204" pitchFamily="34" charset="-122"/>
                          <a:ea typeface="Microsoft YaHei" panose="020B0503020204020204" pitchFamily="34" charset="-122"/>
                        </a:rPr>
                        <a:t>一般</a:t>
                      </a:r>
                    </a:p>
                  </a:txBody>
                  <a:tcPr anchor="ctr">
                    <a:lnB w="12700" cap="flat" cmpd="sng" algn="ctr">
                      <a:solidFill>
                        <a:schemeClr val="tx1"/>
                      </a:solidFill>
                      <a:prstDash val="solid"/>
                      <a:round/>
                      <a:headEnd type="none" w="med" len="med"/>
                      <a:tailEnd type="none" w="med" len="med"/>
                    </a:lnB>
                  </a:tcPr>
                </a:tc>
                <a:tc>
                  <a:txBody>
                    <a:bodyPr/>
                    <a:lstStyle/>
                    <a:p>
                      <a:pPr algn="ctr"/>
                      <a:r>
                        <a:rPr kumimoji="1" lang="ja-JP" altLang="en-US" sz="1600" dirty="0">
                          <a:latin typeface="Microsoft YaHei" panose="020B0503020204020204" pitchFamily="34" charset="-122"/>
                          <a:ea typeface="Microsoft YaHei" panose="020B0503020204020204" pitchFamily="34" charset="-122"/>
                        </a:rPr>
                        <a:t>簡単</a:t>
                      </a:r>
                      <a:endParaRPr kumimoji="1" lang="en-US" altLang="ja-JP" sz="1600" dirty="0">
                        <a:latin typeface="Microsoft YaHei" panose="020B0503020204020204" pitchFamily="34" charset="-122"/>
                        <a:ea typeface="Microsoft YaHei" panose="020B0503020204020204" pitchFamily="34" charset="-122"/>
                      </a:endParaRPr>
                    </a:p>
                    <a:p>
                      <a:pPr algn="ctr"/>
                      <a:r>
                        <a:rPr kumimoji="1" lang="ja-JP" altLang="en-US" sz="1600" dirty="0">
                          <a:latin typeface="Microsoft YaHei" panose="020B0503020204020204" pitchFamily="34" charset="-122"/>
                          <a:ea typeface="Microsoft YaHei" panose="020B0503020204020204" pitchFamily="34" charset="-122"/>
                        </a:rPr>
                        <a:t>（</a:t>
                      </a:r>
                      <a:r>
                        <a:rPr kumimoji="1" lang="en-US" altLang="ja-JP" sz="1600" dirty="0">
                          <a:latin typeface="Microsoft YaHei" panose="020B0503020204020204" pitchFamily="34" charset="-122"/>
                          <a:ea typeface="Microsoft YaHei" panose="020B0503020204020204" pitchFamily="34" charset="-122"/>
                        </a:rPr>
                        <a:t>VPN</a:t>
                      </a:r>
                      <a:r>
                        <a:rPr kumimoji="1" lang="ja-JP" altLang="en-US" sz="1600" dirty="0">
                          <a:latin typeface="Microsoft YaHei" panose="020B0503020204020204" pitchFamily="34" charset="-122"/>
                          <a:ea typeface="Microsoft YaHei" panose="020B0503020204020204" pitchFamily="34" charset="-122"/>
                        </a:rPr>
                        <a:t>ソフト）</a:t>
                      </a:r>
                    </a:p>
                  </a:txBody>
                  <a:tcPr anchor="ctr">
                    <a:lnB w="12700" cap="flat" cmpd="sng" algn="ctr">
                      <a:solidFill>
                        <a:schemeClr val="tx1"/>
                      </a:solidFill>
                      <a:prstDash val="solid"/>
                      <a:round/>
                      <a:headEnd type="none" w="med" len="med"/>
                      <a:tailEnd type="none" w="med" len="med"/>
                    </a:lnB>
                  </a:tcPr>
                </a:tc>
                <a:tc>
                  <a:txBody>
                    <a:bodyPr/>
                    <a:lstStyle/>
                    <a:p>
                      <a:pPr algn="ctr"/>
                      <a:r>
                        <a:rPr kumimoji="1" lang="en-US" altLang="ja-JP" sz="1600" dirty="0">
                          <a:latin typeface="Microsoft YaHei" panose="020B0503020204020204" pitchFamily="34" charset="-122"/>
                          <a:ea typeface="Microsoft YaHei" panose="020B0503020204020204" pitchFamily="34" charset="-122"/>
                        </a:rPr>
                        <a:t>VPN</a:t>
                      </a:r>
                      <a:r>
                        <a:rPr kumimoji="1" lang="ja-JP" altLang="en-US" sz="1600" dirty="0">
                          <a:latin typeface="Microsoft YaHei" panose="020B0503020204020204" pitchFamily="34" charset="-122"/>
                          <a:ea typeface="Microsoft YaHei" panose="020B0503020204020204" pitchFamily="34" charset="-122"/>
                        </a:rPr>
                        <a:t>ソフト：有料</a:t>
                      </a:r>
                      <a:endParaRPr kumimoji="1" lang="en-US" altLang="ja-JP" sz="1600" dirty="0">
                        <a:latin typeface="Microsoft YaHei" panose="020B0503020204020204" pitchFamily="34" charset="-122"/>
                        <a:ea typeface="Microsoft YaHei" panose="020B0503020204020204" pitchFamily="34" charset="-122"/>
                      </a:endParaRPr>
                    </a:p>
                    <a:p>
                      <a:pPr algn="ctr"/>
                      <a:r>
                        <a:rPr kumimoji="1" lang="en-US" altLang="ja-JP" sz="1600" dirty="0">
                          <a:latin typeface="Microsoft YaHei" panose="020B0503020204020204" pitchFamily="34" charset="-122"/>
                          <a:ea typeface="Microsoft YaHei" panose="020B0503020204020204" pitchFamily="34" charset="-122"/>
                        </a:rPr>
                        <a:t>VPN</a:t>
                      </a:r>
                      <a:r>
                        <a:rPr kumimoji="1" lang="ja-JP" altLang="en-US" sz="1600" dirty="0">
                          <a:latin typeface="Microsoft YaHei" panose="020B0503020204020204" pitchFamily="34" charset="-122"/>
                          <a:ea typeface="Microsoft YaHei" panose="020B0503020204020204" pitchFamily="34" charset="-122"/>
                        </a:rPr>
                        <a:t>構築：人件費</a:t>
                      </a:r>
                    </a:p>
                  </a:txBody>
                  <a:tcPr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04182912"/>
                  </a:ext>
                </a:extLst>
              </a:tr>
            </a:tbl>
          </a:graphicData>
        </a:graphic>
      </p:graphicFrame>
      <p:sp>
        <p:nvSpPr>
          <p:cNvPr id="4" name="テキスト ボックス 3">
            <a:extLst>
              <a:ext uri="{FF2B5EF4-FFF2-40B4-BE49-F238E27FC236}">
                <a16:creationId xmlns:a16="http://schemas.microsoft.com/office/drawing/2014/main" id="{8279B7B8-D910-3644-6D71-59CE50856EE0}"/>
              </a:ext>
            </a:extLst>
          </p:cNvPr>
          <p:cNvSpPr txBox="1"/>
          <p:nvPr/>
        </p:nvSpPr>
        <p:spPr>
          <a:xfrm>
            <a:off x="133350" y="4139240"/>
            <a:ext cx="11793038" cy="1815882"/>
          </a:xfrm>
          <a:prstGeom prst="rect">
            <a:avLst/>
          </a:prstGeom>
          <a:noFill/>
        </p:spPr>
        <p:txBody>
          <a:bodyPr wrap="square">
            <a:spAutoFit/>
          </a:bodyPr>
          <a:lstStyle/>
          <a:p>
            <a:r>
              <a:rPr lang="ja-JP" altLang="en-US" sz="1600" dirty="0">
                <a:latin typeface="Microsoft YaHei" panose="020B0503020204020204" pitchFamily="34" charset="-122"/>
                <a:ea typeface="Microsoft YaHei" panose="020B0503020204020204" pitchFamily="34" charset="-122"/>
              </a:rPr>
              <a:t>拠点</a:t>
            </a:r>
            <a:r>
              <a:rPr lang="en-US" altLang="ja-JP" sz="1600" dirty="0">
                <a:latin typeface="Microsoft YaHei" panose="020B0503020204020204" pitchFamily="34" charset="-122"/>
                <a:ea typeface="Microsoft YaHei" panose="020B0503020204020204" pitchFamily="34" charset="-122"/>
              </a:rPr>
              <a:t>/</a:t>
            </a:r>
            <a:r>
              <a:rPr lang="ja-JP" altLang="en-US" sz="1600" dirty="0">
                <a:latin typeface="Microsoft YaHei" panose="020B0503020204020204" pitchFamily="34" charset="-122"/>
                <a:ea typeface="Microsoft YaHei" panose="020B0503020204020204" pitchFamily="34" charset="-122"/>
              </a:rPr>
              <a:t>子局でデータ分析必要・保有データ内容が親局より詳細　</a:t>
            </a:r>
            <a:r>
              <a:rPr lang="ja-JP" altLang="en-US" sz="1600" dirty="0">
                <a:solidFill>
                  <a:srgbClr val="7030A0"/>
                </a:solidFill>
                <a:latin typeface="Microsoft YaHei" panose="020B0503020204020204" pitchFamily="34" charset="-122"/>
                <a:ea typeface="Microsoft YaHei" panose="020B0503020204020204" pitchFamily="34" charset="-122"/>
              </a:rPr>
              <a:t>→　推奨：案１</a:t>
            </a:r>
            <a:endParaRPr lang="en-US" altLang="ja-JP" sz="1600" dirty="0">
              <a:solidFill>
                <a:srgbClr val="7030A0"/>
              </a:solidFill>
              <a:latin typeface="Microsoft YaHei" panose="020B0503020204020204" pitchFamily="34" charset="-122"/>
              <a:ea typeface="Microsoft YaHei" panose="020B0503020204020204" pitchFamily="34" charset="-122"/>
            </a:endParaRPr>
          </a:p>
          <a:p>
            <a:endParaRPr lang="en-US" altLang="ja-JP" sz="1600" dirty="0">
              <a:solidFill>
                <a:srgbClr val="7030A0"/>
              </a:solidFill>
              <a:latin typeface="Microsoft YaHei" panose="020B0503020204020204" pitchFamily="34" charset="-122"/>
              <a:ea typeface="Microsoft YaHei" panose="020B0503020204020204" pitchFamily="34" charset="-122"/>
            </a:endParaRPr>
          </a:p>
          <a:p>
            <a:r>
              <a:rPr lang="ja-JP" altLang="en-US" sz="1600" dirty="0">
                <a:latin typeface="Microsoft YaHei" panose="020B0503020204020204" pitchFamily="34" charset="-122"/>
                <a:ea typeface="Microsoft YaHei" panose="020B0503020204020204" pitchFamily="34" charset="-122"/>
              </a:rPr>
              <a:t>発電所⇒拠点⇒親局のネットワーク不安定・より詳細　</a:t>
            </a:r>
            <a:r>
              <a:rPr lang="ja-JP" altLang="en-US" sz="1600" dirty="0">
                <a:solidFill>
                  <a:srgbClr val="7030A0"/>
                </a:solidFill>
                <a:latin typeface="Microsoft YaHei" panose="020B0503020204020204" pitchFamily="34" charset="-122"/>
                <a:ea typeface="Microsoft YaHei" panose="020B0503020204020204" pitchFamily="34" charset="-122"/>
              </a:rPr>
              <a:t>→　推奨：案２</a:t>
            </a:r>
            <a:endParaRPr lang="en-US" altLang="ja-JP" sz="1600" dirty="0">
              <a:solidFill>
                <a:srgbClr val="7030A0"/>
              </a:solidFill>
              <a:latin typeface="Microsoft YaHei" panose="020B0503020204020204" pitchFamily="34" charset="-122"/>
              <a:ea typeface="Microsoft YaHei" panose="020B0503020204020204" pitchFamily="34" charset="-122"/>
            </a:endParaRPr>
          </a:p>
          <a:p>
            <a:endParaRPr lang="en-US" altLang="ja-JP" sz="1600" dirty="0">
              <a:latin typeface="Microsoft YaHei" panose="020B0503020204020204" pitchFamily="34" charset="-122"/>
              <a:ea typeface="Microsoft YaHei" panose="020B0503020204020204" pitchFamily="34" charset="-122"/>
            </a:endParaRPr>
          </a:p>
          <a:p>
            <a:r>
              <a:rPr lang="ja-JP" altLang="en-US" sz="1600" dirty="0">
                <a:latin typeface="Microsoft YaHei" panose="020B0503020204020204" pitchFamily="34" charset="-122"/>
                <a:ea typeface="Microsoft YaHei" panose="020B0503020204020204" pitchFamily="34" charset="-122"/>
              </a:rPr>
              <a:t>完全に</a:t>
            </a:r>
            <a:r>
              <a:rPr lang="en-US" altLang="ja-JP" sz="1600" dirty="0">
                <a:latin typeface="Microsoft YaHei" panose="020B0503020204020204" pitchFamily="34" charset="-122"/>
                <a:ea typeface="Microsoft YaHei" panose="020B0503020204020204" pitchFamily="34" charset="-122"/>
              </a:rPr>
              <a:t>PI</a:t>
            </a:r>
            <a:r>
              <a:rPr lang="ja-JP" altLang="en-US" sz="1600" dirty="0">
                <a:latin typeface="Microsoft YaHei" panose="020B0503020204020204" pitchFamily="34" charset="-122"/>
                <a:ea typeface="Microsoft YaHei" panose="020B0503020204020204" pitchFamily="34" charset="-122"/>
              </a:rPr>
              <a:t>の製品に任せる　</a:t>
            </a:r>
            <a:r>
              <a:rPr lang="ja-JP" altLang="en-US" sz="1600" dirty="0">
                <a:solidFill>
                  <a:srgbClr val="7030A0"/>
                </a:solidFill>
                <a:latin typeface="Microsoft YaHei" panose="020B0503020204020204" pitchFamily="34" charset="-122"/>
                <a:ea typeface="Microsoft YaHei" panose="020B0503020204020204" pitchFamily="34" charset="-122"/>
              </a:rPr>
              <a:t>→　推奨：案３</a:t>
            </a:r>
            <a:endParaRPr lang="en-US" altLang="ja-JP" sz="1600" dirty="0">
              <a:solidFill>
                <a:srgbClr val="7030A0"/>
              </a:solidFill>
              <a:latin typeface="Microsoft YaHei" panose="020B0503020204020204" pitchFamily="34" charset="-122"/>
              <a:ea typeface="Microsoft YaHei" panose="020B0503020204020204" pitchFamily="34" charset="-122"/>
            </a:endParaRPr>
          </a:p>
          <a:p>
            <a:endParaRPr lang="en-US" altLang="ja-JP" sz="1600" dirty="0">
              <a:solidFill>
                <a:srgbClr val="7030A0"/>
              </a:solidFill>
              <a:latin typeface="Microsoft YaHei" panose="020B0503020204020204" pitchFamily="34" charset="-122"/>
              <a:ea typeface="Microsoft YaHei" panose="020B0503020204020204" pitchFamily="34" charset="-122"/>
            </a:endParaRPr>
          </a:p>
          <a:p>
            <a:r>
              <a:rPr lang="ja-JP" altLang="en-US" sz="1600" b="1" dirty="0">
                <a:latin typeface="Microsoft YaHei" panose="020B0503020204020204" pitchFamily="34" charset="-122"/>
                <a:ea typeface="Microsoft YaHei" panose="020B0503020204020204" pitchFamily="34" charset="-122"/>
              </a:rPr>
              <a:t>お客様の要望に応じて</a:t>
            </a:r>
            <a:r>
              <a:rPr lang="en-US" altLang="ja-JP" sz="1600" b="1" dirty="0">
                <a:latin typeface="Microsoft YaHei" panose="020B0503020204020204" pitchFamily="34" charset="-122"/>
                <a:ea typeface="Microsoft YaHei" panose="020B0503020204020204" pitchFamily="34" charset="-122"/>
              </a:rPr>
              <a:t>,</a:t>
            </a:r>
            <a:r>
              <a:rPr lang="ja-JP" altLang="en-US" sz="1600" b="1" dirty="0">
                <a:latin typeface="Microsoft YaHei" panose="020B0503020204020204" pitchFamily="34" charset="-122"/>
                <a:ea typeface="Microsoft YaHei" panose="020B0503020204020204" pitchFamily="34" charset="-122"/>
              </a:rPr>
              <a:t>案１・２・３の組合せも</a:t>
            </a:r>
            <a:r>
              <a:rPr lang="en-US" altLang="ja-JP" sz="1600" b="1" dirty="0">
                <a:latin typeface="Microsoft YaHei" panose="020B0503020204020204" pitchFamily="34" charset="-122"/>
                <a:ea typeface="Microsoft YaHei" panose="020B0503020204020204" pitchFamily="34" charset="-122"/>
              </a:rPr>
              <a:t>OK</a:t>
            </a:r>
          </a:p>
        </p:txBody>
      </p:sp>
    </p:spTree>
    <p:extLst>
      <p:ext uri="{BB962C8B-B14F-4D97-AF65-F5344CB8AC3E}">
        <p14:creationId xmlns:p14="http://schemas.microsoft.com/office/powerpoint/2010/main" val="351912546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9D30B6E-A17A-911D-BBF9-53637E47CD98}"/>
              </a:ext>
            </a:extLst>
          </p:cNvPr>
          <p:cNvSpPr>
            <a:spLocks noGrp="1"/>
          </p:cNvSpPr>
          <p:nvPr>
            <p:ph type="title"/>
          </p:nvPr>
        </p:nvSpPr>
        <p:spPr/>
        <p:txBody>
          <a:bodyPr/>
          <a:lstStyle/>
          <a:p>
            <a:r>
              <a:rPr lang="ja-JP" altLang="en-US" dirty="0"/>
              <a:t>アーキテクチャ初案 </a:t>
            </a:r>
            <a:r>
              <a:rPr lang="en-US" altLang="ja-JP" dirty="0"/>
              <a:t>– </a:t>
            </a:r>
            <a:r>
              <a:rPr lang="ja-JP" altLang="en-US" dirty="0"/>
              <a:t>２つ標準の定義（非常に重要）</a:t>
            </a:r>
            <a:br>
              <a:rPr lang="en-US" altLang="ja-JP" dirty="0"/>
            </a:br>
            <a:r>
              <a:rPr lang="en-US" altLang="ja-JP" dirty="0"/>
              <a:t>The draft of </a:t>
            </a:r>
            <a:r>
              <a:rPr lang="en-US" altLang="zh-CN" dirty="0"/>
              <a:t>architecture – </a:t>
            </a:r>
            <a:r>
              <a:rPr lang="en-US" altLang="ja-JP" dirty="0"/>
              <a:t>Two</a:t>
            </a:r>
            <a:r>
              <a:rPr lang="ja-JP" altLang="en-US" dirty="0"/>
              <a:t> </a:t>
            </a:r>
            <a:r>
              <a:rPr lang="en-US" altLang="ja-JP" dirty="0"/>
              <a:t>Standards</a:t>
            </a:r>
            <a:r>
              <a:rPr lang="ja-JP" altLang="en-US" dirty="0"/>
              <a:t> </a:t>
            </a:r>
            <a:r>
              <a:rPr lang="en-US" altLang="ja-JP" dirty="0"/>
              <a:t>definition</a:t>
            </a:r>
            <a:endParaRPr kumimoji="1" lang="ja-JP" altLang="en-US" dirty="0"/>
          </a:p>
        </p:txBody>
      </p:sp>
      <p:sp>
        <p:nvSpPr>
          <p:cNvPr id="3" name="正方形/長方形 2">
            <a:extLst>
              <a:ext uri="{FF2B5EF4-FFF2-40B4-BE49-F238E27FC236}">
                <a16:creationId xmlns:a16="http://schemas.microsoft.com/office/drawing/2014/main" id="{5EA22986-E139-8335-9276-85F366E342D4}"/>
              </a:ext>
            </a:extLst>
          </p:cNvPr>
          <p:cNvSpPr/>
          <p:nvPr/>
        </p:nvSpPr>
        <p:spPr>
          <a:xfrm>
            <a:off x="259443" y="1574800"/>
            <a:ext cx="1715588" cy="4730206"/>
          </a:xfrm>
          <a:prstGeom prst="rect">
            <a:avLst/>
          </a:prstGeom>
          <a:solidFill>
            <a:schemeClr val="bg1">
              <a:lumMod val="85000"/>
            </a:schemeClr>
          </a:solid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400" b="1" dirty="0">
                <a:solidFill>
                  <a:schemeClr val="tx1"/>
                </a:solidFill>
              </a:rPr>
              <a:t>PLC Data</a:t>
            </a:r>
          </a:p>
          <a:p>
            <a:pPr algn="ctr"/>
            <a:endParaRPr lang="en-US" altLang="ja-JP" sz="1400" dirty="0">
              <a:solidFill>
                <a:schemeClr val="tx1"/>
              </a:solidFill>
            </a:endParaRPr>
          </a:p>
          <a:p>
            <a:pPr algn="ctr"/>
            <a:r>
              <a:rPr lang="en-US" altLang="ja-JP" sz="1400" dirty="0">
                <a:solidFill>
                  <a:schemeClr val="tx1"/>
                </a:solidFill>
              </a:rPr>
              <a:t>D0001</a:t>
            </a:r>
          </a:p>
          <a:p>
            <a:pPr algn="ctr"/>
            <a:r>
              <a:rPr kumimoji="1" lang="en-US" altLang="ja-JP" sz="1400" dirty="0">
                <a:solidFill>
                  <a:schemeClr val="tx1"/>
                </a:solidFill>
              </a:rPr>
              <a:t>K0001</a:t>
            </a:r>
          </a:p>
          <a:p>
            <a:pPr algn="ctr"/>
            <a:r>
              <a:rPr lang="en-US" altLang="ja-JP" sz="1400" dirty="0">
                <a:solidFill>
                  <a:schemeClr val="tx1"/>
                </a:solidFill>
              </a:rPr>
              <a:t>……</a:t>
            </a:r>
            <a:endParaRPr kumimoji="1" lang="en-US" altLang="ja-JP" sz="1400" dirty="0">
              <a:solidFill>
                <a:schemeClr val="tx1"/>
              </a:solidFill>
            </a:endParaRPr>
          </a:p>
        </p:txBody>
      </p:sp>
      <p:sp>
        <p:nvSpPr>
          <p:cNvPr id="4" name="正方形/長方形 3">
            <a:extLst>
              <a:ext uri="{FF2B5EF4-FFF2-40B4-BE49-F238E27FC236}">
                <a16:creationId xmlns:a16="http://schemas.microsoft.com/office/drawing/2014/main" id="{B6B69DB1-9FA5-30C0-4EC7-C4E150D31DDB}"/>
              </a:ext>
            </a:extLst>
          </p:cNvPr>
          <p:cNvSpPr/>
          <p:nvPr/>
        </p:nvSpPr>
        <p:spPr>
          <a:xfrm>
            <a:off x="4108994" y="1574800"/>
            <a:ext cx="3817529" cy="4730206"/>
          </a:xfrm>
          <a:prstGeom prst="rect">
            <a:avLst/>
          </a:prstGeom>
          <a:solidFill>
            <a:schemeClr val="bg1">
              <a:lumMod val="85000"/>
            </a:schemeClr>
          </a:solid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600" b="1" dirty="0">
                <a:solidFill>
                  <a:schemeClr val="tx1"/>
                </a:solidFill>
              </a:rPr>
              <a:t>Edga Data</a:t>
            </a:r>
          </a:p>
          <a:p>
            <a:pPr algn="ctr"/>
            <a:endParaRPr lang="en-US" altLang="ja-JP" sz="1600" b="1" dirty="0">
              <a:solidFill>
                <a:schemeClr val="tx1"/>
              </a:solidFill>
            </a:endParaRPr>
          </a:p>
          <a:p>
            <a:r>
              <a:rPr lang="en-US" altLang="ja-JP" sz="1400" b="1" dirty="0">
                <a:solidFill>
                  <a:schemeClr val="tx1"/>
                </a:solidFill>
              </a:rPr>
              <a:t>OPC UA</a:t>
            </a:r>
          </a:p>
          <a:p>
            <a:r>
              <a:rPr lang="en-US" altLang="ja-JP" sz="1400" b="1" dirty="0">
                <a:solidFill>
                  <a:schemeClr val="tx1"/>
                </a:solidFill>
              </a:rPr>
              <a:t> </a:t>
            </a:r>
            <a:r>
              <a:rPr lang="en-US" altLang="ja-JP" sz="1400" dirty="0">
                <a:solidFill>
                  <a:schemeClr val="tx1"/>
                </a:solidFill>
              </a:rPr>
              <a:t>Hydro .Unit1 .Turbine .</a:t>
            </a:r>
            <a:r>
              <a:rPr lang="en-US" altLang="ja-JP" sz="1400" dirty="0" err="1">
                <a:solidFill>
                  <a:schemeClr val="tx1"/>
                </a:solidFill>
              </a:rPr>
              <a:t>ActivePower</a:t>
            </a:r>
            <a:endParaRPr lang="en-US" altLang="ja-JP" sz="1400" dirty="0">
              <a:solidFill>
                <a:schemeClr val="tx1"/>
              </a:solidFill>
            </a:endParaRPr>
          </a:p>
          <a:p>
            <a:r>
              <a:rPr lang="en-US" altLang="ja-JP" sz="1400" dirty="0">
                <a:solidFill>
                  <a:schemeClr val="tx1"/>
                </a:solidFill>
              </a:rPr>
              <a:t> Hydro .Unit1 .Turbine . Speed</a:t>
            </a:r>
          </a:p>
          <a:p>
            <a:endParaRPr lang="en-US" altLang="ja-JP" sz="1100" b="1" dirty="0">
              <a:solidFill>
                <a:schemeClr val="tx1"/>
              </a:solidFill>
            </a:endParaRPr>
          </a:p>
          <a:p>
            <a:r>
              <a:rPr lang="en-US" altLang="ja-JP" sz="1400" b="1" dirty="0">
                <a:solidFill>
                  <a:schemeClr val="tx1"/>
                </a:solidFill>
              </a:rPr>
              <a:t>MQTT</a:t>
            </a:r>
          </a:p>
          <a:p>
            <a:r>
              <a:rPr lang="en-US" altLang="ja-JP" sz="1400" dirty="0">
                <a:solidFill>
                  <a:schemeClr val="tx1"/>
                </a:solidFill>
              </a:rPr>
              <a:t>Hydro/</a:t>
            </a:r>
            <a:r>
              <a:rPr lang="en-US" altLang="ja-JP" sz="1400" dirty="0" err="1">
                <a:solidFill>
                  <a:schemeClr val="tx1"/>
                </a:solidFill>
              </a:rPr>
              <a:t>PlantA</a:t>
            </a:r>
            <a:r>
              <a:rPr lang="en-US" altLang="ja-JP" sz="1400" dirty="0">
                <a:solidFill>
                  <a:schemeClr val="tx1"/>
                </a:solidFill>
              </a:rPr>
              <a:t>/Unit1/Turbine/ </a:t>
            </a:r>
            <a:r>
              <a:rPr lang="en-US" altLang="ja-JP" sz="1400" dirty="0" err="1">
                <a:solidFill>
                  <a:schemeClr val="tx1"/>
                </a:solidFill>
              </a:rPr>
              <a:t>ActivePower</a:t>
            </a:r>
            <a:endParaRPr lang="en-US" altLang="ja-JP" sz="1400" b="1" dirty="0">
              <a:solidFill>
                <a:schemeClr val="tx1"/>
              </a:solidFill>
            </a:endParaRPr>
          </a:p>
          <a:p>
            <a:r>
              <a:rPr lang="en-US" altLang="ja-JP" sz="1400" dirty="0">
                <a:solidFill>
                  <a:schemeClr val="tx1"/>
                </a:solidFill>
              </a:rPr>
              <a:t>Hydro/</a:t>
            </a:r>
            <a:r>
              <a:rPr lang="en-US" altLang="ja-JP" sz="1400" dirty="0" err="1">
                <a:solidFill>
                  <a:schemeClr val="tx1"/>
                </a:solidFill>
              </a:rPr>
              <a:t>PlantA</a:t>
            </a:r>
            <a:r>
              <a:rPr lang="en-US" altLang="ja-JP" sz="1400" dirty="0">
                <a:solidFill>
                  <a:schemeClr val="tx1"/>
                </a:solidFill>
              </a:rPr>
              <a:t>/Unit1/Turbine/Speed</a:t>
            </a:r>
            <a:endParaRPr lang="en-US" altLang="ja-JP" sz="1400" b="1" dirty="0">
              <a:solidFill>
                <a:schemeClr val="tx1"/>
              </a:solidFill>
            </a:endParaRPr>
          </a:p>
          <a:p>
            <a:pPr algn="ctr"/>
            <a:endParaRPr kumimoji="1" lang="ja-JP" altLang="en-US" b="1" dirty="0">
              <a:solidFill>
                <a:schemeClr val="tx1"/>
              </a:solidFill>
            </a:endParaRPr>
          </a:p>
        </p:txBody>
      </p:sp>
      <p:sp>
        <p:nvSpPr>
          <p:cNvPr id="5" name="正方形/長方形 4">
            <a:extLst>
              <a:ext uri="{FF2B5EF4-FFF2-40B4-BE49-F238E27FC236}">
                <a16:creationId xmlns:a16="http://schemas.microsoft.com/office/drawing/2014/main" id="{CD98201B-4BBD-EE23-3F29-09216BAFC838}"/>
              </a:ext>
            </a:extLst>
          </p:cNvPr>
          <p:cNvSpPr/>
          <p:nvPr/>
        </p:nvSpPr>
        <p:spPr>
          <a:xfrm>
            <a:off x="9843498" y="1574800"/>
            <a:ext cx="2082889" cy="4730206"/>
          </a:xfrm>
          <a:prstGeom prst="rect">
            <a:avLst/>
          </a:prstGeom>
          <a:solidFill>
            <a:schemeClr val="bg1">
              <a:lumMod val="85000"/>
            </a:schemeClr>
          </a:solid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b="1" dirty="0">
                <a:solidFill>
                  <a:schemeClr val="tx1"/>
                </a:solidFill>
              </a:rPr>
              <a:t>Asset Data</a:t>
            </a:r>
          </a:p>
          <a:p>
            <a:pPr algn="ctr"/>
            <a:endParaRPr kumimoji="1" lang="en-US" altLang="ja-JP" sz="1400" dirty="0">
              <a:solidFill>
                <a:schemeClr val="tx1"/>
              </a:solidFill>
            </a:endParaRPr>
          </a:p>
          <a:p>
            <a:r>
              <a:rPr lang="en-US" altLang="ja-JP" sz="1400" dirty="0">
                <a:solidFill>
                  <a:schemeClr val="tx1"/>
                </a:solidFill>
              </a:rPr>
              <a:t>Turbine .</a:t>
            </a:r>
            <a:r>
              <a:rPr lang="en-US" altLang="ja-JP" sz="1400" dirty="0" err="1">
                <a:solidFill>
                  <a:schemeClr val="tx1"/>
                </a:solidFill>
              </a:rPr>
              <a:t>ActivePower</a:t>
            </a:r>
            <a:endParaRPr kumimoji="1" lang="en-US" altLang="ja-JP" sz="1400" dirty="0">
              <a:solidFill>
                <a:schemeClr val="tx1"/>
              </a:solidFill>
            </a:endParaRPr>
          </a:p>
          <a:p>
            <a:r>
              <a:rPr lang="en-US" altLang="ja-JP" sz="1400" dirty="0">
                <a:solidFill>
                  <a:schemeClr val="tx1"/>
                </a:solidFill>
              </a:rPr>
              <a:t>Turbine . Speed</a:t>
            </a:r>
          </a:p>
          <a:p>
            <a:pPr algn="ctr"/>
            <a:endParaRPr kumimoji="1" lang="en-US" altLang="ja-JP" sz="1400" dirty="0">
              <a:solidFill>
                <a:schemeClr val="tx1"/>
              </a:solidFill>
            </a:endParaRPr>
          </a:p>
        </p:txBody>
      </p:sp>
      <p:sp>
        <p:nvSpPr>
          <p:cNvPr id="7" name="テキスト ボックス 6">
            <a:extLst>
              <a:ext uri="{FF2B5EF4-FFF2-40B4-BE49-F238E27FC236}">
                <a16:creationId xmlns:a16="http://schemas.microsoft.com/office/drawing/2014/main" id="{288E0FC1-1B81-EDB4-CECC-E1DEE16113FC}"/>
              </a:ext>
            </a:extLst>
          </p:cNvPr>
          <p:cNvSpPr txBox="1"/>
          <p:nvPr/>
        </p:nvSpPr>
        <p:spPr>
          <a:xfrm>
            <a:off x="-104593" y="835451"/>
            <a:ext cx="2703104" cy="646331"/>
          </a:xfrm>
          <a:prstGeom prst="rect">
            <a:avLst/>
          </a:prstGeom>
          <a:noFill/>
        </p:spPr>
        <p:txBody>
          <a:bodyPr wrap="square">
            <a:spAutoFit/>
          </a:bodyPr>
          <a:lstStyle/>
          <a:p>
            <a:pPr algn="ctr"/>
            <a:r>
              <a:rPr lang="en-US" altLang="ja-JP" b="1" dirty="0">
                <a:solidFill>
                  <a:schemeClr val="tx1"/>
                </a:solidFill>
              </a:rPr>
              <a:t>PLC/SCADA</a:t>
            </a:r>
          </a:p>
          <a:p>
            <a:pPr algn="ctr"/>
            <a:r>
              <a:rPr lang="en-US" altLang="ja-JP" b="1" dirty="0"/>
              <a:t>(</a:t>
            </a:r>
            <a:r>
              <a:rPr lang="en-US" altLang="ja-JP" dirty="0"/>
              <a:t>Raw Address Layer</a:t>
            </a:r>
            <a:r>
              <a:rPr lang="en-US" altLang="ja-JP" b="1" dirty="0"/>
              <a:t>)</a:t>
            </a:r>
            <a:endParaRPr lang="en-US" altLang="ja-JP" b="1" dirty="0">
              <a:solidFill>
                <a:schemeClr val="tx1"/>
              </a:solidFill>
            </a:endParaRPr>
          </a:p>
        </p:txBody>
      </p:sp>
      <p:sp>
        <p:nvSpPr>
          <p:cNvPr id="8" name="テキスト ボックス 7">
            <a:extLst>
              <a:ext uri="{FF2B5EF4-FFF2-40B4-BE49-F238E27FC236}">
                <a16:creationId xmlns:a16="http://schemas.microsoft.com/office/drawing/2014/main" id="{F3414D5A-4D59-3F53-AC0E-7EE1884AB534}"/>
              </a:ext>
            </a:extLst>
          </p:cNvPr>
          <p:cNvSpPr txBox="1"/>
          <p:nvPr/>
        </p:nvSpPr>
        <p:spPr>
          <a:xfrm>
            <a:off x="4685664" y="835450"/>
            <a:ext cx="3240859" cy="646331"/>
          </a:xfrm>
          <a:prstGeom prst="rect">
            <a:avLst/>
          </a:prstGeom>
          <a:noFill/>
        </p:spPr>
        <p:txBody>
          <a:bodyPr wrap="square">
            <a:spAutoFit/>
          </a:bodyPr>
          <a:lstStyle/>
          <a:p>
            <a:pPr algn="ctr"/>
            <a:r>
              <a:rPr lang="en-US" altLang="ja-JP" b="1" dirty="0">
                <a:solidFill>
                  <a:schemeClr val="tx1"/>
                </a:solidFill>
              </a:rPr>
              <a:t>Edge Gateway</a:t>
            </a:r>
          </a:p>
          <a:p>
            <a:pPr algn="ctr"/>
            <a:r>
              <a:rPr lang="en-US" altLang="ja-JP" b="1" dirty="0">
                <a:solidFill>
                  <a:schemeClr val="tx1"/>
                </a:solidFill>
              </a:rPr>
              <a:t>(</a:t>
            </a:r>
            <a:r>
              <a:rPr lang="en-US" altLang="ja-JP" dirty="0"/>
              <a:t>Edge Semantic Layer</a:t>
            </a:r>
            <a:r>
              <a:rPr lang="en-US" altLang="ja-JP" b="1" dirty="0">
                <a:solidFill>
                  <a:schemeClr val="tx1"/>
                </a:solidFill>
              </a:rPr>
              <a:t>)</a:t>
            </a:r>
          </a:p>
        </p:txBody>
      </p:sp>
      <p:sp>
        <p:nvSpPr>
          <p:cNvPr id="9" name="テキスト ボックス 8">
            <a:extLst>
              <a:ext uri="{FF2B5EF4-FFF2-40B4-BE49-F238E27FC236}">
                <a16:creationId xmlns:a16="http://schemas.microsoft.com/office/drawing/2014/main" id="{B240E446-C5F4-10AB-7657-4A97DA692EF6}"/>
              </a:ext>
            </a:extLst>
          </p:cNvPr>
          <p:cNvSpPr txBox="1"/>
          <p:nvPr/>
        </p:nvSpPr>
        <p:spPr>
          <a:xfrm>
            <a:off x="8684440" y="928469"/>
            <a:ext cx="3825060" cy="646331"/>
          </a:xfrm>
          <a:prstGeom prst="rect">
            <a:avLst/>
          </a:prstGeom>
          <a:noFill/>
        </p:spPr>
        <p:txBody>
          <a:bodyPr wrap="square">
            <a:spAutoFit/>
          </a:bodyPr>
          <a:lstStyle/>
          <a:p>
            <a:pPr algn="ctr"/>
            <a:r>
              <a:rPr lang="en-US" altLang="ja-JP" b="1" dirty="0">
                <a:solidFill>
                  <a:schemeClr val="tx1"/>
                </a:solidFill>
              </a:rPr>
              <a:t>PI AF</a:t>
            </a:r>
          </a:p>
          <a:p>
            <a:pPr algn="ctr"/>
            <a:r>
              <a:rPr lang="en-US" altLang="ja-JP" b="1" dirty="0"/>
              <a:t>(</a:t>
            </a:r>
            <a:r>
              <a:rPr lang="en-US" altLang="ja-JP" dirty="0"/>
              <a:t>Enterprise Semantic Layer</a:t>
            </a:r>
            <a:r>
              <a:rPr lang="en-US" altLang="ja-JP" b="1" dirty="0"/>
              <a:t>)</a:t>
            </a:r>
            <a:endParaRPr lang="en-US" altLang="ja-JP" b="1" dirty="0">
              <a:solidFill>
                <a:schemeClr val="tx1"/>
              </a:solidFill>
            </a:endParaRPr>
          </a:p>
        </p:txBody>
      </p:sp>
      <p:cxnSp>
        <p:nvCxnSpPr>
          <p:cNvPr id="11" name="直線矢印コネクタ 10">
            <a:extLst>
              <a:ext uri="{FF2B5EF4-FFF2-40B4-BE49-F238E27FC236}">
                <a16:creationId xmlns:a16="http://schemas.microsoft.com/office/drawing/2014/main" id="{D00D226A-FE70-A843-BBE2-F16926719951}"/>
              </a:ext>
            </a:extLst>
          </p:cNvPr>
          <p:cNvCxnSpPr>
            <a:cxnSpLocks/>
          </p:cNvCxnSpPr>
          <p:nvPr/>
        </p:nvCxnSpPr>
        <p:spPr>
          <a:xfrm>
            <a:off x="2083525" y="5295900"/>
            <a:ext cx="1892300" cy="0"/>
          </a:xfrm>
          <a:prstGeom prst="straightConnector1">
            <a:avLst/>
          </a:prstGeom>
          <a:ln w="38100">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13" name="テキスト ボックス 12">
            <a:extLst>
              <a:ext uri="{FF2B5EF4-FFF2-40B4-BE49-F238E27FC236}">
                <a16:creationId xmlns:a16="http://schemas.microsoft.com/office/drawing/2014/main" id="{11683CB8-85BB-6E3D-C8B2-336794C79C61}"/>
              </a:ext>
            </a:extLst>
          </p:cNvPr>
          <p:cNvSpPr txBox="1"/>
          <p:nvPr/>
        </p:nvSpPr>
        <p:spPr>
          <a:xfrm>
            <a:off x="2108200" y="1945931"/>
            <a:ext cx="1916975" cy="3108543"/>
          </a:xfrm>
          <a:prstGeom prst="rect">
            <a:avLst/>
          </a:prstGeom>
          <a:noFill/>
        </p:spPr>
        <p:txBody>
          <a:bodyPr wrap="square">
            <a:spAutoFit/>
          </a:bodyPr>
          <a:lstStyle/>
          <a:p>
            <a:r>
              <a:rPr lang="ja-JP" altLang="en-US" b="1" dirty="0">
                <a:solidFill>
                  <a:srgbClr val="7030A0"/>
                </a:solidFill>
              </a:rPr>
              <a:t>標準１</a:t>
            </a:r>
            <a:endParaRPr lang="en-US" altLang="ja-JP" b="1" dirty="0">
              <a:solidFill>
                <a:srgbClr val="7030A0"/>
              </a:solidFill>
            </a:endParaRPr>
          </a:p>
          <a:p>
            <a:r>
              <a:rPr lang="en-US" altLang="ja-JP" sz="1600" b="1" dirty="0">
                <a:solidFill>
                  <a:srgbClr val="7030A0"/>
                </a:solidFill>
              </a:rPr>
              <a:t>PLC Mapping Unified Namespace</a:t>
            </a:r>
          </a:p>
          <a:p>
            <a:pPr algn="ctr"/>
            <a:endParaRPr lang="en-US" altLang="ja-JP" b="1" dirty="0">
              <a:solidFill>
                <a:srgbClr val="7030A0"/>
              </a:solidFill>
            </a:endParaRPr>
          </a:p>
          <a:p>
            <a:r>
              <a:rPr lang="en-US" altLang="ja-JP" sz="1600" b="1" dirty="0"/>
              <a:t>OPC</a:t>
            </a:r>
          </a:p>
          <a:p>
            <a:r>
              <a:rPr lang="en-US" altLang="ja-JP" sz="1600" dirty="0"/>
              <a:t>PLC Address</a:t>
            </a:r>
            <a:r>
              <a:rPr lang="ja-JP" altLang="en-US" sz="1600" dirty="0"/>
              <a:t>　⇒</a:t>
            </a:r>
            <a:r>
              <a:rPr lang="en-US" altLang="ja-JP" sz="1600" dirty="0"/>
              <a:t>Raw Tag</a:t>
            </a:r>
          </a:p>
          <a:p>
            <a:pPr algn="ctr"/>
            <a:endParaRPr lang="en-US" altLang="ja-JP" sz="1600" dirty="0"/>
          </a:p>
          <a:p>
            <a:r>
              <a:rPr lang="en-US" altLang="ja-JP" sz="1600" b="1" dirty="0"/>
              <a:t>MQTT</a:t>
            </a:r>
          </a:p>
          <a:p>
            <a:r>
              <a:rPr lang="en-US" altLang="ja-JP" sz="1600" dirty="0"/>
              <a:t>PLC Address</a:t>
            </a:r>
            <a:r>
              <a:rPr lang="ja-JP" altLang="en-US" sz="1600" dirty="0"/>
              <a:t>　⇒</a:t>
            </a:r>
            <a:r>
              <a:rPr lang="en-US" altLang="ja-JP" sz="1600" dirty="0"/>
              <a:t>Raw Topic</a:t>
            </a:r>
          </a:p>
        </p:txBody>
      </p:sp>
      <p:cxnSp>
        <p:nvCxnSpPr>
          <p:cNvPr id="15" name="直線矢印コネクタ 14">
            <a:extLst>
              <a:ext uri="{FF2B5EF4-FFF2-40B4-BE49-F238E27FC236}">
                <a16:creationId xmlns:a16="http://schemas.microsoft.com/office/drawing/2014/main" id="{80AADBEE-845A-3AE1-C83B-4670AE831C50}"/>
              </a:ext>
            </a:extLst>
          </p:cNvPr>
          <p:cNvCxnSpPr>
            <a:cxnSpLocks/>
          </p:cNvCxnSpPr>
          <p:nvPr/>
        </p:nvCxnSpPr>
        <p:spPr>
          <a:xfrm>
            <a:off x="7926523" y="5295900"/>
            <a:ext cx="1892300" cy="0"/>
          </a:xfrm>
          <a:prstGeom prst="straightConnector1">
            <a:avLst/>
          </a:prstGeom>
          <a:ln w="38100">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16" name="テキスト ボックス 15">
            <a:extLst>
              <a:ext uri="{FF2B5EF4-FFF2-40B4-BE49-F238E27FC236}">
                <a16:creationId xmlns:a16="http://schemas.microsoft.com/office/drawing/2014/main" id="{470DEEAB-4320-0932-2C0B-169B9AFDFAD9}"/>
              </a:ext>
            </a:extLst>
          </p:cNvPr>
          <p:cNvSpPr txBox="1"/>
          <p:nvPr/>
        </p:nvSpPr>
        <p:spPr>
          <a:xfrm>
            <a:off x="7951198" y="1945931"/>
            <a:ext cx="1916975" cy="3108543"/>
          </a:xfrm>
          <a:prstGeom prst="rect">
            <a:avLst/>
          </a:prstGeom>
          <a:noFill/>
        </p:spPr>
        <p:txBody>
          <a:bodyPr wrap="square">
            <a:spAutoFit/>
          </a:bodyPr>
          <a:lstStyle/>
          <a:p>
            <a:r>
              <a:rPr lang="ja-JP" altLang="en-US" b="1" dirty="0">
                <a:solidFill>
                  <a:srgbClr val="7030A0"/>
                </a:solidFill>
              </a:rPr>
              <a:t>標準</a:t>
            </a:r>
            <a:r>
              <a:rPr lang="en-US" altLang="ja-JP" b="1" dirty="0">
                <a:solidFill>
                  <a:srgbClr val="7030A0"/>
                </a:solidFill>
              </a:rPr>
              <a:t>2</a:t>
            </a:r>
          </a:p>
          <a:p>
            <a:r>
              <a:rPr lang="en-US" altLang="ja-JP" sz="1600" b="1" dirty="0">
                <a:solidFill>
                  <a:srgbClr val="7030A0"/>
                </a:solidFill>
              </a:rPr>
              <a:t>Tag/Topic Mapping Unified Namespace</a:t>
            </a:r>
          </a:p>
          <a:p>
            <a:pPr algn="ctr"/>
            <a:endParaRPr lang="en-US" altLang="ja-JP" b="1" dirty="0">
              <a:solidFill>
                <a:srgbClr val="7030A0"/>
              </a:solidFill>
            </a:endParaRPr>
          </a:p>
          <a:p>
            <a:r>
              <a:rPr lang="en-US" altLang="ja-JP" sz="1600" b="1" dirty="0"/>
              <a:t>OPC</a:t>
            </a:r>
          </a:p>
          <a:p>
            <a:r>
              <a:rPr lang="en-US" altLang="ja-JP" sz="1600" dirty="0"/>
              <a:t>Raw Tag</a:t>
            </a:r>
            <a:r>
              <a:rPr lang="ja-JP" altLang="en-US" sz="1600" dirty="0"/>
              <a:t>　</a:t>
            </a:r>
            <a:endParaRPr lang="en-US" altLang="ja-JP" sz="1600" dirty="0"/>
          </a:p>
          <a:p>
            <a:pPr algn="ctr"/>
            <a:r>
              <a:rPr lang="ja-JP" altLang="en-US" sz="1600" dirty="0"/>
              <a:t>⇒</a:t>
            </a:r>
            <a:r>
              <a:rPr lang="en-US" altLang="ja-JP" sz="1600" dirty="0"/>
              <a:t> Asset Semantic</a:t>
            </a:r>
          </a:p>
          <a:p>
            <a:pPr algn="ctr"/>
            <a:endParaRPr lang="en-US" altLang="ja-JP" sz="1600" dirty="0"/>
          </a:p>
          <a:p>
            <a:r>
              <a:rPr lang="en-US" altLang="ja-JP" sz="1600" b="1" dirty="0"/>
              <a:t>MQTT</a:t>
            </a:r>
          </a:p>
          <a:p>
            <a:r>
              <a:rPr lang="en-US" altLang="ja-JP" sz="1600" dirty="0"/>
              <a:t>Raw Topic </a:t>
            </a:r>
            <a:r>
              <a:rPr lang="ja-JP" altLang="en-US" sz="1600" dirty="0"/>
              <a:t>⇒</a:t>
            </a:r>
            <a:r>
              <a:rPr lang="en-US" altLang="ja-JP" sz="1600" dirty="0"/>
              <a:t>Asset Semantic</a:t>
            </a:r>
          </a:p>
        </p:txBody>
      </p:sp>
    </p:spTree>
    <p:extLst>
      <p:ext uri="{BB962C8B-B14F-4D97-AF65-F5344CB8AC3E}">
        <p14:creationId xmlns:p14="http://schemas.microsoft.com/office/powerpoint/2010/main" val="76396120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9A8BB68-FCDB-9F0E-5161-268FE6B8F07F}"/>
              </a:ext>
            </a:extLst>
          </p:cNvPr>
          <p:cNvSpPr>
            <a:spLocks noGrp="1"/>
          </p:cNvSpPr>
          <p:nvPr>
            <p:ph type="title"/>
          </p:nvPr>
        </p:nvSpPr>
        <p:spPr/>
        <p:txBody>
          <a:bodyPr/>
          <a:lstStyle/>
          <a:p>
            <a:r>
              <a:rPr lang="en-US" altLang="ja-JP" dirty="0"/>
              <a:t>Hydro UNS Standard</a:t>
            </a:r>
            <a:br>
              <a:rPr lang="en-US" altLang="ja-JP" dirty="0"/>
            </a:br>
            <a:r>
              <a:rPr lang="en-US" altLang="ja-JP" dirty="0"/>
              <a:t>Hydro</a:t>
            </a:r>
            <a:r>
              <a:rPr lang="ja-JP" altLang="en-US" dirty="0"/>
              <a:t> </a:t>
            </a:r>
            <a:r>
              <a:rPr lang="en-US" altLang="ja-JP" dirty="0"/>
              <a:t>Unified Namespace</a:t>
            </a:r>
            <a:endParaRPr kumimoji="1" lang="ja-JP" altLang="en-US" dirty="0"/>
          </a:p>
        </p:txBody>
      </p:sp>
      <p:graphicFrame>
        <p:nvGraphicFramePr>
          <p:cNvPr id="5" name="表 4">
            <a:extLst>
              <a:ext uri="{FF2B5EF4-FFF2-40B4-BE49-F238E27FC236}">
                <a16:creationId xmlns:a16="http://schemas.microsoft.com/office/drawing/2014/main" id="{3799081D-FD01-D44E-7C49-B7B3E738B782}"/>
              </a:ext>
            </a:extLst>
          </p:cNvPr>
          <p:cNvGraphicFramePr>
            <a:graphicFrameLocks noGrp="1"/>
          </p:cNvGraphicFramePr>
          <p:nvPr>
            <p:extLst>
              <p:ext uri="{D42A27DB-BD31-4B8C-83A1-F6EECF244321}">
                <p14:modId xmlns:p14="http://schemas.microsoft.com/office/powerpoint/2010/main" val="3394146397"/>
              </p:ext>
            </p:extLst>
          </p:nvPr>
        </p:nvGraphicFramePr>
        <p:xfrm>
          <a:off x="332417" y="960091"/>
          <a:ext cx="11354888" cy="3107216"/>
        </p:xfrm>
        <a:graphic>
          <a:graphicData uri="http://schemas.openxmlformats.org/drawingml/2006/table">
            <a:tbl>
              <a:tblPr>
                <a:tableStyleId>{21E4AEA4-8DFA-4A89-87EB-49C32662AFE0}</a:tableStyleId>
              </a:tblPr>
              <a:tblGrid>
                <a:gridCol w="5677444">
                  <a:extLst>
                    <a:ext uri="{9D8B030D-6E8A-4147-A177-3AD203B41FA5}">
                      <a16:colId xmlns:a16="http://schemas.microsoft.com/office/drawing/2014/main" val="3638621953"/>
                    </a:ext>
                  </a:extLst>
                </a:gridCol>
                <a:gridCol w="5677444">
                  <a:extLst>
                    <a:ext uri="{9D8B030D-6E8A-4147-A177-3AD203B41FA5}">
                      <a16:colId xmlns:a16="http://schemas.microsoft.com/office/drawing/2014/main" val="2903437557"/>
                    </a:ext>
                  </a:extLst>
                </a:gridCol>
              </a:tblGrid>
              <a:tr h="930956">
                <a:tc gridSpan="2">
                  <a:txBody>
                    <a:bodyPr/>
                    <a:lstStyle/>
                    <a:p>
                      <a:pPr algn="l" fontAlgn="ctr">
                        <a:buNone/>
                      </a:pPr>
                      <a:r>
                        <a:rPr lang="en-US" sz="3200" u="none" strike="noStrike" dirty="0">
                          <a:effectLst/>
                        </a:rPr>
                        <a:t>《Hydro UNS Standard》</a:t>
                      </a:r>
                      <a:endParaRPr lang="en-US" sz="3200" b="1"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kumimoji="1" lang="ja-JP" altLang="en-US"/>
                    </a:p>
                  </a:txBody>
                  <a:tcPr/>
                </a:tc>
                <a:extLst>
                  <a:ext uri="{0D108BD9-81ED-4DB2-BD59-A6C34878D82A}">
                    <a16:rowId xmlns:a16="http://schemas.microsoft.com/office/drawing/2014/main" val="1981572110"/>
                  </a:ext>
                </a:extLst>
              </a:tr>
              <a:tr h="435252">
                <a:tc>
                  <a:txBody>
                    <a:bodyPr/>
                    <a:lstStyle/>
                    <a:p>
                      <a:pPr algn="ctr" fontAlgn="ctr">
                        <a:buNone/>
                      </a:pPr>
                      <a:r>
                        <a:rPr lang="ja-JP" altLang="en-US" sz="1400" u="none" strike="noStrike" dirty="0">
                          <a:effectLst/>
                        </a:rPr>
                        <a:t>項目</a:t>
                      </a:r>
                      <a:endParaRPr lang="ja-JP" altLang="en-US" sz="1400" b="1"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ja-JP" altLang="en-US" sz="1400" u="none" strike="noStrike" dirty="0">
                          <a:effectLst/>
                        </a:rPr>
                        <a:t>サンプル</a:t>
                      </a:r>
                      <a:endParaRPr lang="ja-JP" altLang="en-US" sz="1400" b="1"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90747239"/>
                  </a:ext>
                </a:extLst>
              </a:tr>
              <a:tr h="435252">
                <a:tc>
                  <a:txBody>
                    <a:bodyPr/>
                    <a:lstStyle/>
                    <a:p>
                      <a:pPr lvl="1" algn="l" fontAlgn="ctr">
                        <a:buNone/>
                      </a:pPr>
                      <a:r>
                        <a:rPr lang="en-US" sz="1400" u="none" strike="noStrike">
                          <a:effectLst/>
                        </a:rPr>
                        <a:t>Group ID</a:t>
                      </a:r>
                      <a:endParaRPr lang="en-US" sz="14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1" algn="l" fontAlgn="ctr">
                        <a:buNone/>
                      </a:pPr>
                      <a:r>
                        <a:rPr lang="en-US" sz="1400" u="none" strike="noStrike">
                          <a:effectLst/>
                        </a:rPr>
                        <a:t>HydroJP</a:t>
                      </a:r>
                      <a:endParaRPr lang="en-US" sz="14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80075306"/>
                  </a:ext>
                </a:extLst>
              </a:tr>
              <a:tr h="435252">
                <a:tc>
                  <a:txBody>
                    <a:bodyPr/>
                    <a:lstStyle/>
                    <a:p>
                      <a:pPr lvl="1" algn="l" fontAlgn="ctr">
                        <a:buNone/>
                      </a:pPr>
                      <a:r>
                        <a:rPr lang="en-US" sz="1400" u="none" strike="noStrike" dirty="0">
                          <a:effectLst/>
                        </a:rPr>
                        <a:t>Node ID</a:t>
                      </a:r>
                      <a:endParaRPr lang="en-US" sz="14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1" algn="l" fontAlgn="ctr">
                        <a:buNone/>
                      </a:pPr>
                      <a:r>
                        <a:rPr lang="en-US" sz="1400" u="none" strike="noStrike" dirty="0" err="1">
                          <a:effectLst/>
                        </a:rPr>
                        <a:t>PlantA</a:t>
                      </a:r>
                      <a:endParaRPr lang="en-US" sz="14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87692453"/>
                  </a:ext>
                </a:extLst>
              </a:tr>
              <a:tr h="435252">
                <a:tc>
                  <a:txBody>
                    <a:bodyPr/>
                    <a:lstStyle/>
                    <a:p>
                      <a:pPr lvl="1" algn="l" fontAlgn="ctr">
                        <a:buNone/>
                      </a:pPr>
                      <a:r>
                        <a:rPr lang="en-US" sz="1400" u="none" strike="noStrike" dirty="0">
                          <a:effectLst/>
                        </a:rPr>
                        <a:t>Device ID</a:t>
                      </a:r>
                      <a:endParaRPr lang="en-US" sz="14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1" algn="l" fontAlgn="ctr">
                        <a:buNone/>
                      </a:pPr>
                      <a:r>
                        <a:rPr lang="en-US" sz="1400" u="none" strike="noStrike">
                          <a:effectLst/>
                        </a:rPr>
                        <a:t>Unit1</a:t>
                      </a:r>
                      <a:endParaRPr lang="en-US" sz="14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86614769"/>
                  </a:ext>
                </a:extLst>
              </a:tr>
              <a:tr h="435252">
                <a:tc>
                  <a:txBody>
                    <a:bodyPr/>
                    <a:lstStyle/>
                    <a:p>
                      <a:pPr lvl="1" algn="l" fontAlgn="ctr">
                        <a:buNone/>
                      </a:pPr>
                      <a:r>
                        <a:rPr lang="en-US" sz="1400" u="none" strike="noStrike">
                          <a:effectLst/>
                        </a:rPr>
                        <a:t>Metric</a:t>
                      </a:r>
                      <a:endParaRPr lang="en-US" sz="14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1" algn="l" fontAlgn="ctr">
                        <a:buNone/>
                      </a:pPr>
                      <a:r>
                        <a:rPr lang="en-US" sz="1400" u="none" strike="noStrike" dirty="0" err="1">
                          <a:effectLst/>
                        </a:rPr>
                        <a:t>ActivePower</a:t>
                      </a:r>
                      <a:r>
                        <a:rPr lang="en-US" sz="1400" u="none" strike="noStrike" dirty="0">
                          <a:effectLst/>
                        </a:rPr>
                        <a:t> </a:t>
                      </a:r>
                      <a:endParaRPr lang="en-US" sz="14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80468271"/>
                  </a:ext>
                </a:extLst>
              </a:tr>
            </a:tbl>
          </a:graphicData>
        </a:graphic>
      </p:graphicFrame>
    </p:spTree>
    <p:extLst>
      <p:ext uri="{BB962C8B-B14F-4D97-AF65-F5344CB8AC3E}">
        <p14:creationId xmlns:p14="http://schemas.microsoft.com/office/powerpoint/2010/main" val="208266019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4A65E0E-04FE-F2F3-FF74-487316399A3B}"/>
              </a:ext>
            </a:extLst>
          </p:cNvPr>
          <p:cNvSpPr>
            <a:spLocks noGrp="1"/>
          </p:cNvSpPr>
          <p:nvPr>
            <p:ph type="title"/>
          </p:nvPr>
        </p:nvSpPr>
        <p:spPr/>
        <p:txBody>
          <a:bodyPr/>
          <a:lstStyle/>
          <a:p>
            <a:r>
              <a:rPr kumimoji="1" lang="ja-JP" altLang="en-US" dirty="0"/>
              <a:t>スモールプロジェクトに必要なサーバリソース（１発電所＋１子局、＋</a:t>
            </a:r>
            <a:r>
              <a:rPr kumimoji="1" lang="en-US" altLang="ja-JP" dirty="0"/>
              <a:t>1</a:t>
            </a:r>
            <a:r>
              <a:rPr kumimoji="1" lang="ja-JP" altLang="en-US" dirty="0"/>
              <a:t>親局）</a:t>
            </a:r>
            <a:br>
              <a:rPr kumimoji="1" lang="en-US" altLang="ja-JP" dirty="0"/>
            </a:br>
            <a:r>
              <a:rPr kumimoji="1" lang="en-US" altLang="ja-JP" dirty="0"/>
              <a:t>The resource needed in small project</a:t>
            </a:r>
            <a:endParaRPr kumimoji="1" lang="ja-JP" altLang="en-US" dirty="0"/>
          </a:p>
        </p:txBody>
      </p:sp>
      <p:sp>
        <p:nvSpPr>
          <p:cNvPr id="3" name="テキスト ボックス 2">
            <a:extLst>
              <a:ext uri="{FF2B5EF4-FFF2-40B4-BE49-F238E27FC236}">
                <a16:creationId xmlns:a16="http://schemas.microsoft.com/office/drawing/2014/main" id="{7C910A73-E065-358B-A8AE-B302A8C1E47A}"/>
              </a:ext>
            </a:extLst>
          </p:cNvPr>
          <p:cNvSpPr txBox="1"/>
          <p:nvPr/>
        </p:nvSpPr>
        <p:spPr>
          <a:xfrm>
            <a:off x="352902" y="765925"/>
            <a:ext cx="10895201" cy="954107"/>
          </a:xfrm>
          <a:prstGeom prst="rect">
            <a:avLst/>
          </a:prstGeom>
          <a:noFill/>
        </p:spPr>
        <p:txBody>
          <a:bodyPr wrap="square">
            <a:spAutoFit/>
          </a:bodyPr>
          <a:lstStyle/>
          <a:p>
            <a:r>
              <a:rPr lang="ja-JP" altLang="en-US" sz="1400" b="1" dirty="0"/>
              <a:t>以下の前提での推定</a:t>
            </a:r>
            <a:endParaRPr lang="en-US" altLang="ja-JP" sz="1400" b="1" dirty="0"/>
          </a:p>
          <a:p>
            <a:pPr marL="285750" indent="-285750">
              <a:buFont typeface="Wingdings" panose="05000000000000000000" pitchFamily="2" charset="2"/>
              <a:buChar char="Ø"/>
            </a:pPr>
            <a:r>
              <a:rPr lang="ja-JP" altLang="en-US" sz="1400" dirty="0"/>
              <a:t>発電所の能力は　→　</a:t>
            </a:r>
            <a:r>
              <a:rPr lang="en-US" altLang="ja-JP" sz="1400" dirty="0"/>
              <a:t>2.5mW</a:t>
            </a:r>
          </a:p>
          <a:p>
            <a:pPr marL="285750" indent="-285750">
              <a:buFont typeface="Wingdings" panose="05000000000000000000" pitchFamily="2" charset="2"/>
              <a:buChar char="Ø"/>
            </a:pPr>
            <a:r>
              <a:rPr lang="ja-JP" altLang="en-US" sz="1400" dirty="0"/>
              <a:t>データ点数は　　→　</a:t>
            </a:r>
            <a:r>
              <a:rPr lang="en-US" altLang="ja-JP" sz="1400" dirty="0"/>
              <a:t>3000</a:t>
            </a:r>
            <a:r>
              <a:rPr lang="ja-JP" altLang="en-US" sz="1400" dirty="0"/>
              <a:t>点で、</a:t>
            </a:r>
            <a:r>
              <a:rPr lang="en-US" altLang="ja-JP" sz="1400" dirty="0"/>
              <a:t>Float</a:t>
            </a:r>
            <a:r>
              <a:rPr lang="ja-JP" altLang="en-US" sz="1400" dirty="0"/>
              <a:t>系の点数は</a:t>
            </a:r>
            <a:r>
              <a:rPr lang="en-US" altLang="ja-JP" sz="1400" dirty="0"/>
              <a:t>7</a:t>
            </a:r>
            <a:r>
              <a:rPr lang="ja-JP" altLang="en-US" sz="1400" dirty="0"/>
              <a:t>割、</a:t>
            </a:r>
            <a:r>
              <a:rPr lang="en-US" altLang="ja-JP" sz="1400" dirty="0"/>
              <a:t>Int</a:t>
            </a:r>
            <a:r>
              <a:rPr lang="ja-JP" altLang="en-US" sz="1400" dirty="0"/>
              <a:t>系</a:t>
            </a:r>
            <a:r>
              <a:rPr lang="en-US" altLang="ja-JP" sz="1400" dirty="0"/>
              <a:t>2</a:t>
            </a:r>
            <a:r>
              <a:rPr lang="ja-JP" altLang="en-US" sz="1400" dirty="0"/>
              <a:t>割、</a:t>
            </a:r>
            <a:r>
              <a:rPr lang="en-US" altLang="ja-JP" sz="1400" dirty="0"/>
              <a:t>String</a:t>
            </a:r>
            <a:r>
              <a:rPr lang="ja-JP" altLang="en-US" sz="1400" dirty="0"/>
              <a:t>系</a:t>
            </a:r>
            <a:r>
              <a:rPr lang="en-US" altLang="ja-JP" sz="1400" dirty="0"/>
              <a:t>1</a:t>
            </a:r>
            <a:r>
              <a:rPr lang="ja-JP" altLang="en-US" sz="1400" dirty="0"/>
              <a:t>割、全量</a:t>
            </a:r>
            <a:r>
              <a:rPr lang="en-US" altLang="ja-JP" sz="1400" dirty="0"/>
              <a:t>PI Server</a:t>
            </a:r>
            <a:r>
              <a:rPr lang="ja-JP" altLang="en-US" sz="1400" dirty="0"/>
              <a:t>へ保存</a:t>
            </a:r>
            <a:endParaRPr lang="en-US" altLang="ja-JP" sz="1400" dirty="0"/>
          </a:p>
          <a:p>
            <a:pPr marL="285750" indent="-285750">
              <a:buFont typeface="Wingdings" panose="05000000000000000000" pitchFamily="2" charset="2"/>
              <a:buChar char="Ø"/>
            </a:pPr>
            <a:r>
              <a:rPr lang="ja-JP" altLang="en-US" sz="1400" dirty="0"/>
              <a:t>データ取得頻度　→　</a:t>
            </a:r>
            <a:r>
              <a:rPr lang="en-US" altLang="ja-JP" sz="1400" dirty="0"/>
              <a:t>Float</a:t>
            </a:r>
            <a:r>
              <a:rPr lang="ja-JP" altLang="en-US" sz="1400" dirty="0"/>
              <a:t>系</a:t>
            </a:r>
            <a:r>
              <a:rPr lang="en-US" altLang="ja-JP" sz="1400" dirty="0"/>
              <a:t>1S</a:t>
            </a:r>
            <a:r>
              <a:rPr lang="ja-JP" altLang="en-US" sz="1400" dirty="0"/>
              <a:t>、</a:t>
            </a:r>
            <a:r>
              <a:rPr lang="en-US" altLang="ja-JP" sz="1400" dirty="0"/>
              <a:t>Int</a:t>
            </a:r>
            <a:r>
              <a:rPr lang="ja-JP" altLang="en-US" sz="1400" dirty="0"/>
              <a:t>系</a:t>
            </a:r>
            <a:r>
              <a:rPr lang="en-US" altLang="ja-JP" sz="1400" dirty="0"/>
              <a:t>1S</a:t>
            </a:r>
            <a:r>
              <a:rPr lang="ja-JP" altLang="en-US" sz="1400" dirty="0"/>
              <a:t>、</a:t>
            </a:r>
            <a:r>
              <a:rPr lang="en-US" altLang="ja-JP" sz="1400" dirty="0"/>
              <a:t>String</a:t>
            </a:r>
            <a:r>
              <a:rPr lang="ja-JP" altLang="en-US" sz="1400" dirty="0"/>
              <a:t>系変化後</a:t>
            </a:r>
          </a:p>
        </p:txBody>
      </p:sp>
      <p:graphicFrame>
        <p:nvGraphicFramePr>
          <p:cNvPr id="14" name="表 13">
            <a:extLst>
              <a:ext uri="{FF2B5EF4-FFF2-40B4-BE49-F238E27FC236}">
                <a16:creationId xmlns:a16="http://schemas.microsoft.com/office/drawing/2014/main" id="{96A7BFC7-F58D-3CD7-8EAD-295081C9AA72}"/>
              </a:ext>
            </a:extLst>
          </p:cNvPr>
          <p:cNvGraphicFramePr>
            <a:graphicFrameLocks noGrp="1"/>
          </p:cNvGraphicFramePr>
          <p:nvPr>
            <p:extLst>
              <p:ext uri="{D42A27DB-BD31-4B8C-83A1-F6EECF244321}">
                <p14:modId xmlns:p14="http://schemas.microsoft.com/office/powerpoint/2010/main" val="3354604832"/>
              </p:ext>
            </p:extLst>
          </p:nvPr>
        </p:nvGraphicFramePr>
        <p:xfrm>
          <a:off x="432886" y="1720944"/>
          <a:ext cx="11639843" cy="5137055"/>
        </p:xfrm>
        <a:graphic>
          <a:graphicData uri="http://schemas.openxmlformats.org/drawingml/2006/table">
            <a:tbl>
              <a:tblPr firstRow="1" bandRow="1">
                <a:tableStyleId>{21E4AEA4-8DFA-4A89-87EB-49C32662AFE0}</a:tableStyleId>
              </a:tblPr>
              <a:tblGrid>
                <a:gridCol w="1588854">
                  <a:extLst>
                    <a:ext uri="{9D8B030D-6E8A-4147-A177-3AD203B41FA5}">
                      <a16:colId xmlns:a16="http://schemas.microsoft.com/office/drawing/2014/main" val="1047101935"/>
                    </a:ext>
                  </a:extLst>
                </a:gridCol>
                <a:gridCol w="1496712">
                  <a:extLst>
                    <a:ext uri="{9D8B030D-6E8A-4147-A177-3AD203B41FA5}">
                      <a16:colId xmlns:a16="http://schemas.microsoft.com/office/drawing/2014/main" val="2592791222"/>
                    </a:ext>
                  </a:extLst>
                </a:gridCol>
                <a:gridCol w="1232452">
                  <a:extLst>
                    <a:ext uri="{9D8B030D-6E8A-4147-A177-3AD203B41FA5}">
                      <a16:colId xmlns:a16="http://schemas.microsoft.com/office/drawing/2014/main" val="1096516494"/>
                    </a:ext>
                  </a:extLst>
                </a:gridCol>
                <a:gridCol w="788505">
                  <a:extLst>
                    <a:ext uri="{9D8B030D-6E8A-4147-A177-3AD203B41FA5}">
                      <a16:colId xmlns:a16="http://schemas.microsoft.com/office/drawing/2014/main" val="1786957100"/>
                    </a:ext>
                  </a:extLst>
                </a:gridCol>
                <a:gridCol w="1948069">
                  <a:extLst>
                    <a:ext uri="{9D8B030D-6E8A-4147-A177-3AD203B41FA5}">
                      <a16:colId xmlns:a16="http://schemas.microsoft.com/office/drawing/2014/main" val="3251604580"/>
                    </a:ext>
                  </a:extLst>
                </a:gridCol>
                <a:gridCol w="1742661">
                  <a:extLst>
                    <a:ext uri="{9D8B030D-6E8A-4147-A177-3AD203B41FA5}">
                      <a16:colId xmlns:a16="http://schemas.microsoft.com/office/drawing/2014/main" val="349341211"/>
                    </a:ext>
                  </a:extLst>
                </a:gridCol>
                <a:gridCol w="1444487">
                  <a:extLst>
                    <a:ext uri="{9D8B030D-6E8A-4147-A177-3AD203B41FA5}">
                      <a16:colId xmlns:a16="http://schemas.microsoft.com/office/drawing/2014/main" val="239885066"/>
                    </a:ext>
                  </a:extLst>
                </a:gridCol>
                <a:gridCol w="1398103">
                  <a:extLst>
                    <a:ext uri="{9D8B030D-6E8A-4147-A177-3AD203B41FA5}">
                      <a16:colId xmlns:a16="http://schemas.microsoft.com/office/drawing/2014/main" val="3891720897"/>
                    </a:ext>
                  </a:extLst>
                </a:gridCol>
              </a:tblGrid>
              <a:tr h="470875">
                <a:tc>
                  <a:txBody>
                    <a:bodyPr/>
                    <a:lstStyle/>
                    <a:p>
                      <a:pPr algn="ctr" fontAlgn="ctr">
                        <a:buNone/>
                      </a:pPr>
                      <a:r>
                        <a:rPr lang="en-US" altLang="ja-JP" sz="1200" b="0" i="0" u="none" strike="noStrike" dirty="0">
                          <a:solidFill>
                            <a:srgbClr val="000000"/>
                          </a:solidFill>
                          <a:effectLst/>
                          <a:latin typeface="游ゴシック" panose="020B0400000000000000" pitchFamily="50" charset="-128"/>
                          <a:ea typeface="游ゴシック" panose="020B0400000000000000" pitchFamily="50" charset="-128"/>
                        </a:rPr>
                        <a:t>Layer</a:t>
                      </a:r>
                      <a:r>
                        <a:rPr lang="ja-JP" altLang="en-US" sz="1200" b="0" i="0" u="none" strike="noStrike" dirty="0">
                          <a:solidFill>
                            <a:srgbClr val="000000"/>
                          </a:solidFill>
                          <a:effectLst/>
                          <a:latin typeface="游ゴシック" panose="020B0400000000000000" pitchFamily="50" charset="-128"/>
                          <a:ea typeface="游ゴシック" panose="020B0400000000000000" pitchFamily="50" charset="-128"/>
                        </a:rPr>
                        <a:t>－項目</a:t>
                      </a:r>
                      <a:endParaRPr lang="en-US" sz="12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0" marR="0" marT="0" marB="0" anchor="ctr"/>
                </a:tc>
                <a:tc>
                  <a:txBody>
                    <a:bodyPr/>
                    <a:lstStyle/>
                    <a:p>
                      <a:pPr algn="ctr" fontAlgn="ctr">
                        <a:buNone/>
                      </a:pPr>
                      <a:r>
                        <a:rPr lang="ja-JP" altLang="en-US" sz="1200" b="0" i="0" u="none" strike="noStrike" dirty="0">
                          <a:solidFill>
                            <a:srgbClr val="000000"/>
                          </a:solidFill>
                          <a:effectLst/>
                          <a:latin typeface="游ゴシック" panose="020B0400000000000000" pitchFamily="50" charset="-128"/>
                          <a:ea typeface="游ゴシック" panose="020B0400000000000000" pitchFamily="50" charset="-128"/>
                        </a:rPr>
                        <a:t>インストール</a:t>
                      </a:r>
                      <a:endParaRPr lang="en-US" altLang="ja-JP" sz="1200" b="0" i="0" u="none" strike="noStrike" dirty="0">
                        <a:solidFill>
                          <a:srgbClr val="000000"/>
                        </a:solidFill>
                        <a:effectLst/>
                        <a:latin typeface="游ゴシック" panose="020B0400000000000000" pitchFamily="50" charset="-128"/>
                        <a:ea typeface="游ゴシック" panose="020B0400000000000000" pitchFamily="50" charset="-128"/>
                      </a:endParaRPr>
                    </a:p>
                    <a:p>
                      <a:pPr algn="ctr" fontAlgn="ctr">
                        <a:buNone/>
                      </a:pPr>
                      <a:r>
                        <a:rPr lang="ja-JP" altLang="en-US" sz="1200" b="0" i="0" u="none" strike="noStrike" dirty="0">
                          <a:solidFill>
                            <a:srgbClr val="000000"/>
                          </a:solidFill>
                          <a:effectLst/>
                          <a:latin typeface="游ゴシック" panose="020B0400000000000000" pitchFamily="50" charset="-128"/>
                          <a:ea typeface="游ゴシック" panose="020B0400000000000000" pitchFamily="50" charset="-128"/>
                        </a:rPr>
                        <a:t>ソフトウェア</a:t>
                      </a:r>
                      <a:endParaRPr lang="en-US" sz="12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0" marR="0" marT="0" marB="0" anchor="ctr"/>
                </a:tc>
                <a:tc>
                  <a:txBody>
                    <a:bodyPr/>
                    <a:lstStyle/>
                    <a:p>
                      <a:pPr algn="ctr" fontAlgn="ctr">
                        <a:buNone/>
                      </a:pPr>
                      <a:r>
                        <a:rPr lang="en-US" sz="1200" b="0" u="none" strike="noStrike" dirty="0">
                          <a:solidFill>
                            <a:srgbClr val="000000"/>
                          </a:solidFill>
                          <a:effectLst/>
                        </a:rPr>
                        <a:t>CPU</a:t>
                      </a:r>
                      <a:endParaRPr lang="en-US" sz="12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0" marR="0" marT="0" marB="0" anchor="ctr"/>
                </a:tc>
                <a:tc>
                  <a:txBody>
                    <a:bodyPr/>
                    <a:lstStyle/>
                    <a:p>
                      <a:pPr algn="ctr" fontAlgn="ctr">
                        <a:buNone/>
                      </a:pPr>
                      <a:r>
                        <a:rPr lang="en-US" sz="1200" b="0" u="none" strike="noStrike" dirty="0">
                          <a:solidFill>
                            <a:srgbClr val="000000"/>
                          </a:solidFill>
                          <a:effectLst/>
                        </a:rPr>
                        <a:t>RAM</a:t>
                      </a:r>
                      <a:endParaRPr lang="en-US" sz="12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0" marR="0" marT="0" marB="0" anchor="ctr"/>
                </a:tc>
                <a:tc>
                  <a:txBody>
                    <a:bodyPr/>
                    <a:lstStyle/>
                    <a:p>
                      <a:pPr algn="ctr" fontAlgn="ctr">
                        <a:buNone/>
                      </a:pPr>
                      <a:r>
                        <a:rPr lang="en-US" sz="1200" b="0" u="none" strike="noStrike" dirty="0">
                          <a:solidFill>
                            <a:srgbClr val="000000"/>
                          </a:solidFill>
                          <a:effectLst/>
                        </a:rPr>
                        <a:t>Storage</a:t>
                      </a:r>
                      <a:endParaRPr lang="en-US" sz="12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0" marR="0" marT="0" marB="0" anchor="ctr"/>
                </a:tc>
                <a:tc>
                  <a:txBody>
                    <a:bodyPr/>
                    <a:lstStyle/>
                    <a:p>
                      <a:pPr algn="ctr" fontAlgn="ctr">
                        <a:buNone/>
                      </a:pPr>
                      <a:r>
                        <a:rPr lang="en-US" sz="1200" b="0" u="none" strike="noStrike" dirty="0">
                          <a:solidFill>
                            <a:srgbClr val="000000"/>
                          </a:solidFill>
                          <a:effectLst/>
                        </a:rPr>
                        <a:t>OS</a:t>
                      </a:r>
                      <a:endParaRPr lang="en-US" sz="12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0" marR="0" marT="0" marB="0" anchor="ctr"/>
                </a:tc>
                <a:tc>
                  <a:txBody>
                    <a:bodyPr/>
                    <a:lstStyle/>
                    <a:p>
                      <a:pPr algn="ctr" fontAlgn="ctr">
                        <a:buNone/>
                      </a:pPr>
                      <a:r>
                        <a:rPr lang="en-US" sz="1200" b="0" u="none" strike="noStrike" dirty="0">
                          <a:solidFill>
                            <a:srgbClr val="000000"/>
                          </a:solidFill>
                          <a:effectLst/>
                        </a:rPr>
                        <a:t>Network</a:t>
                      </a:r>
                      <a:endParaRPr lang="en-US" sz="12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0" marR="0" marT="0" marB="0" anchor="ctr"/>
                </a:tc>
                <a:tc>
                  <a:txBody>
                    <a:bodyPr/>
                    <a:lstStyle/>
                    <a:p>
                      <a:pPr algn="ctr" fontAlgn="ctr">
                        <a:buNone/>
                      </a:pPr>
                      <a:r>
                        <a:rPr lang="en-US" altLang="ja-JP" sz="1200" b="0" u="none" strike="noStrike" dirty="0">
                          <a:solidFill>
                            <a:srgbClr val="000000"/>
                          </a:solidFill>
                          <a:effectLst/>
                        </a:rPr>
                        <a:t>License</a:t>
                      </a:r>
                      <a:r>
                        <a:rPr lang="ja-JP" altLang="en-US" sz="1200" b="0" u="none" strike="noStrike" dirty="0">
                          <a:solidFill>
                            <a:srgbClr val="000000"/>
                          </a:solidFill>
                          <a:effectLst/>
                        </a:rPr>
                        <a:t>数</a:t>
                      </a:r>
                      <a:endParaRPr lang="en-US" sz="12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0" marR="0" marT="0" marB="0" anchor="ctr"/>
                </a:tc>
                <a:extLst>
                  <a:ext uri="{0D108BD9-81ED-4DB2-BD59-A6C34878D82A}">
                    <a16:rowId xmlns:a16="http://schemas.microsoft.com/office/drawing/2014/main" val="2097046378"/>
                  </a:ext>
                </a:extLst>
              </a:tr>
              <a:tr h="657819">
                <a:tc>
                  <a:txBody>
                    <a:bodyPr/>
                    <a:lstStyle/>
                    <a:p>
                      <a:pPr algn="l" fontAlgn="ctr">
                        <a:buNone/>
                      </a:pPr>
                      <a:endParaRPr lang="en-US" sz="12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0" marR="0" marT="0" marB="0" anchor="ctr"/>
                </a:tc>
                <a:tc>
                  <a:txBody>
                    <a:bodyPr/>
                    <a:lstStyle/>
                    <a:p>
                      <a:pPr marL="0" algn="l" eaLnBrk="1" fontAlgn="ctr" hangingPunct="1">
                        <a:buNone/>
                      </a:pPr>
                      <a:r>
                        <a:rPr kumimoji="1" lang="en-US" altLang="ja-JP" sz="1100" b="0" i="0" u="none" strike="noStrike" dirty="0" err="1">
                          <a:solidFill>
                            <a:srgbClr val="000000"/>
                          </a:solidFill>
                          <a:effectLst/>
                          <a:latin typeface="游ゴシック" panose="020B0400000000000000" pitchFamily="50" charset="-128"/>
                          <a:ea typeface="游ゴシック" panose="020B0400000000000000" pitchFamily="50" charset="-128"/>
                          <a:cs typeface="+mn-cs"/>
                        </a:rPr>
                        <a:t>SpeedBee</a:t>
                      </a:r>
                      <a:endParaRPr kumimoji="1" lang="en-US" altLang="ja-JP" sz="1100" b="0" i="0" u="none" strike="noStrike" dirty="0">
                        <a:solidFill>
                          <a:srgbClr val="000000"/>
                        </a:solidFill>
                        <a:effectLst/>
                        <a:latin typeface="游ゴシック" panose="020B0400000000000000" pitchFamily="50" charset="-128"/>
                        <a:ea typeface="游ゴシック" panose="020B0400000000000000" pitchFamily="50" charset="-128"/>
                        <a:cs typeface="+mn-cs"/>
                      </a:endParaRPr>
                    </a:p>
                    <a:p>
                      <a:pPr marL="0" algn="l" eaLnBrk="1" fontAlgn="ctr" hangingPunct="1">
                        <a:buNone/>
                      </a:pPr>
                      <a:r>
                        <a:rPr kumimoji="1" lang="en-US" altLang="ja-JP" sz="1100" b="0" i="0" u="none" strike="noStrike" dirty="0">
                          <a:solidFill>
                            <a:srgbClr val="000000"/>
                          </a:solidFill>
                          <a:effectLst/>
                          <a:latin typeface="游ゴシック" panose="020B0400000000000000" pitchFamily="50" charset="-128"/>
                          <a:ea typeface="游ゴシック" panose="020B0400000000000000" pitchFamily="50" charset="-128"/>
                          <a:cs typeface="+mn-cs"/>
                        </a:rPr>
                        <a:t>/Kepware EX</a:t>
                      </a:r>
                      <a:endParaRPr kumimoji="1" lang="en-US" sz="1100" b="0" i="0" u="none" strike="noStrike" dirty="0">
                        <a:solidFill>
                          <a:srgbClr val="000000"/>
                        </a:solidFill>
                        <a:effectLst/>
                        <a:latin typeface="游ゴシック" panose="020B0400000000000000" pitchFamily="50" charset="-128"/>
                        <a:ea typeface="游ゴシック" panose="020B0400000000000000" pitchFamily="50" charset="-128"/>
                        <a:cs typeface="+mn-cs"/>
                      </a:endParaRPr>
                    </a:p>
                  </a:txBody>
                  <a:tcPr anchor="ctr"/>
                </a:tc>
                <a:tc>
                  <a:txBody>
                    <a:bodyPr/>
                    <a:lstStyle/>
                    <a:p>
                      <a:pPr marL="0" algn="l" eaLnBrk="1" fontAlgn="ctr" hangingPunct="1">
                        <a:buNone/>
                      </a:pPr>
                      <a:r>
                        <a:rPr kumimoji="1" lang="en-US" sz="1100" b="0" i="0" u="none" strike="noStrike" dirty="0">
                          <a:solidFill>
                            <a:srgbClr val="000000"/>
                          </a:solidFill>
                          <a:effectLst/>
                          <a:latin typeface="游ゴシック" panose="020B0400000000000000" pitchFamily="50" charset="-128"/>
                          <a:ea typeface="游ゴシック" panose="020B0400000000000000" pitchFamily="50" charset="-128"/>
                          <a:cs typeface="+mn-cs"/>
                        </a:rPr>
                        <a:t>Intel i5 / Xeon D</a:t>
                      </a:r>
                    </a:p>
                  </a:txBody>
                  <a:tcPr anchor="ctr"/>
                </a:tc>
                <a:tc>
                  <a:txBody>
                    <a:bodyPr/>
                    <a:lstStyle/>
                    <a:p>
                      <a:pPr marL="0" algn="l" eaLnBrk="1" fontAlgn="ctr" hangingPunct="1">
                        <a:buNone/>
                      </a:pPr>
                      <a:r>
                        <a:rPr kumimoji="1" lang="en-US" sz="1100" b="0" i="0" u="none" strike="noStrike">
                          <a:solidFill>
                            <a:srgbClr val="000000"/>
                          </a:solidFill>
                          <a:effectLst/>
                          <a:latin typeface="游ゴシック" panose="020B0400000000000000" pitchFamily="50" charset="-128"/>
                          <a:ea typeface="游ゴシック" panose="020B0400000000000000" pitchFamily="50" charset="-128"/>
                          <a:cs typeface="+mn-cs"/>
                        </a:rPr>
                        <a:t>16GB</a:t>
                      </a:r>
                    </a:p>
                  </a:txBody>
                  <a:tcPr anchor="ctr"/>
                </a:tc>
                <a:tc>
                  <a:txBody>
                    <a:bodyPr/>
                    <a:lstStyle/>
                    <a:p>
                      <a:pPr marL="0" algn="l" eaLnBrk="1" fontAlgn="ctr" hangingPunct="1">
                        <a:buNone/>
                      </a:pPr>
                      <a:r>
                        <a:rPr kumimoji="1" lang="en-US" sz="1100" b="0" i="0" u="none" strike="noStrike">
                          <a:solidFill>
                            <a:srgbClr val="000000"/>
                          </a:solidFill>
                          <a:effectLst/>
                          <a:latin typeface="游ゴシック" panose="020B0400000000000000" pitchFamily="50" charset="-128"/>
                          <a:ea typeface="游ゴシック" panose="020B0400000000000000" pitchFamily="50" charset="-128"/>
                          <a:cs typeface="+mn-cs"/>
                        </a:rPr>
                        <a:t>512GB SSD RAID1</a:t>
                      </a:r>
                    </a:p>
                  </a:txBody>
                  <a:tcPr anchor="ctr"/>
                </a:tc>
                <a:tc>
                  <a:txBody>
                    <a:bodyPr/>
                    <a:lstStyle/>
                    <a:p>
                      <a:pPr marL="0" algn="l" eaLnBrk="1" fontAlgn="ctr" hangingPunct="1">
                        <a:buNone/>
                      </a:pPr>
                      <a:r>
                        <a:rPr kumimoji="1" lang="en-US" sz="1100" b="0" i="0" u="none" strike="noStrike" dirty="0">
                          <a:solidFill>
                            <a:srgbClr val="000000"/>
                          </a:solidFill>
                          <a:effectLst/>
                          <a:latin typeface="游ゴシック" panose="020B0400000000000000" pitchFamily="50" charset="-128"/>
                          <a:ea typeface="游ゴシック" panose="020B0400000000000000" pitchFamily="50" charset="-128"/>
                          <a:cs typeface="+mn-cs"/>
                        </a:rPr>
                        <a:t>Ubuntu/Debian LTS</a:t>
                      </a:r>
                    </a:p>
                  </a:txBody>
                  <a:tcPr anchor="ctr"/>
                </a:tc>
                <a:tc>
                  <a:txBody>
                    <a:bodyPr/>
                    <a:lstStyle/>
                    <a:p>
                      <a:pPr marL="0" algn="l" eaLnBrk="1" fontAlgn="ctr" hangingPunct="1">
                        <a:buNone/>
                      </a:pPr>
                      <a:r>
                        <a:rPr kumimoji="1" lang="en-US" sz="1100" b="0" i="0" u="none" strike="noStrike">
                          <a:solidFill>
                            <a:srgbClr val="000000"/>
                          </a:solidFill>
                          <a:effectLst/>
                          <a:latin typeface="游ゴシック" panose="020B0400000000000000" pitchFamily="50" charset="-128"/>
                          <a:ea typeface="游ゴシック" panose="020B0400000000000000" pitchFamily="50" charset="-128"/>
                          <a:cs typeface="+mn-cs"/>
                        </a:rPr>
                        <a:t>2 Network Interface</a:t>
                      </a:r>
                    </a:p>
                  </a:txBody>
                  <a:tcPr anchor="ctr"/>
                </a:tc>
                <a:tc>
                  <a:txBody>
                    <a:bodyPr/>
                    <a:lstStyle/>
                    <a:p>
                      <a:pPr marL="0" algn="l" eaLnBrk="1" fontAlgn="ctr" hangingPunct="1">
                        <a:buNone/>
                      </a:pPr>
                      <a:r>
                        <a:rPr kumimoji="1" lang="en-US" altLang="ja-JP" sz="1100" b="0" i="0" u="none" strike="noStrike" dirty="0">
                          <a:solidFill>
                            <a:srgbClr val="000000"/>
                          </a:solidFill>
                          <a:effectLst/>
                          <a:latin typeface="游ゴシック" panose="020B0400000000000000" pitchFamily="50" charset="-128"/>
                          <a:ea typeface="游ゴシック" panose="020B0400000000000000" pitchFamily="50" charset="-128"/>
                          <a:cs typeface="+mn-cs"/>
                        </a:rPr>
                        <a:t>1</a:t>
                      </a:r>
                      <a:endParaRPr kumimoji="1" lang="en-US" sz="1100" b="0" i="0" u="none" strike="noStrike" dirty="0">
                        <a:solidFill>
                          <a:srgbClr val="000000"/>
                        </a:solidFill>
                        <a:effectLst/>
                        <a:latin typeface="游ゴシック" panose="020B0400000000000000" pitchFamily="50" charset="-128"/>
                        <a:ea typeface="游ゴシック" panose="020B0400000000000000" pitchFamily="50" charset="-128"/>
                        <a:cs typeface="+mn-cs"/>
                      </a:endParaRPr>
                    </a:p>
                  </a:txBody>
                  <a:tcPr anchor="ctr"/>
                </a:tc>
                <a:extLst>
                  <a:ext uri="{0D108BD9-81ED-4DB2-BD59-A6C34878D82A}">
                    <a16:rowId xmlns:a16="http://schemas.microsoft.com/office/drawing/2014/main" val="2691936554"/>
                  </a:ext>
                </a:extLst>
              </a:tr>
              <a:tr h="1101602">
                <a:tc>
                  <a:txBody>
                    <a:bodyPr/>
                    <a:lstStyle/>
                    <a:p>
                      <a:endParaRPr kumimoji="1" lang="ja-JP" altLang="en-US"/>
                    </a:p>
                  </a:txBody>
                  <a:tcPr/>
                </a:tc>
                <a:tc>
                  <a:txBody>
                    <a:bodyPr/>
                    <a:lstStyle/>
                    <a:p>
                      <a:pPr marL="0" algn="l" eaLnBrk="1" fontAlgn="ctr" hangingPunct="1">
                        <a:buNone/>
                      </a:pPr>
                      <a:r>
                        <a:rPr kumimoji="1" lang="en-US" sz="1100" b="0" i="0" u="none" strike="noStrike" dirty="0">
                          <a:solidFill>
                            <a:srgbClr val="000000"/>
                          </a:solidFill>
                          <a:effectLst/>
                          <a:latin typeface="游ゴシック" panose="020B0400000000000000" pitchFamily="50" charset="-128"/>
                          <a:ea typeface="游ゴシック" panose="020B0400000000000000" pitchFamily="50" charset="-128"/>
                          <a:cs typeface="+mn-cs"/>
                        </a:rPr>
                        <a:t>PI Interface</a:t>
                      </a:r>
                    </a:p>
                    <a:p>
                      <a:pPr marL="0" algn="l" eaLnBrk="1" fontAlgn="ctr" hangingPunct="1">
                        <a:buNone/>
                      </a:pPr>
                      <a:r>
                        <a:rPr kumimoji="1" lang="en-US" sz="1100" b="0" i="0" u="none" strike="noStrike" dirty="0">
                          <a:solidFill>
                            <a:srgbClr val="000000"/>
                          </a:solidFill>
                          <a:effectLst/>
                          <a:latin typeface="游ゴシック" panose="020B0400000000000000" pitchFamily="50" charset="-128"/>
                          <a:ea typeface="游ゴシック" panose="020B0400000000000000" pitchFamily="50" charset="-128"/>
                          <a:cs typeface="+mn-cs"/>
                        </a:rPr>
                        <a:t>PI Connector</a:t>
                      </a:r>
                    </a:p>
                    <a:p>
                      <a:pPr marL="0" algn="l" eaLnBrk="1" fontAlgn="ctr" hangingPunct="1">
                        <a:buNone/>
                      </a:pPr>
                      <a:r>
                        <a:rPr kumimoji="1" lang="en-US" sz="1100" b="0" i="0" u="none" strike="noStrike" dirty="0">
                          <a:solidFill>
                            <a:srgbClr val="000000"/>
                          </a:solidFill>
                          <a:effectLst/>
                          <a:latin typeface="游ゴシック" panose="020B0400000000000000" pitchFamily="50" charset="-128"/>
                          <a:ea typeface="游ゴシック" panose="020B0400000000000000" pitchFamily="50" charset="-128"/>
                          <a:cs typeface="+mn-cs"/>
                        </a:rPr>
                        <a:t>PI Adapter</a:t>
                      </a:r>
                    </a:p>
                    <a:p>
                      <a:pPr marL="0" algn="l" eaLnBrk="1" fontAlgn="ctr" hangingPunct="1">
                        <a:buNone/>
                      </a:pPr>
                      <a:r>
                        <a:rPr kumimoji="1" lang="en-US" sz="1100" b="0" i="0" u="none" strike="noStrike" dirty="0">
                          <a:solidFill>
                            <a:srgbClr val="000000"/>
                          </a:solidFill>
                          <a:effectLst/>
                          <a:latin typeface="游ゴシック" panose="020B0400000000000000" pitchFamily="50" charset="-128"/>
                          <a:ea typeface="游ゴシック" panose="020B0400000000000000" pitchFamily="50" charset="-128"/>
                          <a:cs typeface="+mn-cs"/>
                        </a:rPr>
                        <a:t>MQTT Broker</a:t>
                      </a:r>
                    </a:p>
                    <a:p>
                      <a:pPr marL="0" algn="l" eaLnBrk="1" fontAlgn="ctr" hangingPunct="1">
                        <a:buNone/>
                      </a:pPr>
                      <a:r>
                        <a:rPr kumimoji="1" lang="en-US" sz="1100" b="0" i="0" u="none" strike="noStrike" dirty="0">
                          <a:solidFill>
                            <a:srgbClr val="000000"/>
                          </a:solidFill>
                          <a:effectLst/>
                          <a:latin typeface="游ゴシック" panose="020B0400000000000000" pitchFamily="50" charset="-128"/>
                          <a:ea typeface="游ゴシック" panose="020B0400000000000000" pitchFamily="50" charset="-128"/>
                          <a:cs typeface="+mn-cs"/>
                        </a:rPr>
                        <a:t>Edge Data Store</a:t>
                      </a:r>
                    </a:p>
                    <a:p>
                      <a:pPr marL="0" algn="l" eaLnBrk="1" fontAlgn="ctr" hangingPunct="1">
                        <a:buNone/>
                      </a:pPr>
                      <a:r>
                        <a:rPr kumimoji="1" lang="en-US" sz="1100" b="0" i="0" u="none" strike="noStrike" dirty="0">
                          <a:solidFill>
                            <a:srgbClr val="000000"/>
                          </a:solidFill>
                          <a:effectLst/>
                          <a:latin typeface="游ゴシック" panose="020B0400000000000000" pitchFamily="50" charset="-128"/>
                          <a:ea typeface="游ゴシック" panose="020B0400000000000000" pitchFamily="50" charset="-128"/>
                          <a:cs typeface="+mn-cs"/>
                        </a:rPr>
                        <a:t>PI Buffer</a:t>
                      </a:r>
                    </a:p>
                  </a:txBody>
                  <a:tcPr anchor="ctr"/>
                </a:tc>
                <a:tc>
                  <a:txBody>
                    <a:bodyPr/>
                    <a:lstStyle/>
                    <a:p>
                      <a:pPr marL="0" algn="l" eaLnBrk="1" fontAlgn="ctr" hangingPunct="1">
                        <a:buNone/>
                      </a:pPr>
                      <a:r>
                        <a:rPr kumimoji="1" lang="en-US" sz="1100" b="0" i="0" u="none" strike="noStrike" dirty="0">
                          <a:solidFill>
                            <a:srgbClr val="000000"/>
                          </a:solidFill>
                          <a:effectLst/>
                          <a:latin typeface="游ゴシック" panose="020B0400000000000000" pitchFamily="50" charset="-128"/>
                          <a:ea typeface="游ゴシック" panose="020B0400000000000000" pitchFamily="50" charset="-128"/>
                          <a:cs typeface="+mn-cs"/>
                        </a:rPr>
                        <a:t>8 Core</a:t>
                      </a:r>
                    </a:p>
                  </a:txBody>
                  <a:tcPr anchor="ctr"/>
                </a:tc>
                <a:tc>
                  <a:txBody>
                    <a:bodyPr/>
                    <a:lstStyle/>
                    <a:p>
                      <a:pPr marL="0" algn="l" eaLnBrk="1" fontAlgn="ctr" hangingPunct="1">
                        <a:buNone/>
                      </a:pPr>
                      <a:r>
                        <a:rPr kumimoji="1" lang="en-US" sz="1100" b="0" i="0" u="none" strike="noStrike" dirty="0">
                          <a:solidFill>
                            <a:srgbClr val="000000"/>
                          </a:solidFill>
                          <a:effectLst/>
                          <a:latin typeface="游ゴシック" panose="020B0400000000000000" pitchFamily="50" charset="-128"/>
                          <a:ea typeface="游ゴシック" panose="020B0400000000000000" pitchFamily="50" charset="-128"/>
                          <a:cs typeface="+mn-cs"/>
                        </a:rPr>
                        <a:t>32GB</a:t>
                      </a:r>
                    </a:p>
                  </a:txBody>
                  <a:tcPr anchor="ctr"/>
                </a:tc>
                <a:tc>
                  <a:txBody>
                    <a:bodyPr/>
                    <a:lstStyle/>
                    <a:p>
                      <a:pPr marL="0" algn="l" eaLnBrk="1" fontAlgn="ctr" hangingPunct="1">
                        <a:buNone/>
                      </a:pPr>
                      <a:r>
                        <a:rPr kumimoji="1" lang="en-US" sz="1100" b="0" i="0" u="none" strike="noStrike" dirty="0">
                          <a:solidFill>
                            <a:srgbClr val="000000"/>
                          </a:solidFill>
                          <a:effectLst/>
                          <a:latin typeface="游ゴシック" panose="020B0400000000000000" pitchFamily="50" charset="-128"/>
                          <a:ea typeface="游ゴシック" panose="020B0400000000000000" pitchFamily="50" charset="-128"/>
                          <a:cs typeface="+mn-cs"/>
                        </a:rPr>
                        <a:t>2TB SSD RAID10</a:t>
                      </a:r>
                    </a:p>
                  </a:txBody>
                  <a:tcPr anchor="ctr"/>
                </a:tc>
                <a:tc>
                  <a:txBody>
                    <a:bodyPr/>
                    <a:lstStyle/>
                    <a:p>
                      <a:pPr marL="0" marR="0" lvl="0" indent="0" algn="l" defTabSz="914400" eaLnBrk="1" fontAlgn="ctr" latinLnBrk="0" hangingPunct="1">
                        <a:lnSpc>
                          <a:spcPct val="100000"/>
                        </a:lnSpc>
                        <a:spcBef>
                          <a:spcPts val="0"/>
                        </a:spcBef>
                        <a:spcAft>
                          <a:spcPts val="0"/>
                        </a:spcAft>
                        <a:buClrTx/>
                        <a:buSzTx/>
                        <a:buFontTx/>
                        <a:buNone/>
                        <a:tabLst/>
                        <a:defRPr/>
                      </a:pPr>
                      <a:r>
                        <a:rPr kumimoji="1" lang="en-US" altLang="ja-JP" sz="1100" b="0" i="0" u="none" strike="noStrike" dirty="0">
                          <a:solidFill>
                            <a:srgbClr val="000000"/>
                          </a:solidFill>
                          <a:effectLst/>
                          <a:latin typeface="游ゴシック" panose="020B0400000000000000" pitchFamily="50" charset="-128"/>
                          <a:ea typeface="游ゴシック" panose="020B0400000000000000" pitchFamily="50" charset="-128"/>
                          <a:cs typeface="+mn-cs"/>
                        </a:rPr>
                        <a:t>Windows Server 2022</a:t>
                      </a:r>
                    </a:p>
                  </a:txBody>
                  <a:tcPr anchor="ctr"/>
                </a:tc>
                <a:tc>
                  <a:txBody>
                    <a:bodyPr/>
                    <a:lstStyle/>
                    <a:p>
                      <a:pPr marL="0" algn="l" eaLnBrk="1" fontAlgn="ctr" hangingPunct="1">
                        <a:buNone/>
                      </a:pPr>
                      <a:r>
                        <a:rPr kumimoji="1" lang="en-US" altLang="ja-JP" sz="1100" b="0" i="0" u="none" strike="noStrike" dirty="0">
                          <a:solidFill>
                            <a:srgbClr val="000000"/>
                          </a:solidFill>
                          <a:effectLst/>
                          <a:latin typeface="游ゴシック" panose="020B0400000000000000" pitchFamily="50" charset="-128"/>
                          <a:ea typeface="游ゴシック" panose="020B0400000000000000" pitchFamily="50" charset="-128"/>
                          <a:cs typeface="+mn-cs"/>
                        </a:rPr>
                        <a:t>Main-Slave</a:t>
                      </a:r>
                    </a:p>
                    <a:p>
                      <a:pPr marL="0" algn="l" eaLnBrk="1" fontAlgn="ctr" hangingPunct="1">
                        <a:buNone/>
                      </a:pPr>
                      <a:r>
                        <a:rPr kumimoji="1" lang="en-US" altLang="ja-JP" sz="1100" b="0" i="0" u="none" strike="noStrike" dirty="0">
                          <a:solidFill>
                            <a:srgbClr val="000000"/>
                          </a:solidFill>
                          <a:effectLst/>
                          <a:latin typeface="游ゴシック" panose="020B0400000000000000" pitchFamily="50" charset="-128"/>
                          <a:ea typeface="游ゴシック" panose="020B0400000000000000" pitchFamily="50" charset="-128"/>
                          <a:cs typeface="+mn-cs"/>
                        </a:rPr>
                        <a:t>1~2Gb</a:t>
                      </a:r>
                    </a:p>
                    <a:p>
                      <a:pPr marL="0" algn="l" eaLnBrk="1" fontAlgn="ctr" hangingPunct="1">
                        <a:buNone/>
                      </a:pPr>
                      <a:endParaRPr kumimoji="1" lang="en-US" altLang="ja-JP" sz="1100" b="0" i="0" u="none" strike="noStrike" dirty="0">
                        <a:solidFill>
                          <a:srgbClr val="000000"/>
                        </a:solidFill>
                        <a:effectLst/>
                        <a:latin typeface="游ゴシック" panose="020B0400000000000000" pitchFamily="50" charset="-128"/>
                        <a:ea typeface="游ゴシック" panose="020B0400000000000000" pitchFamily="50" charset="-128"/>
                        <a:cs typeface="+mn-cs"/>
                      </a:endParaRPr>
                    </a:p>
                    <a:p>
                      <a:pPr marL="0" algn="l" eaLnBrk="1" fontAlgn="ctr" hangingPunct="1">
                        <a:buNone/>
                      </a:pPr>
                      <a:r>
                        <a:rPr kumimoji="1" lang="ja-JP" altLang="en-US" sz="1100" b="0" i="0" u="none" strike="noStrike" dirty="0">
                          <a:solidFill>
                            <a:srgbClr val="000000"/>
                          </a:solidFill>
                          <a:effectLst/>
                          <a:latin typeface="游ゴシック" panose="020B0400000000000000" pitchFamily="50" charset="-128"/>
                          <a:ea typeface="游ゴシック" panose="020B0400000000000000" pitchFamily="50" charset="-128"/>
                          <a:cs typeface="+mn-cs"/>
                        </a:rPr>
                        <a:t>発電所→子局</a:t>
                      </a:r>
                      <a:endParaRPr kumimoji="1" lang="en-US" altLang="ja-JP" sz="1100" b="0" i="0" u="none" strike="noStrike" dirty="0">
                        <a:solidFill>
                          <a:srgbClr val="000000"/>
                        </a:solidFill>
                        <a:effectLst/>
                        <a:latin typeface="游ゴシック" panose="020B0400000000000000" pitchFamily="50" charset="-128"/>
                        <a:ea typeface="游ゴシック" panose="020B0400000000000000" pitchFamily="50" charset="-128"/>
                        <a:cs typeface="+mn-cs"/>
                      </a:endParaRPr>
                    </a:p>
                    <a:p>
                      <a:pPr marL="0" algn="l" eaLnBrk="1" fontAlgn="ctr" hangingPunct="1">
                        <a:buNone/>
                      </a:pPr>
                      <a:r>
                        <a:rPr kumimoji="1" lang="en-US" altLang="ja-JP" sz="1100" b="0" i="0" u="none" strike="noStrike" dirty="0">
                          <a:solidFill>
                            <a:srgbClr val="000000"/>
                          </a:solidFill>
                          <a:effectLst/>
                          <a:latin typeface="游ゴシック" panose="020B0400000000000000" pitchFamily="50" charset="-128"/>
                          <a:ea typeface="游ゴシック" panose="020B0400000000000000" pitchFamily="50" charset="-128"/>
                          <a:cs typeface="+mn-cs"/>
                        </a:rPr>
                        <a:t>Delay&lt;50ms</a:t>
                      </a:r>
                    </a:p>
                  </a:txBody>
                  <a:tcPr anchor="ctr"/>
                </a:tc>
                <a:tc>
                  <a:txBody>
                    <a:bodyPr/>
                    <a:lstStyle/>
                    <a:p>
                      <a:pPr marL="0" algn="l" eaLnBrk="1" fontAlgn="ctr" hangingPunct="1">
                        <a:buNone/>
                      </a:pPr>
                      <a:r>
                        <a:rPr kumimoji="1" lang="en-US" altLang="ja-JP" sz="1100" b="0" i="0" u="none" strike="noStrike" dirty="0">
                          <a:solidFill>
                            <a:srgbClr val="000000"/>
                          </a:solidFill>
                          <a:effectLst/>
                          <a:latin typeface="游ゴシック" panose="020B0400000000000000" pitchFamily="50" charset="-128"/>
                          <a:ea typeface="游ゴシック" panose="020B0400000000000000" pitchFamily="50" charset="-128"/>
                          <a:cs typeface="+mn-cs"/>
                        </a:rPr>
                        <a:t>1</a:t>
                      </a:r>
                      <a:endParaRPr kumimoji="1" lang="en-US" sz="1100" b="0" i="0" u="none" strike="noStrike" dirty="0">
                        <a:solidFill>
                          <a:srgbClr val="000000"/>
                        </a:solidFill>
                        <a:effectLst/>
                        <a:latin typeface="游ゴシック" panose="020B0400000000000000" pitchFamily="50" charset="-128"/>
                        <a:ea typeface="游ゴシック" panose="020B0400000000000000" pitchFamily="50" charset="-128"/>
                        <a:cs typeface="+mn-cs"/>
                      </a:endParaRPr>
                    </a:p>
                  </a:txBody>
                  <a:tcPr anchor="ctr"/>
                </a:tc>
                <a:extLst>
                  <a:ext uri="{0D108BD9-81ED-4DB2-BD59-A6C34878D82A}">
                    <a16:rowId xmlns:a16="http://schemas.microsoft.com/office/drawing/2014/main" val="722273882"/>
                  </a:ext>
                </a:extLst>
              </a:tr>
              <a:tr h="933302">
                <a:tc>
                  <a:txBody>
                    <a:bodyPr/>
                    <a:lstStyle/>
                    <a:p>
                      <a:endParaRPr kumimoji="1" lang="ja-JP" altLang="en-US"/>
                    </a:p>
                  </a:txBody>
                  <a:tcPr/>
                </a:tc>
                <a:tc>
                  <a:txBody>
                    <a:bodyPr/>
                    <a:lstStyle/>
                    <a:p>
                      <a:pPr marL="0" algn="l" eaLnBrk="1" fontAlgn="ctr" hangingPunct="1">
                        <a:buNone/>
                      </a:pPr>
                      <a:r>
                        <a:rPr kumimoji="1" lang="it-IT" altLang="ja-JP" sz="1100" b="0" i="0" u="none" strike="noStrike" dirty="0">
                          <a:solidFill>
                            <a:srgbClr val="000000"/>
                          </a:solidFill>
                          <a:effectLst/>
                          <a:latin typeface="游ゴシック" panose="020B0400000000000000" pitchFamily="50" charset="-128"/>
                          <a:ea typeface="游ゴシック" panose="020B0400000000000000" pitchFamily="50" charset="-128"/>
                          <a:cs typeface="+mn-cs"/>
                        </a:rPr>
                        <a:t>PI Data Archive</a:t>
                      </a:r>
                    </a:p>
                    <a:p>
                      <a:pPr marL="0" algn="l" eaLnBrk="1" fontAlgn="ctr" hangingPunct="1">
                        <a:buNone/>
                      </a:pPr>
                      <a:r>
                        <a:rPr kumimoji="1" lang="it-IT" altLang="ja-JP" sz="1100" b="0" i="0" u="none" strike="noStrike" dirty="0">
                          <a:solidFill>
                            <a:srgbClr val="000000"/>
                          </a:solidFill>
                          <a:effectLst/>
                          <a:latin typeface="游ゴシック" panose="020B0400000000000000" pitchFamily="50" charset="-128"/>
                          <a:ea typeface="游ゴシック" panose="020B0400000000000000" pitchFamily="50" charset="-128"/>
                          <a:cs typeface="+mn-cs"/>
                        </a:rPr>
                        <a:t>PI Collective</a:t>
                      </a:r>
                    </a:p>
                    <a:p>
                      <a:pPr marL="0" algn="l" eaLnBrk="1" fontAlgn="ctr" hangingPunct="1">
                        <a:buNone/>
                      </a:pPr>
                      <a:r>
                        <a:rPr kumimoji="1" lang="it-IT" altLang="ja-JP" sz="1100" b="0" i="0" u="none" strike="noStrike" dirty="0">
                          <a:solidFill>
                            <a:srgbClr val="000000"/>
                          </a:solidFill>
                          <a:effectLst/>
                          <a:latin typeface="游ゴシック" panose="020B0400000000000000" pitchFamily="50" charset="-128"/>
                          <a:ea typeface="游ゴシック" panose="020B0400000000000000" pitchFamily="50" charset="-128"/>
                          <a:cs typeface="+mn-cs"/>
                        </a:rPr>
                        <a:t>PI Buffer</a:t>
                      </a:r>
                    </a:p>
                    <a:p>
                      <a:pPr marL="0" algn="l" eaLnBrk="1" fontAlgn="ctr" hangingPunct="1">
                        <a:buNone/>
                      </a:pPr>
                      <a:r>
                        <a:rPr kumimoji="1" lang="it-IT" altLang="ja-JP" sz="1100" b="0" i="0" u="none" strike="noStrike" dirty="0">
                          <a:solidFill>
                            <a:srgbClr val="000000"/>
                          </a:solidFill>
                          <a:effectLst/>
                          <a:latin typeface="游ゴシック" panose="020B0400000000000000" pitchFamily="50" charset="-128"/>
                          <a:ea typeface="游ゴシック" panose="020B0400000000000000" pitchFamily="50" charset="-128"/>
                          <a:cs typeface="+mn-cs"/>
                        </a:rPr>
                        <a:t>PI-to-PI</a:t>
                      </a:r>
                      <a:endParaRPr kumimoji="1" lang="ja-JP" altLang="en-US" sz="1100" b="0" i="0" u="none" strike="noStrike" dirty="0">
                        <a:solidFill>
                          <a:srgbClr val="000000"/>
                        </a:solidFill>
                        <a:effectLst/>
                        <a:latin typeface="游ゴシック" panose="020B0400000000000000" pitchFamily="50" charset="-128"/>
                        <a:ea typeface="游ゴシック" panose="020B0400000000000000" pitchFamily="50" charset="-128"/>
                        <a:cs typeface="+mn-cs"/>
                      </a:endParaRPr>
                    </a:p>
                  </a:txBody>
                  <a:tcPr/>
                </a:tc>
                <a:tc>
                  <a:txBody>
                    <a:bodyPr/>
                    <a:lstStyle/>
                    <a:p>
                      <a:pPr marL="0" marR="0" lvl="0" indent="0" algn="l" defTabSz="914400" eaLnBrk="1" fontAlgn="ctr" latinLnBrk="0" hangingPunct="1">
                        <a:lnSpc>
                          <a:spcPct val="100000"/>
                        </a:lnSpc>
                        <a:spcBef>
                          <a:spcPts val="0"/>
                        </a:spcBef>
                        <a:spcAft>
                          <a:spcPts val="0"/>
                        </a:spcAft>
                        <a:buClrTx/>
                        <a:buSzTx/>
                        <a:buFontTx/>
                        <a:buNone/>
                        <a:tabLst/>
                        <a:defRPr/>
                      </a:pPr>
                      <a:r>
                        <a:rPr kumimoji="1" lang="en-US" altLang="ja-JP" sz="1100" b="0" i="0" u="none" strike="noStrike" dirty="0">
                          <a:solidFill>
                            <a:srgbClr val="000000"/>
                          </a:solidFill>
                          <a:effectLst/>
                          <a:latin typeface="游ゴシック" panose="020B0400000000000000" pitchFamily="50" charset="-128"/>
                          <a:ea typeface="游ゴシック" panose="020B0400000000000000" pitchFamily="50" charset="-128"/>
                          <a:cs typeface="+mn-cs"/>
                        </a:rPr>
                        <a:t>16 Core</a:t>
                      </a:r>
                    </a:p>
                  </a:txBody>
                  <a:tcPr anchor="ctr"/>
                </a:tc>
                <a:tc>
                  <a:txBody>
                    <a:bodyPr/>
                    <a:lstStyle/>
                    <a:p>
                      <a:pPr marL="0" algn="l" eaLnBrk="1" fontAlgn="ctr" hangingPunct="1">
                        <a:buNone/>
                      </a:pPr>
                      <a:r>
                        <a:rPr kumimoji="1" lang="en-US" sz="1100" b="0" i="0" u="none" strike="noStrike" dirty="0">
                          <a:solidFill>
                            <a:srgbClr val="000000"/>
                          </a:solidFill>
                          <a:effectLst/>
                          <a:latin typeface="游ゴシック" panose="020B0400000000000000" pitchFamily="50" charset="-128"/>
                          <a:ea typeface="游ゴシック" panose="020B0400000000000000" pitchFamily="50" charset="-128"/>
                          <a:cs typeface="+mn-cs"/>
                        </a:rPr>
                        <a:t>64GB</a:t>
                      </a:r>
                    </a:p>
                  </a:txBody>
                  <a:tcPr anchor="ctr"/>
                </a:tc>
                <a:tc>
                  <a:txBody>
                    <a:bodyPr/>
                    <a:lstStyle/>
                    <a:p>
                      <a:pPr marL="0" algn="l" eaLnBrk="1" fontAlgn="ctr" hangingPunct="1">
                        <a:buNone/>
                      </a:pPr>
                      <a:r>
                        <a:rPr kumimoji="1" lang="en-US" sz="1100" b="0" i="0" u="none" strike="noStrike" dirty="0">
                          <a:solidFill>
                            <a:srgbClr val="000000"/>
                          </a:solidFill>
                          <a:effectLst/>
                          <a:latin typeface="游ゴシック" panose="020B0400000000000000" pitchFamily="50" charset="-128"/>
                          <a:ea typeface="游ゴシック" panose="020B0400000000000000" pitchFamily="50" charset="-128"/>
                          <a:cs typeface="+mn-cs"/>
                        </a:rPr>
                        <a:t>4TB </a:t>
                      </a:r>
                      <a:r>
                        <a:rPr kumimoji="1" lang="en-US" sz="1100" b="0" i="0" u="none" strike="noStrike" dirty="0" err="1">
                          <a:solidFill>
                            <a:srgbClr val="000000"/>
                          </a:solidFill>
                          <a:effectLst/>
                          <a:latin typeface="游ゴシック" panose="020B0400000000000000" pitchFamily="50" charset="-128"/>
                          <a:ea typeface="游ゴシック" panose="020B0400000000000000" pitchFamily="50" charset="-128"/>
                          <a:cs typeface="+mn-cs"/>
                        </a:rPr>
                        <a:t>NVMe</a:t>
                      </a:r>
                      <a:r>
                        <a:rPr kumimoji="1" lang="en-US" sz="1100" b="0" i="0" u="none" strike="noStrike" dirty="0">
                          <a:solidFill>
                            <a:srgbClr val="000000"/>
                          </a:solidFill>
                          <a:effectLst/>
                          <a:latin typeface="游ゴシック" panose="020B0400000000000000" pitchFamily="50" charset="-128"/>
                          <a:ea typeface="游ゴシック" panose="020B0400000000000000" pitchFamily="50" charset="-128"/>
                          <a:cs typeface="+mn-cs"/>
                        </a:rPr>
                        <a:t> RAID10</a:t>
                      </a:r>
                    </a:p>
                    <a:p>
                      <a:r>
                        <a:rPr kumimoji="1" lang="pt-BR" altLang="ja-JP" sz="900" dirty="0"/>
                        <a:t>C:</a:t>
                      </a:r>
                      <a:r>
                        <a:rPr kumimoji="1" lang="ja-JP" altLang="en-US" sz="900" dirty="0"/>
                        <a:t>　</a:t>
                      </a:r>
                      <a:r>
                        <a:rPr kumimoji="1" lang="pt-BR" altLang="ja-JP" sz="900" dirty="0"/>
                        <a:t>OS</a:t>
                      </a:r>
                    </a:p>
                    <a:p>
                      <a:r>
                        <a:rPr kumimoji="1" lang="pt-BR" altLang="ja-JP" sz="900" dirty="0"/>
                        <a:t>D:</a:t>
                      </a:r>
                      <a:r>
                        <a:rPr kumimoji="1" lang="ja-JP" altLang="en-US" sz="900" dirty="0"/>
                        <a:t>　</a:t>
                      </a:r>
                      <a:r>
                        <a:rPr kumimoji="1" lang="pt-BR" altLang="ja-JP" sz="900" dirty="0"/>
                        <a:t>PI Install</a:t>
                      </a:r>
                    </a:p>
                    <a:p>
                      <a:r>
                        <a:rPr kumimoji="1" lang="pt-BR" altLang="ja-JP" sz="900" dirty="0">
                          <a:solidFill>
                            <a:srgbClr val="FF0000"/>
                          </a:solidFill>
                        </a:rPr>
                        <a:t>E:</a:t>
                      </a:r>
                      <a:r>
                        <a:rPr kumimoji="1" lang="ja-JP" altLang="en-US" sz="900" dirty="0">
                          <a:solidFill>
                            <a:srgbClr val="FF0000"/>
                          </a:solidFill>
                        </a:rPr>
                        <a:t>　</a:t>
                      </a:r>
                      <a:r>
                        <a:rPr kumimoji="1" lang="pt-BR" altLang="ja-JP" sz="900" dirty="0">
                          <a:solidFill>
                            <a:srgbClr val="FF0000"/>
                          </a:solidFill>
                        </a:rPr>
                        <a:t>Archive(</a:t>
                      </a:r>
                      <a:r>
                        <a:rPr kumimoji="1" lang="en-US" altLang="ja-JP" sz="900" b="0" i="0" u="none" strike="noStrike" dirty="0" err="1">
                          <a:solidFill>
                            <a:srgbClr val="FF0000"/>
                          </a:solidFill>
                          <a:effectLst/>
                          <a:latin typeface="游ゴシック" panose="020B0400000000000000" pitchFamily="50" charset="-128"/>
                          <a:ea typeface="游ゴシック" panose="020B0400000000000000" pitchFamily="50" charset="-128"/>
                          <a:cs typeface="+mn-cs"/>
                        </a:rPr>
                        <a:t>NVMe</a:t>
                      </a:r>
                      <a:r>
                        <a:rPr kumimoji="1" lang="en-US" altLang="ja-JP" sz="900" b="0" i="0" u="none" strike="noStrike" dirty="0">
                          <a:solidFill>
                            <a:srgbClr val="FF0000"/>
                          </a:solidFill>
                          <a:effectLst/>
                          <a:latin typeface="游ゴシック" panose="020B0400000000000000" pitchFamily="50" charset="-128"/>
                          <a:ea typeface="游ゴシック" panose="020B0400000000000000" pitchFamily="50" charset="-128"/>
                          <a:cs typeface="+mn-cs"/>
                        </a:rPr>
                        <a:t> RAID10</a:t>
                      </a:r>
                      <a:r>
                        <a:rPr kumimoji="1" lang="pt-BR" altLang="ja-JP" sz="900" dirty="0">
                          <a:solidFill>
                            <a:srgbClr val="FF0000"/>
                          </a:solidFill>
                        </a:rPr>
                        <a:t>)</a:t>
                      </a:r>
                    </a:p>
                    <a:p>
                      <a:r>
                        <a:rPr kumimoji="1" lang="pt-BR" altLang="ja-JP" sz="900" dirty="0"/>
                        <a:t>F:</a:t>
                      </a:r>
                      <a:r>
                        <a:rPr kumimoji="1" lang="ja-JP" altLang="en-US" sz="900" dirty="0"/>
                        <a:t>　</a:t>
                      </a:r>
                      <a:r>
                        <a:rPr kumimoji="1" lang="pt-BR" altLang="ja-JP" sz="900" dirty="0"/>
                        <a:t>Backup Queue</a:t>
                      </a:r>
                    </a:p>
                  </a:txBody>
                  <a:tcPr anchor="ctr"/>
                </a:tc>
                <a:tc>
                  <a:txBody>
                    <a:bodyPr/>
                    <a:lstStyle/>
                    <a:p>
                      <a:pPr marL="0" algn="l" eaLnBrk="1" fontAlgn="ctr" hangingPunct="1">
                        <a:buNone/>
                      </a:pPr>
                      <a:r>
                        <a:rPr kumimoji="1" lang="ja-JP" altLang="en-US" sz="1100" b="1" i="0" u="none" strike="noStrike" dirty="0">
                          <a:solidFill>
                            <a:srgbClr val="000000"/>
                          </a:solidFill>
                          <a:effectLst/>
                          <a:latin typeface="游ゴシック" panose="020B0400000000000000" pitchFamily="50" charset="-128"/>
                          <a:ea typeface="游ゴシック" panose="020B0400000000000000" pitchFamily="50" charset="-128"/>
                          <a:cs typeface="+mn-cs"/>
                        </a:rPr>
                        <a:t>２台での</a:t>
                      </a:r>
                      <a:r>
                        <a:rPr kumimoji="1" lang="en-US" altLang="ja-JP" sz="1100" b="1" i="0" u="none" strike="noStrike" dirty="0">
                          <a:solidFill>
                            <a:srgbClr val="000000"/>
                          </a:solidFill>
                          <a:effectLst/>
                          <a:latin typeface="游ゴシック" panose="020B0400000000000000" pitchFamily="50" charset="-128"/>
                          <a:ea typeface="游ゴシック" panose="020B0400000000000000" pitchFamily="50" charset="-128"/>
                          <a:cs typeface="+mn-cs"/>
                        </a:rPr>
                        <a:t>HA</a:t>
                      </a:r>
                    </a:p>
                    <a:p>
                      <a:pPr marL="0" algn="l" eaLnBrk="1" fontAlgn="ctr" hangingPunct="1">
                        <a:buNone/>
                      </a:pPr>
                      <a:r>
                        <a:rPr kumimoji="1" lang="en-US" altLang="ja-JP" sz="1100" b="0" i="0" u="none" strike="noStrike" dirty="0">
                          <a:solidFill>
                            <a:srgbClr val="000000"/>
                          </a:solidFill>
                          <a:effectLst/>
                          <a:latin typeface="游ゴシック" panose="020B0400000000000000" pitchFamily="50" charset="-128"/>
                          <a:ea typeface="游ゴシック" panose="020B0400000000000000" pitchFamily="50" charset="-128"/>
                          <a:cs typeface="+mn-cs"/>
                        </a:rPr>
                        <a:t>Main</a:t>
                      </a:r>
                      <a:r>
                        <a:rPr kumimoji="1" lang="ja-JP" altLang="en-US" sz="1100" b="0" i="0" u="none" strike="noStrike" dirty="0">
                          <a:solidFill>
                            <a:srgbClr val="000000"/>
                          </a:solidFill>
                          <a:effectLst/>
                          <a:latin typeface="游ゴシック" panose="020B0400000000000000" pitchFamily="50" charset="-128"/>
                          <a:ea typeface="游ゴシック" panose="020B0400000000000000" pitchFamily="50" charset="-128"/>
                          <a:cs typeface="+mn-cs"/>
                        </a:rPr>
                        <a:t>ー</a:t>
                      </a:r>
                      <a:r>
                        <a:rPr kumimoji="1" lang="en-US" altLang="ja-JP" sz="1100" b="0" i="0" u="none" strike="noStrike" dirty="0">
                          <a:solidFill>
                            <a:srgbClr val="000000"/>
                          </a:solidFill>
                          <a:effectLst/>
                          <a:latin typeface="游ゴシック" panose="020B0400000000000000" pitchFamily="50" charset="-128"/>
                          <a:ea typeface="游ゴシック" panose="020B0400000000000000" pitchFamily="50" charset="-128"/>
                          <a:cs typeface="+mn-cs"/>
                        </a:rPr>
                        <a:t>Slave</a:t>
                      </a:r>
                    </a:p>
                    <a:p>
                      <a:pPr marL="0" marR="0" lvl="0" indent="0" algn="l" defTabSz="914400" eaLnBrk="1" fontAlgn="ctr" latinLnBrk="0" hangingPunct="1">
                        <a:lnSpc>
                          <a:spcPct val="100000"/>
                        </a:lnSpc>
                        <a:spcBef>
                          <a:spcPts val="0"/>
                        </a:spcBef>
                        <a:spcAft>
                          <a:spcPts val="0"/>
                        </a:spcAft>
                        <a:buClrTx/>
                        <a:buSzTx/>
                        <a:buFontTx/>
                        <a:buNone/>
                        <a:tabLst/>
                        <a:defRPr/>
                      </a:pPr>
                      <a:r>
                        <a:rPr kumimoji="1" lang="en-US" altLang="ja-JP" sz="1100" b="0" i="0" u="none" strike="noStrike" dirty="0">
                          <a:solidFill>
                            <a:srgbClr val="000000"/>
                          </a:solidFill>
                          <a:effectLst/>
                          <a:latin typeface="游ゴシック" panose="020B0400000000000000" pitchFamily="50" charset="-128"/>
                          <a:ea typeface="游ゴシック" panose="020B0400000000000000" pitchFamily="50" charset="-128"/>
                          <a:cs typeface="+mn-cs"/>
                        </a:rPr>
                        <a:t>Windows Server 2022</a:t>
                      </a:r>
                    </a:p>
                  </a:txBody>
                  <a:tcPr anchor="ctr"/>
                </a:tc>
                <a:tc>
                  <a:txBody>
                    <a:bodyPr/>
                    <a:lstStyle/>
                    <a:p>
                      <a:pPr marL="0" algn="l" eaLnBrk="1" fontAlgn="ctr" hangingPunct="1">
                        <a:buNone/>
                      </a:pPr>
                      <a:r>
                        <a:rPr kumimoji="1" lang="en-US" altLang="ja-JP" sz="1100" b="0" i="0" u="none" strike="noStrike" dirty="0">
                          <a:solidFill>
                            <a:srgbClr val="000000"/>
                          </a:solidFill>
                          <a:effectLst/>
                          <a:latin typeface="游ゴシック" panose="020B0400000000000000" pitchFamily="50" charset="-128"/>
                          <a:ea typeface="游ゴシック" panose="020B0400000000000000" pitchFamily="50" charset="-128"/>
                          <a:cs typeface="+mn-cs"/>
                        </a:rPr>
                        <a:t>Main-Slave</a:t>
                      </a:r>
                    </a:p>
                    <a:p>
                      <a:pPr marL="0" algn="l" eaLnBrk="1" fontAlgn="ctr" hangingPunct="1">
                        <a:buNone/>
                      </a:pPr>
                      <a:r>
                        <a:rPr kumimoji="1" lang="en-US" altLang="ja-JP" sz="1100" b="0" i="0" u="none" strike="noStrike" dirty="0">
                          <a:solidFill>
                            <a:srgbClr val="000000"/>
                          </a:solidFill>
                          <a:effectLst/>
                          <a:latin typeface="游ゴシック" panose="020B0400000000000000" pitchFamily="50" charset="-128"/>
                          <a:ea typeface="游ゴシック" panose="020B0400000000000000" pitchFamily="50" charset="-128"/>
                          <a:cs typeface="+mn-cs"/>
                        </a:rPr>
                        <a:t>1~2Gb</a:t>
                      </a:r>
                    </a:p>
                  </a:txBody>
                  <a:tcPr anchor="ctr"/>
                </a:tc>
                <a:tc>
                  <a:txBody>
                    <a:bodyPr/>
                    <a:lstStyle/>
                    <a:p>
                      <a:pPr marL="0" algn="l" eaLnBrk="1" fontAlgn="ctr" hangingPunct="1">
                        <a:buNone/>
                      </a:pPr>
                      <a:r>
                        <a:rPr kumimoji="1" lang="en-US" altLang="ja-JP" sz="1100" b="0" i="0" u="none" strike="noStrike" dirty="0">
                          <a:solidFill>
                            <a:srgbClr val="000000"/>
                          </a:solidFill>
                          <a:effectLst/>
                          <a:latin typeface="游ゴシック" panose="020B0400000000000000" pitchFamily="50" charset="-128"/>
                          <a:ea typeface="游ゴシック" panose="020B0400000000000000" pitchFamily="50" charset="-128"/>
                          <a:cs typeface="+mn-cs"/>
                        </a:rPr>
                        <a:t>2</a:t>
                      </a:r>
                      <a:endParaRPr kumimoji="1" lang="en-US" sz="1100" b="0" i="0" u="none" strike="noStrike" dirty="0">
                        <a:solidFill>
                          <a:srgbClr val="000000"/>
                        </a:solidFill>
                        <a:effectLst/>
                        <a:latin typeface="游ゴシック" panose="020B0400000000000000" pitchFamily="50" charset="-128"/>
                        <a:ea typeface="游ゴシック" panose="020B0400000000000000" pitchFamily="50" charset="-128"/>
                        <a:cs typeface="+mn-cs"/>
                      </a:endParaRPr>
                    </a:p>
                  </a:txBody>
                  <a:tcPr anchor="ctr"/>
                </a:tc>
                <a:extLst>
                  <a:ext uri="{0D108BD9-81ED-4DB2-BD59-A6C34878D82A}">
                    <a16:rowId xmlns:a16="http://schemas.microsoft.com/office/drawing/2014/main" val="1282560810"/>
                  </a:ext>
                </a:extLst>
              </a:tr>
              <a:tr h="657819">
                <a:tc>
                  <a:txBody>
                    <a:bodyPr/>
                    <a:lstStyle/>
                    <a:p>
                      <a:endParaRPr kumimoji="1" lang="ja-JP" altLang="en-US"/>
                    </a:p>
                  </a:txBody>
                  <a:tcPr/>
                </a:tc>
                <a:tc>
                  <a:txBody>
                    <a:bodyPr/>
                    <a:lstStyle/>
                    <a:p>
                      <a:pPr marL="0" algn="l" eaLnBrk="1" fontAlgn="ctr" hangingPunct="1">
                        <a:buNone/>
                      </a:pPr>
                      <a:r>
                        <a:rPr kumimoji="1" lang="en-US" altLang="ja-JP" sz="1100" b="0" i="0" u="none" strike="noStrike" dirty="0">
                          <a:solidFill>
                            <a:srgbClr val="000000"/>
                          </a:solidFill>
                          <a:effectLst/>
                          <a:latin typeface="游ゴシック" panose="020B0400000000000000" pitchFamily="50" charset="-128"/>
                          <a:ea typeface="游ゴシック" panose="020B0400000000000000" pitchFamily="50" charset="-128"/>
                          <a:cs typeface="+mn-cs"/>
                        </a:rPr>
                        <a:t>PI AF</a:t>
                      </a:r>
                    </a:p>
                    <a:p>
                      <a:r>
                        <a:rPr kumimoji="1" lang="en-US" altLang="ja-JP" sz="1100" dirty="0"/>
                        <a:t>PI Asset Analytics</a:t>
                      </a:r>
                    </a:p>
                    <a:p>
                      <a:r>
                        <a:rPr lang="en-US" altLang="ja-JP" sz="1100" dirty="0"/>
                        <a:t>PI Notification</a:t>
                      </a:r>
                      <a:endParaRPr kumimoji="1" lang="ja-JP" altLang="en-US" sz="1100" dirty="0"/>
                    </a:p>
                  </a:txBody>
                  <a:tcPr/>
                </a:tc>
                <a:tc>
                  <a:txBody>
                    <a:bodyPr/>
                    <a:lstStyle/>
                    <a:p>
                      <a:pPr marL="0" marR="0" lvl="0" indent="0" algn="l" defTabSz="914400" eaLnBrk="1" fontAlgn="ctr" latinLnBrk="0" hangingPunct="1">
                        <a:lnSpc>
                          <a:spcPct val="100000"/>
                        </a:lnSpc>
                        <a:spcBef>
                          <a:spcPts val="0"/>
                        </a:spcBef>
                        <a:spcAft>
                          <a:spcPts val="0"/>
                        </a:spcAft>
                        <a:buClrTx/>
                        <a:buSzTx/>
                        <a:buFontTx/>
                        <a:buNone/>
                        <a:tabLst/>
                        <a:defRPr/>
                      </a:pPr>
                      <a:r>
                        <a:rPr kumimoji="1" lang="en-US" altLang="ja-JP" sz="1100" b="0" i="0" u="none" strike="noStrike" dirty="0">
                          <a:solidFill>
                            <a:srgbClr val="000000"/>
                          </a:solidFill>
                          <a:effectLst/>
                          <a:latin typeface="游ゴシック" panose="020B0400000000000000" pitchFamily="50" charset="-128"/>
                          <a:ea typeface="游ゴシック" panose="020B0400000000000000" pitchFamily="50" charset="-128"/>
                          <a:cs typeface="+mn-cs"/>
                        </a:rPr>
                        <a:t>16 Core</a:t>
                      </a:r>
                    </a:p>
                  </a:txBody>
                  <a:tcPr/>
                </a:tc>
                <a:tc>
                  <a:txBody>
                    <a:bodyPr/>
                    <a:lstStyle/>
                    <a:p>
                      <a:pPr marL="0" marR="0" lvl="0" indent="0" algn="l" defTabSz="914400" eaLnBrk="1" fontAlgn="ctr" latinLnBrk="0" hangingPunct="1">
                        <a:lnSpc>
                          <a:spcPct val="100000"/>
                        </a:lnSpc>
                        <a:spcBef>
                          <a:spcPts val="0"/>
                        </a:spcBef>
                        <a:spcAft>
                          <a:spcPts val="0"/>
                        </a:spcAft>
                        <a:buClrTx/>
                        <a:buSzTx/>
                        <a:buFontTx/>
                        <a:buNone/>
                        <a:tabLst/>
                        <a:defRPr/>
                      </a:pPr>
                      <a:r>
                        <a:rPr kumimoji="1" lang="en-US" altLang="ja-JP" sz="1100" b="0" i="0" u="none" strike="noStrike" dirty="0">
                          <a:solidFill>
                            <a:srgbClr val="000000"/>
                          </a:solidFill>
                          <a:effectLst/>
                          <a:latin typeface="游ゴシック" panose="020B0400000000000000" pitchFamily="50" charset="-128"/>
                          <a:ea typeface="游ゴシック" panose="020B0400000000000000" pitchFamily="50" charset="-128"/>
                          <a:cs typeface="+mn-cs"/>
                        </a:rPr>
                        <a:t>32GB</a:t>
                      </a:r>
                    </a:p>
                    <a:p>
                      <a:pPr marL="0" algn="l" eaLnBrk="1" fontAlgn="ctr" hangingPunct="1">
                        <a:buNone/>
                      </a:pPr>
                      <a:endParaRPr kumimoji="1" lang="ja-JP" altLang="en-US" sz="1100" b="0" i="0" u="none" strike="noStrike" dirty="0">
                        <a:solidFill>
                          <a:srgbClr val="000000"/>
                        </a:solidFill>
                        <a:effectLst/>
                        <a:latin typeface="游ゴシック" panose="020B0400000000000000" pitchFamily="50" charset="-128"/>
                        <a:ea typeface="游ゴシック" panose="020B0400000000000000" pitchFamily="50" charset="-128"/>
                        <a:cs typeface="+mn-cs"/>
                      </a:endParaRPr>
                    </a:p>
                  </a:txBody>
                  <a:tcPr/>
                </a:tc>
                <a:tc>
                  <a:txBody>
                    <a:bodyPr/>
                    <a:lstStyle/>
                    <a:p>
                      <a:pPr marL="0" algn="l" eaLnBrk="1" fontAlgn="ctr" hangingPunct="1">
                        <a:buNone/>
                      </a:pPr>
                      <a:r>
                        <a:rPr kumimoji="1" lang="en-US" altLang="ja-JP" sz="1100" b="0" i="0" u="none" strike="noStrike" dirty="0">
                          <a:solidFill>
                            <a:srgbClr val="000000"/>
                          </a:solidFill>
                          <a:effectLst/>
                          <a:latin typeface="游ゴシック" panose="020B0400000000000000" pitchFamily="50" charset="-128"/>
                          <a:ea typeface="游ゴシック" panose="020B0400000000000000" pitchFamily="50" charset="-128"/>
                          <a:cs typeface="+mn-cs"/>
                        </a:rPr>
                        <a:t>1TB SSD</a:t>
                      </a:r>
                      <a:endParaRPr kumimoji="1" lang="ja-JP" altLang="en-US" sz="1100" b="0" i="0" u="none" strike="noStrike" dirty="0">
                        <a:solidFill>
                          <a:srgbClr val="000000"/>
                        </a:solidFill>
                        <a:effectLst/>
                        <a:latin typeface="游ゴシック" panose="020B0400000000000000" pitchFamily="50" charset="-128"/>
                        <a:ea typeface="游ゴシック" panose="020B0400000000000000" pitchFamily="50" charset="-128"/>
                        <a:cs typeface="+mn-cs"/>
                      </a:endParaRPr>
                    </a:p>
                  </a:txBody>
                  <a:tcPr/>
                </a:tc>
                <a:tc>
                  <a:txBody>
                    <a:bodyPr/>
                    <a:lstStyle/>
                    <a:p>
                      <a:pPr marL="0" marR="0" lvl="0" indent="0" algn="l" defTabSz="914400" eaLnBrk="1" fontAlgn="ctr" latinLnBrk="0" hangingPunct="1">
                        <a:lnSpc>
                          <a:spcPct val="100000"/>
                        </a:lnSpc>
                        <a:spcBef>
                          <a:spcPts val="0"/>
                        </a:spcBef>
                        <a:spcAft>
                          <a:spcPts val="0"/>
                        </a:spcAft>
                        <a:buClrTx/>
                        <a:buSzTx/>
                        <a:buFontTx/>
                        <a:buNone/>
                        <a:tabLst/>
                        <a:defRPr/>
                      </a:pPr>
                      <a:r>
                        <a:rPr kumimoji="1" lang="en-US" altLang="ja-JP" sz="1100" b="0" i="0" u="none" strike="noStrike" kern="0" cap="none" spc="0" normalizeH="0" baseline="0" noProof="0" dirty="0">
                          <a:ln>
                            <a:noFill/>
                          </a:ln>
                          <a:solidFill>
                            <a:srgbClr val="000000"/>
                          </a:solidFill>
                          <a:effectLst/>
                          <a:uLnTx/>
                          <a:uFillTx/>
                          <a:latin typeface="游ゴシック" panose="020B0400000000000000" pitchFamily="50" charset="-128"/>
                          <a:ea typeface="游ゴシック" panose="020B0400000000000000" pitchFamily="50" charset="-128"/>
                          <a:cs typeface="+mn-cs"/>
                        </a:rPr>
                        <a:t>Windows Server 2022</a:t>
                      </a:r>
                    </a:p>
                  </a:txBody>
                  <a:tcPr/>
                </a:tc>
                <a:tc>
                  <a:txBody>
                    <a:bodyPr/>
                    <a:lstStyle/>
                    <a:p>
                      <a:pPr marL="0" algn="l" eaLnBrk="1" fontAlgn="ctr" hangingPunct="1">
                        <a:buNone/>
                      </a:pPr>
                      <a:r>
                        <a:rPr kumimoji="1" lang="en-US" altLang="ja-JP" sz="1100" b="0" i="0" u="none" strike="noStrike" dirty="0">
                          <a:solidFill>
                            <a:srgbClr val="000000"/>
                          </a:solidFill>
                          <a:effectLst/>
                          <a:latin typeface="游ゴシック" panose="020B0400000000000000" pitchFamily="50" charset="-128"/>
                          <a:ea typeface="游ゴシック" panose="020B0400000000000000" pitchFamily="50" charset="-128"/>
                          <a:cs typeface="+mn-cs"/>
                        </a:rPr>
                        <a:t>Main-Slave</a:t>
                      </a:r>
                    </a:p>
                    <a:p>
                      <a:pPr marL="0" algn="l" eaLnBrk="1" fontAlgn="ctr" hangingPunct="1">
                        <a:buNone/>
                      </a:pPr>
                      <a:r>
                        <a:rPr kumimoji="1" lang="en-US" altLang="ja-JP" sz="1100" b="0" i="0" u="none" strike="noStrike" dirty="0">
                          <a:solidFill>
                            <a:srgbClr val="000000"/>
                          </a:solidFill>
                          <a:effectLst/>
                          <a:latin typeface="游ゴシック" panose="020B0400000000000000" pitchFamily="50" charset="-128"/>
                          <a:ea typeface="游ゴシック" panose="020B0400000000000000" pitchFamily="50" charset="-128"/>
                          <a:cs typeface="+mn-cs"/>
                        </a:rPr>
                        <a:t>1~2Gb</a:t>
                      </a:r>
                    </a:p>
                    <a:p>
                      <a:pPr marL="0" algn="l" eaLnBrk="1" fontAlgn="ctr" hangingPunct="1">
                        <a:buNone/>
                      </a:pPr>
                      <a:endParaRPr kumimoji="1" lang="ja-JP" altLang="en-US" sz="1100" b="0" i="0" u="none" strike="noStrike" dirty="0">
                        <a:solidFill>
                          <a:srgbClr val="000000"/>
                        </a:solidFill>
                        <a:effectLst/>
                        <a:latin typeface="游ゴシック" panose="020B0400000000000000" pitchFamily="50" charset="-128"/>
                        <a:ea typeface="游ゴシック" panose="020B0400000000000000" pitchFamily="50" charset="-128"/>
                        <a:cs typeface="+mn-cs"/>
                      </a:endParaRPr>
                    </a:p>
                  </a:txBody>
                  <a:tcPr/>
                </a:tc>
                <a:tc>
                  <a:txBody>
                    <a:bodyPr/>
                    <a:lstStyle/>
                    <a:p>
                      <a:pPr marL="0" algn="l" eaLnBrk="1" fontAlgn="ctr" hangingPunct="1">
                        <a:buNone/>
                      </a:pPr>
                      <a:r>
                        <a:rPr kumimoji="1" lang="en-US" altLang="ja-JP" sz="1100" b="0" i="0" u="none" strike="noStrike" dirty="0">
                          <a:solidFill>
                            <a:srgbClr val="000000"/>
                          </a:solidFill>
                          <a:effectLst/>
                          <a:latin typeface="游ゴシック" panose="020B0400000000000000" pitchFamily="50" charset="-128"/>
                          <a:ea typeface="游ゴシック" panose="020B0400000000000000" pitchFamily="50" charset="-128"/>
                          <a:cs typeface="+mn-cs"/>
                        </a:rPr>
                        <a:t>1</a:t>
                      </a:r>
                      <a:endParaRPr kumimoji="1" lang="ja-JP" altLang="en-US" sz="1100" b="0" i="0" u="none" strike="noStrike" dirty="0">
                        <a:solidFill>
                          <a:srgbClr val="000000"/>
                        </a:solidFill>
                        <a:effectLst/>
                        <a:latin typeface="游ゴシック" panose="020B0400000000000000" pitchFamily="50" charset="-128"/>
                        <a:ea typeface="游ゴシック" panose="020B0400000000000000" pitchFamily="50" charset="-128"/>
                        <a:cs typeface="+mn-cs"/>
                      </a:endParaRPr>
                    </a:p>
                  </a:txBody>
                  <a:tcPr/>
                </a:tc>
                <a:extLst>
                  <a:ext uri="{0D108BD9-81ED-4DB2-BD59-A6C34878D82A}">
                    <a16:rowId xmlns:a16="http://schemas.microsoft.com/office/drawing/2014/main" val="2941591768"/>
                  </a:ext>
                </a:extLst>
              </a:tr>
              <a:tr h="657819">
                <a:tc>
                  <a:txBody>
                    <a:bodyPr/>
                    <a:lstStyle/>
                    <a:p>
                      <a:endParaRPr kumimoji="1" lang="ja-JP" altLang="en-US" dirty="0"/>
                    </a:p>
                  </a:txBody>
                  <a:tcPr/>
                </a:tc>
                <a:tc>
                  <a:txBody>
                    <a:bodyPr/>
                    <a:lstStyle/>
                    <a:p>
                      <a:r>
                        <a:rPr kumimoji="1" lang="en-US" altLang="ja-JP" sz="1100" dirty="0"/>
                        <a:t>MS SQL Server</a:t>
                      </a:r>
                    </a:p>
                    <a:p>
                      <a:r>
                        <a:rPr lang="en-US" altLang="ja-JP" sz="1100" dirty="0" err="1"/>
                        <a:t>AlwaysOn</a:t>
                      </a:r>
                      <a:endParaRPr kumimoji="1" lang="ja-JP" altLang="en-US" sz="1100" dirty="0"/>
                    </a:p>
                  </a:txBody>
                  <a:tcPr/>
                </a:tc>
                <a:tc>
                  <a:txBody>
                    <a:bodyPr/>
                    <a:lstStyle/>
                    <a:p>
                      <a:pPr algn="l"/>
                      <a:r>
                        <a:rPr lang="en-US" altLang="ja-JP" sz="1100" dirty="0"/>
                        <a:t>16 Core</a:t>
                      </a:r>
                      <a:endParaRPr kumimoji="1" lang="ja-JP" altLang="en-US" sz="1100" dirty="0"/>
                    </a:p>
                  </a:txBody>
                  <a:tcPr/>
                </a:tc>
                <a:tc>
                  <a:txBody>
                    <a:bodyPr/>
                    <a:lstStyle/>
                    <a:p>
                      <a:pPr marL="0" algn="l" eaLnBrk="1" fontAlgn="ctr" hangingPunct="1">
                        <a:buNone/>
                      </a:pPr>
                      <a:r>
                        <a:rPr kumimoji="1" lang="en-US" altLang="ja-JP" sz="1100" b="0" u="none" strike="noStrike" dirty="0">
                          <a:solidFill>
                            <a:srgbClr val="000000"/>
                          </a:solidFill>
                          <a:effectLst/>
                          <a:latin typeface="+mn-lt"/>
                          <a:ea typeface="+mn-ea"/>
                          <a:cs typeface="+mn-cs"/>
                        </a:rPr>
                        <a:t>64GB</a:t>
                      </a:r>
                      <a:endParaRPr kumimoji="1" lang="ja-JP" altLang="en-US" sz="1100" b="0" u="none" strike="noStrike" dirty="0">
                        <a:solidFill>
                          <a:srgbClr val="000000"/>
                        </a:solidFill>
                        <a:effectLst/>
                        <a:latin typeface="+mn-lt"/>
                        <a:ea typeface="+mn-ea"/>
                        <a:cs typeface="+mn-cs"/>
                      </a:endParaRPr>
                    </a:p>
                  </a:txBody>
                  <a:tcPr/>
                </a:tc>
                <a:tc>
                  <a:txBody>
                    <a:bodyPr/>
                    <a:lstStyle/>
                    <a:p>
                      <a:r>
                        <a:rPr lang="en-US" altLang="ja-JP" sz="1100" dirty="0" err="1"/>
                        <a:t>NVMe</a:t>
                      </a:r>
                      <a:r>
                        <a:rPr lang="en-US" altLang="ja-JP" sz="1100" dirty="0"/>
                        <a:t> RAID10</a:t>
                      </a:r>
                      <a:endParaRPr kumimoji="1" lang="ja-JP" altLang="en-US" sz="1100" dirty="0"/>
                    </a:p>
                  </a:txBody>
                  <a:tcPr/>
                </a:tc>
                <a:tc>
                  <a:txBody>
                    <a:bodyPr/>
                    <a:lstStyle/>
                    <a:p>
                      <a:pPr algn="l" fontAlgn="ctr">
                        <a:buNone/>
                      </a:pPr>
                      <a:r>
                        <a:rPr lang="ja-JP" altLang="en-US" sz="1100" b="1" i="0" u="none" strike="noStrike" dirty="0">
                          <a:solidFill>
                            <a:srgbClr val="000000"/>
                          </a:solidFill>
                          <a:effectLst/>
                          <a:latin typeface="游ゴシック" panose="020B0400000000000000" pitchFamily="50" charset="-128"/>
                          <a:ea typeface="游ゴシック" panose="020B0400000000000000" pitchFamily="50" charset="-128"/>
                        </a:rPr>
                        <a:t>２台での</a:t>
                      </a:r>
                      <a:r>
                        <a:rPr lang="en-US" altLang="ja-JP" sz="1100" b="1" i="0" u="none" strike="noStrike" dirty="0">
                          <a:solidFill>
                            <a:srgbClr val="000000"/>
                          </a:solidFill>
                          <a:effectLst/>
                          <a:latin typeface="游ゴシック" panose="020B0400000000000000" pitchFamily="50" charset="-128"/>
                          <a:ea typeface="游ゴシック" panose="020B0400000000000000" pitchFamily="50" charset="-128"/>
                        </a:rPr>
                        <a:t>HA</a:t>
                      </a:r>
                    </a:p>
                    <a:p>
                      <a:pPr algn="l" fontAlgn="ctr">
                        <a:buNone/>
                      </a:pPr>
                      <a:r>
                        <a:rPr lang="en-US" altLang="ja-JP" sz="1100" b="0" i="0" u="none" strike="noStrike" dirty="0">
                          <a:solidFill>
                            <a:srgbClr val="000000"/>
                          </a:solidFill>
                          <a:effectLst/>
                          <a:latin typeface="游ゴシック" panose="020B0400000000000000" pitchFamily="50" charset="-128"/>
                          <a:ea typeface="游ゴシック" panose="020B0400000000000000" pitchFamily="50" charset="-128"/>
                        </a:rPr>
                        <a:t>Main</a:t>
                      </a:r>
                      <a:r>
                        <a:rPr lang="ja-JP" altLang="en-US" sz="1100" b="0" i="0" u="none" strike="noStrike" dirty="0">
                          <a:solidFill>
                            <a:srgbClr val="000000"/>
                          </a:solidFill>
                          <a:effectLst/>
                          <a:latin typeface="游ゴシック" panose="020B0400000000000000" pitchFamily="50" charset="-128"/>
                          <a:ea typeface="游ゴシック" panose="020B0400000000000000" pitchFamily="50" charset="-128"/>
                        </a:rPr>
                        <a:t>ー</a:t>
                      </a:r>
                      <a:r>
                        <a:rPr lang="en-US" altLang="ja-JP" sz="1100" b="0" i="0" u="none" strike="noStrike" dirty="0">
                          <a:solidFill>
                            <a:srgbClr val="000000"/>
                          </a:solidFill>
                          <a:effectLst/>
                          <a:latin typeface="游ゴシック" panose="020B0400000000000000" pitchFamily="50" charset="-128"/>
                          <a:ea typeface="游ゴシック" panose="020B0400000000000000" pitchFamily="50" charset="-128"/>
                        </a:rPr>
                        <a:t>Slave</a:t>
                      </a:r>
                      <a:endParaRPr kumimoji="1" lang="en-US" altLang="ja-JP" sz="1100" b="0" i="0" u="none" strike="noStrike" kern="0" cap="none" spc="0" normalizeH="0" baseline="0" noProof="0" dirty="0">
                        <a:ln>
                          <a:noFill/>
                        </a:ln>
                        <a:solidFill>
                          <a:srgbClr val="000000"/>
                        </a:solidFill>
                        <a:effectLst/>
                        <a:uLnTx/>
                        <a:uFillTx/>
                        <a:latin typeface="游ゴシック" panose="020B0400000000000000" pitchFamily="50" charset="-128"/>
                        <a:ea typeface="游ゴシック" panose="020B0400000000000000" pitchFamily="50" charset="-128"/>
                        <a:cs typeface="+mn-cs"/>
                      </a:endParaRPr>
                    </a:p>
                    <a:p>
                      <a:pPr marL="0" marR="0" lvl="0" indent="0" algn="l" defTabSz="914400" eaLnBrk="1" fontAlgn="ctr" latinLnBrk="0" hangingPunct="1">
                        <a:lnSpc>
                          <a:spcPct val="100000"/>
                        </a:lnSpc>
                        <a:spcBef>
                          <a:spcPts val="0"/>
                        </a:spcBef>
                        <a:spcAft>
                          <a:spcPts val="0"/>
                        </a:spcAft>
                        <a:buClrTx/>
                        <a:buSzTx/>
                        <a:buFontTx/>
                        <a:buNone/>
                        <a:tabLst/>
                        <a:defRPr/>
                      </a:pPr>
                      <a:r>
                        <a:rPr kumimoji="1" lang="en-US" altLang="ja-JP" sz="1100" b="0" i="0" u="none" strike="noStrike" kern="0" cap="none" spc="0" normalizeH="0" baseline="0" noProof="0" dirty="0">
                          <a:ln>
                            <a:noFill/>
                          </a:ln>
                          <a:solidFill>
                            <a:srgbClr val="000000"/>
                          </a:solidFill>
                          <a:effectLst/>
                          <a:uLnTx/>
                          <a:uFillTx/>
                          <a:latin typeface="游ゴシック" panose="020B0400000000000000" pitchFamily="50" charset="-128"/>
                          <a:ea typeface="游ゴシック" panose="020B0400000000000000" pitchFamily="50" charset="-128"/>
                          <a:cs typeface="+mn-cs"/>
                        </a:rPr>
                        <a:t>Windows Server 2022</a:t>
                      </a:r>
                    </a:p>
                  </a:txBody>
                  <a:tcPr/>
                </a:tc>
                <a:tc>
                  <a:txBody>
                    <a:bodyPr/>
                    <a:lstStyle/>
                    <a:p>
                      <a:pPr marL="0" algn="l" eaLnBrk="1" fontAlgn="ctr" hangingPunct="1">
                        <a:buNone/>
                      </a:pPr>
                      <a:r>
                        <a:rPr kumimoji="1" lang="en-US" altLang="ja-JP" sz="1100" b="0" i="0" u="none" strike="noStrike" dirty="0">
                          <a:solidFill>
                            <a:srgbClr val="000000"/>
                          </a:solidFill>
                          <a:effectLst/>
                          <a:latin typeface="游ゴシック" panose="020B0400000000000000" pitchFamily="50" charset="-128"/>
                          <a:ea typeface="游ゴシック" panose="020B0400000000000000" pitchFamily="50" charset="-128"/>
                          <a:cs typeface="+mn-cs"/>
                        </a:rPr>
                        <a:t>Main-Slave</a:t>
                      </a:r>
                    </a:p>
                    <a:p>
                      <a:pPr marL="0" algn="l" eaLnBrk="1" fontAlgn="ctr" hangingPunct="1">
                        <a:buNone/>
                      </a:pPr>
                      <a:r>
                        <a:rPr kumimoji="1" lang="en-US" altLang="ja-JP" sz="1100" b="0" i="0" u="none" strike="noStrike" dirty="0">
                          <a:solidFill>
                            <a:srgbClr val="000000"/>
                          </a:solidFill>
                          <a:effectLst/>
                          <a:latin typeface="游ゴシック" panose="020B0400000000000000" pitchFamily="50" charset="-128"/>
                          <a:ea typeface="游ゴシック" panose="020B0400000000000000" pitchFamily="50" charset="-128"/>
                          <a:cs typeface="+mn-cs"/>
                        </a:rPr>
                        <a:t>1~2Gb</a:t>
                      </a:r>
                    </a:p>
                    <a:p>
                      <a:endParaRPr kumimoji="1" lang="ja-JP" altLang="en-US" sz="1100" dirty="0"/>
                    </a:p>
                  </a:txBody>
                  <a:tcPr/>
                </a:tc>
                <a:tc>
                  <a:txBody>
                    <a:bodyPr/>
                    <a:lstStyle/>
                    <a:p>
                      <a:r>
                        <a:rPr kumimoji="1" lang="en-US" altLang="ja-JP" sz="1100" dirty="0"/>
                        <a:t>2</a:t>
                      </a:r>
                      <a:endParaRPr kumimoji="1" lang="ja-JP" altLang="en-US" sz="1100" dirty="0"/>
                    </a:p>
                  </a:txBody>
                  <a:tcPr/>
                </a:tc>
                <a:extLst>
                  <a:ext uri="{0D108BD9-81ED-4DB2-BD59-A6C34878D82A}">
                    <a16:rowId xmlns:a16="http://schemas.microsoft.com/office/drawing/2014/main" val="1739749647"/>
                  </a:ext>
                </a:extLst>
              </a:tr>
              <a:tr h="657819">
                <a:tc>
                  <a:txBody>
                    <a:bodyPr/>
                    <a:lstStyle/>
                    <a:p>
                      <a:endParaRPr kumimoji="1" lang="ja-JP" altLang="en-US" dirty="0"/>
                    </a:p>
                  </a:txBody>
                  <a:tcPr/>
                </a:tc>
                <a:tc>
                  <a:txBody>
                    <a:bodyPr/>
                    <a:lstStyle/>
                    <a:p>
                      <a:r>
                        <a:rPr kumimoji="1" lang="en-US" altLang="ja-JP" sz="1100" dirty="0"/>
                        <a:t>PI Vision</a:t>
                      </a:r>
                      <a:endParaRPr kumimoji="1" lang="ja-JP" altLang="en-US" sz="1100" dirty="0"/>
                    </a:p>
                  </a:txBody>
                  <a:tcPr/>
                </a:tc>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altLang="ja-JP" sz="1100" b="0" i="0" u="none" strike="noStrike" dirty="0">
                          <a:solidFill>
                            <a:srgbClr val="000000"/>
                          </a:solidFill>
                          <a:effectLst/>
                          <a:latin typeface="游ゴシック" panose="020B0400000000000000" pitchFamily="50" charset="-128"/>
                          <a:ea typeface="游ゴシック" panose="020B0400000000000000" pitchFamily="50" charset="-128"/>
                        </a:rPr>
                        <a:t>8 Core</a:t>
                      </a:r>
                    </a:p>
                  </a:txBody>
                  <a:tcPr/>
                </a:tc>
                <a:tc>
                  <a:txBody>
                    <a:bodyPr/>
                    <a:lstStyle/>
                    <a:p>
                      <a:pPr marL="0" algn="l" eaLnBrk="1" fontAlgn="ctr" hangingPunct="1">
                        <a:buNone/>
                      </a:pPr>
                      <a:r>
                        <a:rPr kumimoji="1" lang="en-US" altLang="ja-JP" sz="1100" b="0" u="none" strike="noStrike" dirty="0">
                          <a:solidFill>
                            <a:srgbClr val="000000"/>
                          </a:solidFill>
                          <a:effectLst/>
                          <a:latin typeface="+mn-lt"/>
                          <a:ea typeface="+mn-ea"/>
                          <a:cs typeface="+mn-cs"/>
                        </a:rPr>
                        <a:t>16GB</a:t>
                      </a:r>
                      <a:endParaRPr kumimoji="1" lang="ja-JP" altLang="en-US" sz="1100" b="0" u="none" strike="noStrike" dirty="0">
                        <a:solidFill>
                          <a:srgbClr val="000000"/>
                        </a:solidFill>
                        <a:effectLst/>
                        <a:latin typeface="+mn-lt"/>
                        <a:ea typeface="+mn-ea"/>
                        <a:cs typeface="+mn-cs"/>
                      </a:endParaRPr>
                    </a:p>
                  </a:txBody>
                  <a:tcPr/>
                </a:tc>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1" lang="en-US" altLang="ja-JP" sz="1100" b="0" i="0" u="none" strike="noStrike" dirty="0">
                          <a:solidFill>
                            <a:srgbClr val="000000"/>
                          </a:solidFill>
                          <a:effectLst/>
                          <a:latin typeface="游ゴシック" panose="020B0400000000000000" pitchFamily="50" charset="-128"/>
                          <a:ea typeface="游ゴシック" panose="020B0400000000000000" pitchFamily="50" charset="-128"/>
                          <a:cs typeface="+mn-cs"/>
                        </a:rPr>
                        <a:t>500~1TB SSD</a:t>
                      </a:r>
                      <a:endParaRPr kumimoji="1" lang="ja-JP" altLang="en-US" sz="1100" b="0" i="0" u="none" strike="noStrike" dirty="0">
                        <a:solidFill>
                          <a:srgbClr val="000000"/>
                        </a:solidFill>
                        <a:effectLst/>
                        <a:latin typeface="游ゴシック" panose="020B0400000000000000" pitchFamily="50" charset="-128"/>
                        <a:ea typeface="游ゴシック" panose="020B0400000000000000" pitchFamily="50" charset="-128"/>
                        <a:cs typeface="+mn-cs"/>
                      </a:endParaRPr>
                    </a:p>
                  </a:txBody>
                  <a:tcPr/>
                </a:tc>
                <a:tc>
                  <a:txBody>
                    <a:bodyPr/>
                    <a:lstStyle/>
                    <a:p>
                      <a:pPr marL="0" marR="0" lvl="0" indent="0" algn="l" defTabSz="914400" eaLnBrk="1" fontAlgn="ctr" latinLnBrk="0" hangingPunct="1">
                        <a:lnSpc>
                          <a:spcPct val="100000"/>
                        </a:lnSpc>
                        <a:spcBef>
                          <a:spcPts val="0"/>
                        </a:spcBef>
                        <a:spcAft>
                          <a:spcPts val="0"/>
                        </a:spcAft>
                        <a:buClrTx/>
                        <a:buSzTx/>
                        <a:buFontTx/>
                        <a:buNone/>
                        <a:tabLst/>
                        <a:defRPr/>
                      </a:pPr>
                      <a:r>
                        <a:rPr kumimoji="1" lang="en-US" altLang="ja-JP" sz="1100" b="0" i="0" u="none" strike="noStrike" kern="0" cap="none" spc="0" normalizeH="0" baseline="0" noProof="0" dirty="0">
                          <a:ln>
                            <a:noFill/>
                          </a:ln>
                          <a:solidFill>
                            <a:srgbClr val="000000"/>
                          </a:solidFill>
                          <a:effectLst/>
                          <a:uLnTx/>
                          <a:uFillTx/>
                          <a:latin typeface="游ゴシック" panose="020B0400000000000000" pitchFamily="50" charset="-128"/>
                          <a:ea typeface="游ゴシック" panose="020B0400000000000000" pitchFamily="50" charset="-128"/>
                          <a:cs typeface="+mn-cs"/>
                        </a:rPr>
                        <a:t>Windows Server 2022</a:t>
                      </a:r>
                    </a:p>
                  </a:txBody>
                  <a:tcPr/>
                </a:tc>
                <a:tc>
                  <a:txBody>
                    <a:bodyPr/>
                    <a:lstStyle/>
                    <a:p>
                      <a:pPr marL="0" algn="l" eaLnBrk="1" fontAlgn="ctr" hangingPunct="1">
                        <a:buNone/>
                      </a:pPr>
                      <a:r>
                        <a:rPr kumimoji="1" lang="en-US" altLang="ja-JP" sz="1100" b="0" i="0" u="none" strike="noStrike" dirty="0">
                          <a:solidFill>
                            <a:srgbClr val="000000"/>
                          </a:solidFill>
                          <a:effectLst/>
                          <a:latin typeface="游ゴシック" panose="020B0400000000000000" pitchFamily="50" charset="-128"/>
                          <a:ea typeface="游ゴシック" panose="020B0400000000000000" pitchFamily="50" charset="-128"/>
                          <a:cs typeface="+mn-cs"/>
                        </a:rPr>
                        <a:t>Main-Slave</a:t>
                      </a:r>
                    </a:p>
                    <a:p>
                      <a:pPr marL="0" algn="l" eaLnBrk="1" fontAlgn="ctr" hangingPunct="1">
                        <a:buNone/>
                      </a:pPr>
                      <a:r>
                        <a:rPr kumimoji="1" lang="en-US" altLang="ja-JP" sz="1100" b="0" i="0" u="none" strike="noStrike" dirty="0">
                          <a:solidFill>
                            <a:srgbClr val="000000"/>
                          </a:solidFill>
                          <a:effectLst/>
                          <a:latin typeface="游ゴシック" panose="020B0400000000000000" pitchFamily="50" charset="-128"/>
                          <a:ea typeface="游ゴシック" panose="020B0400000000000000" pitchFamily="50" charset="-128"/>
                          <a:cs typeface="+mn-cs"/>
                        </a:rPr>
                        <a:t>1~2Gb</a:t>
                      </a:r>
                    </a:p>
                    <a:p>
                      <a:endParaRPr kumimoji="1" lang="ja-JP" altLang="en-US" sz="1100" dirty="0"/>
                    </a:p>
                  </a:txBody>
                  <a:tcPr/>
                </a:tc>
                <a:tc>
                  <a:txBody>
                    <a:bodyPr/>
                    <a:lstStyle/>
                    <a:p>
                      <a:r>
                        <a:rPr kumimoji="1" lang="en-US" altLang="ja-JP" sz="1100" dirty="0"/>
                        <a:t>1</a:t>
                      </a:r>
                      <a:endParaRPr kumimoji="1" lang="ja-JP" altLang="en-US" sz="1100" dirty="0"/>
                    </a:p>
                  </a:txBody>
                  <a:tcPr/>
                </a:tc>
                <a:extLst>
                  <a:ext uri="{0D108BD9-81ED-4DB2-BD59-A6C34878D82A}">
                    <a16:rowId xmlns:a16="http://schemas.microsoft.com/office/drawing/2014/main" val="1783447232"/>
                  </a:ext>
                </a:extLst>
              </a:tr>
            </a:tbl>
          </a:graphicData>
        </a:graphic>
      </p:graphicFrame>
      <p:pic>
        <p:nvPicPr>
          <p:cNvPr id="4" name="図 3">
            <a:extLst>
              <a:ext uri="{FF2B5EF4-FFF2-40B4-BE49-F238E27FC236}">
                <a16:creationId xmlns:a16="http://schemas.microsoft.com/office/drawing/2014/main" id="{5D0B299E-D1FF-ECAE-A44D-E0F69D9B9446}"/>
              </a:ext>
            </a:extLst>
          </p:cNvPr>
          <p:cNvPicPr>
            <a:picLocks noChangeAspect="1"/>
          </p:cNvPicPr>
          <p:nvPr/>
        </p:nvPicPr>
        <p:blipFill>
          <a:blip r:embed="rId3"/>
          <a:srcRect l="30291" t="27083" r="60904" b="61852"/>
          <a:stretch>
            <a:fillRect/>
          </a:stretch>
        </p:blipFill>
        <p:spPr>
          <a:xfrm>
            <a:off x="1140073" y="3062815"/>
            <a:ext cx="475585" cy="404501"/>
          </a:xfrm>
          <a:custGeom>
            <a:avLst/>
            <a:gdLst>
              <a:gd name="csX0" fmla="*/ 488950 w 892175"/>
              <a:gd name="csY0" fmla="*/ 0 h 758825"/>
              <a:gd name="csX1" fmla="*/ 892175 w 892175"/>
              <a:gd name="csY1" fmla="*/ 228600 h 758825"/>
              <a:gd name="csX2" fmla="*/ 885825 w 892175"/>
              <a:gd name="csY2" fmla="*/ 492125 h 758825"/>
              <a:gd name="csX3" fmla="*/ 546100 w 892175"/>
              <a:gd name="csY3" fmla="*/ 669925 h 758825"/>
              <a:gd name="csX4" fmla="*/ 552450 w 892175"/>
              <a:gd name="csY4" fmla="*/ 758825 h 758825"/>
              <a:gd name="csX5" fmla="*/ 454025 w 892175"/>
              <a:gd name="csY5" fmla="*/ 698500 h 758825"/>
              <a:gd name="csX6" fmla="*/ 415925 w 892175"/>
              <a:gd name="csY6" fmla="*/ 714375 h 758825"/>
              <a:gd name="csX7" fmla="*/ 374650 w 892175"/>
              <a:gd name="csY7" fmla="*/ 701675 h 758825"/>
              <a:gd name="csX8" fmla="*/ 387350 w 892175"/>
              <a:gd name="csY8" fmla="*/ 641350 h 758825"/>
              <a:gd name="csX9" fmla="*/ 85725 w 892175"/>
              <a:gd name="csY9" fmla="*/ 473075 h 758825"/>
              <a:gd name="csX10" fmla="*/ 53975 w 892175"/>
              <a:gd name="csY10" fmla="*/ 504825 h 758825"/>
              <a:gd name="csX11" fmla="*/ 22225 w 892175"/>
              <a:gd name="csY11" fmla="*/ 495300 h 758825"/>
              <a:gd name="csX12" fmla="*/ 22225 w 892175"/>
              <a:gd name="csY12" fmla="*/ 441325 h 758825"/>
              <a:gd name="csX13" fmla="*/ 0 w 892175"/>
              <a:gd name="csY13" fmla="*/ 434975 h 758825"/>
              <a:gd name="csX14" fmla="*/ 3175 w 892175"/>
              <a:gd name="csY14" fmla="*/ 187325 h 758825"/>
              <a:gd name="csX15" fmla="*/ 85725 w 892175"/>
              <a:gd name="csY15" fmla="*/ 225425 h 75882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Lst>
            <a:rect l="l" t="t" r="r" b="b"/>
            <a:pathLst>
              <a:path w="892175" h="758825">
                <a:moveTo>
                  <a:pt x="488950" y="0"/>
                </a:moveTo>
                <a:lnTo>
                  <a:pt x="892175" y="228600"/>
                </a:lnTo>
                <a:lnTo>
                  <a:pt x="885825" y="492125"/>
                </a:lnTo>
                <a:lnTo>
                  <a:pt x="546100" y="669925"/>
                </a:lnTo>
                <a:lnTo>
                  <a:pt x="552450" y="758825"/>
                </a:lnTo>
                <a:lnTo>
                  <a:pt x="454025" y="698500"/>
                </a:lnTo>
                <a:lnTo>
                  <a:pt x="415925" y="714375"/>
                </a:lnTo>
                <a:lnTo>
                  <a:pt x="374650" y="701675"/>
                </a:lnTo>
                <a:lnTo>
                  <a:pt x="387350" y="641350"/>
                </a:lnTo>
                <a:lnTo>
                  <a:pt x="85725" y="473075"/>
                </a:lnTo>
                <a:lnTo>
                  <a:pt x="53975" y="504825"/>
                </a:lnTo>
                <a:lnTo>
                  <a:pt x="22225" y="495300"/>
                </a:lnTo>
                <a:lnTo>
                  <a:pt x="22225" y="441325"/>
                </a:lnTo>
                <a:lnTo>
                  <a:pt x="0" y="434975"/>
                </a:lnTo>
                <a:cubicBezTo>
                  <a:pt x="1058" y="352425"/>
                  <a:pt x="2117" y="269875"/>
                  <a:pt x="3175" y="187325"/>
                </a:cubicBezTo>
                <a:lnTo>
                  <a:pt x="85725" y="225425"/>
                </a:lnTo>
                <a:close/>
              </a:path>
            </a:pathLst>
          </a:custGeom>
        </p:spPr>
      </p:pic>
      <p:pic>
        <p:nvPicPr>
          <p:cNvPr id="5" name="Picture 6">
            <a:extLst>
              <a:ext uri="{FF2B5EF4-FFF2-40B4-BE49-F238E27FC236}">
                <a16:creationId xmlns:a16="http://schemas.microsoft.com/office/drawing/2014/main" id="{AC33FEB6-A313-3106-6ABA-C850F7FF5E84}"/>
              </a:ext>
            </a:extLst>
          </p:cNvPr>
          <p:cNvPicPr>
            <a:picLocks noChangeAspect="1" noChangeArrowheads="1"/>
          </p:cNvPicPr>
          <p:nvPr/>
        </p:nvPicPr>
        <p:blipFill>
          <a:blip r:embed="rId4">
            <a:clrChange>
              <a:clrFrom>
                <a:srgbClr val="FFFFFF"/>
              </a:clrFrom>
              <a:clrTo>
                <a:srgbClr val="FFFFFF">
                  <a:alpha val="0"/>
                </a:srgbClr>
              </a:clrTo>
            </a:clrChange>
            <a:duotone>
              <a:prstClr val="black"/>
              <a:schemeClr val="tx2">
                <a:tint val="45000"/>
                <a:satMod val="400000"/>
              </a:schemeClr>
            </a:duotone>
            <a:alphaModFix amt="85000"/>
            <a:extLst>
              <a:ext uri="{BEBA8EAE-BF5A-486C-A8C5-ECC9F3942E4B}">
                <a14:imgProps xmlns:a14="http://schemas.microsoft.com/office/drawing/2010/main">
                  <a14:imgLayer r:embed="rId5">
                    <a14:imgEffect>
                      <a14:sharpenSoften amount="50000"/>
                    </a14:imgEffect>
                  </a14:imgLayer>
                </a14:imgProps>
              </a:ext>
              <a:ext uri="{28A0092B-C50C-407E-A947-70E740481C1C}">
                <a14:useLocalDpi xmlns:a14="http://schemas.microsoft.com/office/drawing/2010/main" val="0"/>
              </a:ext>
            </a:extLst>
          </a:blip>
          <a:srcRect/>
          <a:stretch>
            <a:fillRect/>
          </a:stretch>
        </p:blipFill>
        <p:spPr bwMode="auto">
          <a:xfrm>
            <a:off x="1053536" y="2129960"/>
            <a:ext cx="768994" cy="576746"/>
          </a:xfrm>
          <a:prstGeom prst="rect">
            <a:avLst/>
          </a:prstGeom>
          <a:noFill/>
          <a:extLst>
            <a:ext uri="{909E8E84-426E-40DD-AFC4-6F175D3DCCD1}">
              <a14:hiddenFill xmlns:a14="http://schemas.microsoft.com/office/drawing/2010/main">
                <a:solidFill>
                  <a:srgbClr val="FFFFFF"/>
                </a:solidFill>
              </a14:hiddenFill>
            </a:ext>
          </a:extLst>
        </p:spPr>
      </p:pic>
      <p:pic>
        <p:nvPicPr>
          <p:cNvPr id="6" name="図 5">
            <a:extLst>
              <a:ext uri="{FF2B5EF4-FFF2-40B4-BE49-F238E27FC236}">
                <a16:creationId xmlns:a16="http://schemas.microsoft.com/office/drawing/2014/main" id="{A380FB3A-C083-9240-9D90-237AED48C9E2}"/>
              </a:ext>
            </a:extLst>
          </p:cNvPr>
          <p:cNvPicPr>
            <a:picLocks noChangeAspect="1"/>
          </p:cNvPicPr>
          <p:nvPr/>
        </p:nvPicPr>
        <p:blipFill>
          <a:blip r:embed="rId3"/>
          <a:srcRect l="56392" t="19769" r="34553" b="68889"/>
          <a:stretch>
            <a:fillRect/>
          </a:stretch>
        </p:blipFill>
        <p:spPr>
          <a:xfrm>
            <a:off x="1140073" y="4162785"/>
            <a:ext cx="477146" cy="404501"/>
          </a:xfrm>
          <a:custGeom>
            <a:avLst/>
            <a:gdLst>
              <a:gd name="csX0" fmla="*/ 504825 w 917575"/>
              <a:gd name="csY0" fmla="*/ 0 h 777875"/>
              <a:gd name="csX1" fmla="*/ 914400 w 917575"/>
              <a:gd name="csY1" fmla="*/ 228600 h 777875"/>
              <a:gd name="csX2" fmla="*/ 917575 w 917575"/>
              <a:gd name="csY2" fmla="*/ 492125 h 777875"/>
              <a:gd name="csX3" fmla="*/ 838200 w 917575"/>
              <a:gd name="csY3" fmla="*/ 546100 h 777875"/>
              <a:gd name="csX4" fmla="*/ 838200 w 917575"/>
              <a:gd name="csY4" fmla="*/ 673100 h 777875"/>
              <a:gd name="csX5" fmla="*/ 806450 w 917575"/>
              <a:gd name="csY5" fmla="*/ 695325 h 777875"/>
              <a:gd name="csX6" fmla="*/ 768350 w 917575"/>
              <a:gd name="csY6" fmla="*/ 708025 h 777875"/>
              <a:gd name="csX7" fmla="*/ 704850 w 917575"/>
              <a:gd name="csY7" fmla="*/ 701675 h 777875"/>
              <a:gd name="csX8" fmla="*/ 682625 w 917575"/>
              <a:gd name="csY8" fmla="*/ 692150 h 777875"/>
              <a:gd name="csX9" fmla="*/ 654050 w 917575"/>
              <a:gd name="csY9" fmla="*/ 654050 h 777875"/>
              <a:gd name="csX10" fmla="*/ 574675 w 917575"/>
              <a:gd name="csY10" fmla="*/ 701675 h 777875"/>
              <a:gd name="csX11" fmla="*/ 577850 w 917575"/>
              <a:gd name="csY11" fmla="*/ 777875 h 777875"/>
              <a:gd name="csX12" fmla="*/ 482600 w 917575"/>
              <a:gd name="csY12" fmla="*/ 714375 h 777875"/>
              <a:gd name="csX13" fmla="*/ 428625 w 917575"/>
              <a:gd name="csY13" fmla="*/ 739775 h 777875"/>
              <a:gd name="csX14" fmla="*/ 400050 w 917575"/>
              <a:gd name="csY14" fmla="*/ 739775 h 777875"/>
              <a:gd name="csX15" fmla="*/ 396875 w 917575"/>
              <a:gd name="csY15" fmla="*/ 673100 h 777875"/>
              <a:gd name="csX16" fmla="*/ 98425 w 917575"/>
              <a:gd name="csY16" fmla="*/ 495300 h 777875"/>
              <a:gd name="csX17" fmla="*/ 63500 w 917575"/>
              <a:gd name="csY17" fmla="*/ 530225 h 777875"/>
              <a:gd name="csX18" fmla="*/ 25400 w 917575"/>
              <a:gd name="csY18" fmla="*/ 514350 h 777875"/>
              <a:gd name="csX19" fmla="*/ 25400 w 917575"/>
              <a:gd name="csY19" fmla="*/ 466725 h 777875"/>
              <a:gd name="csX20" fmla="*/ 12700 w 917575"/>
              <a:gd name="csY20" fmla="*/ 463550 h 777875"/>
              <a:gd name="csX21" fmla="*/ 0 w 917575"/>
              <a:gd name="csY21" fmla="*/ 200025 h 777875"/>
              <a:gd name="csX22" fmla="*/ 101600 w 917575"/>
              <a:gd name="csY22" fmla="*/ 238125 h 77787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Lst>
            <a:rect l="l" t="t" r="r" b="b"/>
            <a:pathLst>
              <a:path w="917575" h="777875">
                <a:moveTo>
                  <a:pt x="504825" y="0"/>
                </a:moveTo>
                <a:lnTo>
                  <a:pt x="914400" y="228600"/>
                </a:lnTo>
                <a:cubicBezTo>
                  <a:pt x="915458" y="316442"/>
                  <a:pt x="916517" y="404283"/>
                  <a:pt x="917575" y="492125"/>
                </a:cubicBezTo>
                <a:lnTo>
                  <a:pt x="838200" y="546100"/>
                </a:lnTo>
                <a:lnTo>
                  <a:pt x="838200" y="673100"/>
                </a:lnTo>
                <a:lnTo>
                  <a:pt x="806450" y="695325"/>
                </a:lnTo>
                <a:lnTo>
                  <a:pt x="768350" y="708025"/>
                </a:lnTo>
                <a:lnTo>
                  <a:pt x="704850" y="701675"/>
                </a:lnTo>
                <a:lnTo>
                  <a:pt x="682625" y="692150"/>
                </a:lnTo>
                <a:lnTo>
                  <a:pt x="654050" y="654050"/>
                </a:lnTo>
                <a:lnTo>
                  <a:pt x="574675" y="701675"/>
                </a:lnTo>
                <a:lnTo>
                  <a:pt x="577850" y="777875"/>
                </a:lnTo>
                <a:lnTo>
                  <a:pt x="482600" y="714375"/>
                </a:lnTo>
                <a:lnTo>
                  <a:pt x="428625" y="739775"/>
                </a:lnTo>
                <a:lnTo>
                  <a:pt x="400050" y="739775"/>
                </a:lnTo>
                <a:lnTo>
                  <a:pt x="396875" y="673100"/>
                </a:lnTo>
                <a:lnTo>
                  <a:pt x="98425" y="495300"/>
                </a:lnTo>
                <a:lnTo>
                  <a:pt x="63500" y="530225"/>
                </a:lnTo>
                <a:lnTo>
                  <a:pt x="25400" y="514350"/>
                </a:lnTo>
                <a:lnTo>
                  <a:pt x="25400" y="466725"/>
                </a:lnTo>
                <a:lnTo>
                  <a:pt x="12700" y="463550"/>
                </a:lnTo>
                <a:lnTo>
                  <a:pt x="0" y="200025"/>
                </a:lnTo>
                <a:lnTo>
                  <a:pt x="101600" y="238125"/>
                </a:lnTo>
                <a:close/>
              </a:path>
            </a:pathLst>
          </a:custGeom>
        </p:spPr>
      </p:pic>
      <p:pic>
        <p:nvPicPr>
          <p:cNvPr id="7" name="図 6">
            <a:extLst>
              <a:ext uri="{FF2B5EF4-FFF2-40B4-BE49-F238E27FC236}">
                <a16:creationId xmlns:a16="http://schemas.microsoft.com/office/drawing/2014/main" id="{734EC87F-B72B-27D1-98B2-96B7DDF885B5}"/>
              </a:ext>
            </a:extLst>
          </p:cNvPr>
          <p:cNvPicPr>
            <a:picLocks noChangeAspect="1"/>
          </p:cNvPicPr>
          <p:nvPr/>
        </p:nvPicPr>
        <p:blipFill>
          <a:blip r:embed="rId3"/>
          <a:srcRect l="82244" t="12014" r="9500" b="77546"/>
          <a:stretch>
            <a:fillRect/>
          </a:stretch>
        </p:blipFill>
        <p:spPr>
          <a:xfrm>
            <a:off x="1159816" y="4949220"/>
            <a:ext cx="477146" cy="408335"/>
          </a:xfrm>
          <a:custGeom>
            <a:avLst/>
            <a:gdLst>
              <a:gd name="csX0" fmla="*/ 455613 w 836613"/>
              <a:gd name="csY0" fmla="*/ 0 h 715962"/>
              <a:gd name="csX1" fmla="*/ 835025 w 836613"/>
              <a:gd name="csY1" fmla="*/ 217487 h 715962"/>
              <a:gd name="csX2" fmla="*/ 836613 w 836613"/>
              <a:gd name="csY2" fmla="*/ 447675 h 715962"/>
              <a:gd name="csX3" fmla="*/ 519113 w 836613"/>
              <a:gd name="csY3" fmla="*/ 638175 h 715962"/>
              <a:gd name="csX4" fmla="*/ 519113 w 836613"/>
              <a:gd name="csY4" fmla="*/ 715962 h 715962"/>
              <a:gd name="csX5" fmla="*/ 425450 w 836613"/>
              <a:gd name="csY5" fmla="*/ 658812 h 715962"/>
              <a:gd name="csX6" fmla="*/ 387350 w 836613"/>
              <a:gd name="csY6" fmla="*/ 676275 h 715962"/>
              <a:gd name="csX7" fmla="*/ 352425 w 836613"/>
              <a:gd name="csY7" fmla="*/ 655637 h 715962"/>
              <a:gd name="csX8" fmla="*/ 357188 w 836613"/>
              <a:gd name="csY8" fmla="*/ 608012 h 715962"/>
              <a:gd name="csX9" fmla="*/ 85725 w 836613"/>
              <a:gd name="csY9" fmla="*/ 457200 h 715962"/>
              <a:gd name="csX10" fmla="*/ 47625 w 836613"/>
              <a:gd name="csY10" fmla="*/ 482600 h 715962"/>
              <a:gd name="csX11" fmla="*/ 14288 w 836613"/>
              <a:gd name="csY11" fmla="*/ 466725 h 715962"/>
              <a:gd name="csX12" fmla="*/ 19050 w 836613"/>
              <a:gd name="csY12" fmla="*/ 417512 h 715962"/>
              <a:gd name="csX13" fmla="*/ 0 w 836613"/>
              <a:gd name="csY13" fmla="*/ 400050 h 715962"/>
              <a:gd name="csX14" fmla="*/ 7938 w 836613"/>
              <a:gd name="csY14" fmla="*/ 173037 h 715962"/>
              <a:gd name="csX15" fmla="*/ 77788 w 836613"/>
              <a:gd name="csY15" fmla="*/ 214312 h 71596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Lst>
            <a:rect l="l" t="t" r="r" b="b"/>
            <a:pathLst>
              <a:path w="836613" h="715962">
                <a:moveTo>
                  <a:pt x="455613" y="0"/>
                </a:moveTo>
                <a:lnTo>
                  <a:pt x="835025" y="217487"/>
                </a:lnTo>
                <a:cubicBezTo>
                  <a:pt x="835554" y="294216"/>
                  <a:pt x="836084" y="370946"/>
                  <a:pt x="836613" y="447675"/>
                </a:cubicBezTo>
                <a:lnTo>
                  <a:pt x="519113" y="638175"/>
                </a:lnTo>
                <a:lnTo>
                  <a:pt x="519113" y="715962"/>
                </a:lnTo>
                <a:lnTo>
                  <a:pt x="425450" y="658812"/>
                </a:lnTo>
                <a:lnTo>
                  <a:pt x="387350" y="676275"/>
                </a:lnTo>
                <a:lnTo>
                  <a:pt x="352425" y="655637"/>
                </a:lnTo>
                <a:lnTo>
                  <a:pt x="357188" y="608012"/>
                </a:lnTo>
                <a:lnTo>
                  <a:pt x="85725" y="457200"/>
                </a:lnTo>
                <a:lnTo>
                  <a:pt x="47625" y="482600"/>
                </a:lnTo>
                <a:lnTo>
                  <a:pt x="14288" y="466725"/>
                </a:lnTo>
                <a:lnTo>
                  <a:pt x="19050" y="417512"/>
                </a:lnTo>
                <a:lnTo>
                  <a:pt x="0" y="400050"/>
                </a:lnTo>
                <a:lnTo>
                  <a:pt x="7938" y="173037"/>
                </a:lnTo>
                <a:lnTo>
                  <a:pt x="77788" y="214312"/>
                </a:lnTo>
                <a:close/>
              </a:path>
            </a:pathLst>
          </a:custGeom>
        </p:spPr>
      </p:pic>
      <p:sp>
        <p:nvSpPr>
          <p:cNvPr id="9" name="テキスト ボックス 8">
            <a:extLst>
              <a:ext uri="{FF2B5EF4-FFF2-40B4-BE49-F238E27FC236}">
                <a16:creationId xmlns:a16="http://schemas.microsoft.com/office/drawing/2014/main" id="{5499DA40-F3F9-8BD0-4E78-FB5E831587B5}"/>
              </a:ext>
            </a:extLst>
          </p:cNvPr>
          <p:cNvSpPr txBox="1"/>
          <p:nvPr/>
        </p:nvSpPr>
        <p:spPr>
          <a:xfrm>
            <a:off x="371364" y="2363620"/>
            <a:ext cx="1255472" cy="461665"/>
          </a:xfrm>
          <a:prstGeom prst="rect">
            <a:avLst/>
          </a:prstGeom>
          <a:noFill/>
        </p:spPr>
        <p:txBody>
          <a:bodyPr wrap="none" rtlCol="0">
            <a:spAutoFit/>
          </a:bodyPr>
          <a:lstStyle/>
          <a:p>
            <a:r>
              <a:rPr kumimoji="1" lang="ja-JP" altLang="en-US" sz="1200" b="1" dirty="0"/>
              <a:t>発電所</a:t>
            </a:r>
            <a:endParaRPr kumimoji="1" lang="en-US" altLang="ja-JP" sz="1200" b="1" dirty="0"/>
          </a:p>
          <a:p>
            <a:r>
              <a:rPr lang="en-US" altLang="ja-JP" sz="1200" b="1" dirty="0"/>
              <a:t>Edge</a:t>
            </a:r>
            <a:r>
              <a:rPr lang="ja-JP" altLang="en-US" sz="1200" b="1" dirty="0"/>
              <a:t> </a:t>
            </a:r>
            <a:r>
              <a:rPr lang="en-US" altLang="ja-JP" sz="1200" b="1" dirty="0"/>
              <a:t>Gateway</a:t>
            </a:r>
            <a:endParaRPr kumimoji="1" lang="en-US" altLang="ja-JP" sz="1200" b="1" dirty="0"/>
          </a:p>
        </p:txBody>
      </p:sp>
      <p:sp>
        <p:nvSpPr>
          <p:cNvPr id="11" name="テキスト ボックス 10">
            <a:extLst>
              <a:ext uri="{FF2B5EF4-FFF2-40B4-BE49-F238E27FC236}">
                <a16:creationId xmlns:a16="http://schemas.microsoft.com/office/drawing/2014/main" id="{5B210BA0-0E42-C278-6509-4A27688CCA2C}"/>
              </a:ext>
            </a:extLst>
          </p:cNvPr>
          <p:cNvSpPr txBox="1"/>
          <p:nvPr/>
        </p:nvSpPr>
        <p:spPr>
          <a:xfrm>
            <a:off x="371364" y="3141976"/>
            <a:ext cx="848309" cy="461665"/>
          </a:xfrm>
          <a:prstGeom prst="rect">
            <a:avLst/>
          </a:prstGeom>
          <a:noFill/>
        </p:spPr>
        <p:txBody>
          <a:bodyPr wrap="none" rtlCol="0">
            <a:spAutoFit/>
          </a:bodyPr>
          <a:lstStyle/>
          <a:p>
            <a:r>
              <a:rPr kumimoji="1" lang="ja-JP" altLang="en-US" sz="1200" b="1" dirty="0"/>
              <a:t>子局</a:t>
            </a:r>
            <a:endParaRPr kumimoji="1" lang="en-US" altLang="ja-JP" sz="1200" b="1" dirty="0"/>
          </a:p>
          <a:p>
            <a:r>
              <a:rPr kumimoji="1" lang="en-US" altLang="ja-JP" sz="1200" b="1" dirty="0"/>
              <a:t>PI </a:t>
            </a:r>
            <a:r>
              <a:rPr kumimoji="1" lang="en-US" altLang="ja-JP" sz="1200" b="1" dirty="0" err="1"/>
              <a:t>Edage</a:t>
            </a:r>
            <a:endParaRPr kumimoji="1" lang="en-US" altLang="ja-JP" sz="1200" b="1" dirty="0"/>
          </a:p>
        </p:txBody>
      </p:sp>
      <p:sp>
        <p:nvSpPr>
          <p:cNvPr id="12" name="テキスト ボックス 11">
            <a:extLst>
              <a:ext uri="{FF2B5EF4-FFF2-40B4-BE49-F238E27FC236}">
                <a16:creationId xmlns:a16="http://schemas.microsoft.com/office/drawing/2014/main" id="{2BF3F54D-76A0-D69C-03C7-3222F5FF9957}"/>
              </a:ext>
            </a:extLst>
          </p:cNvPr>
          <p:cNvSpPr txBox="1"/>
          <p:nvPr/>
        </p:nvSpPr>
        <p:spPr>
          <a:xfrm>
            <a:off x="371364" y="4184616"/>
            <a:ext cx="609462" cy="461665"/>
          </a:xfrm>
          <a:prstGeom prst="rect">
            <a:avLst/>
          </a:prstGeom>
          <a:noFill/>
        </p:spPr>
        <p:txBody>
          <a:bodyPr wrap="none" rtlCol="0">
            <a:spAutoFit/>
          </a:bodyPr>
          <a:lstStyle/>
          <a:p>
            <a:r>
              <a:rPr lang="ja-JP" altLang="en-US" sz="1200" b="1" dirty="0"/>
              <a:t>親局</a:t>
            </a:r>
            <a:endParaRPr kumimoji="1" lang="en-US" altLang="ja-JP" sz="1200" b="1" dirty="0"/>
          </a:p>
          <a:p>
            <a:r>
              <a:rPr kumimoji="1" lang="en-US" altLang="ja-JP" sz="1200" b="1" dirty="0"/>
              <a:t>PI DA</a:t>
            </a:r>
            <a:endParaRPr kumimoji="1" lang="ja-JP" altLang="en-US" sz="1200" b="1" dirty="0"/>
          </a:p>
        </p:txBody>
      </p:sp>
      <p:sp>
        <p:nvSpPr>
          <p:cNvPr id="13" name="テキスト ボックス 12">
            <a:extLst>
              <a:ext uri="{FF2B5EF4-FFF2-40B4-BE49-F238E27FC236}">
                <a16:creationId xmlns:a16="http://schemas.microsoft.com/office/drawing/2014/main" id="{94C270E3-088C-8200-9E15-F0E315269BD8}"/>
              </a:ext>
            </a:extLst>
          </p:cNvPr>
          <p:cNvSpPr txBox="1"/>
          <p:nvPr/>
        </p:nvSpPr>
        <p:spPr>
          <a:xfrm>
            <a:off x="371364" y="4918554"/>
            <a:ext cx="588623" cy="461665"/>
          </a:xfrm>
          <a:prstGeom prst="rect">
            <a:avLst/>
          </a:prstGeom>
          <a:noFill/>
        </p:spPr>
        <p:txBody>
          <a:bodyPr wrap="none" rtlCol="0">
            <a:spAutoFit/>
          </a:bodyPr>
          <a:lstStyle/>
          <a:p>
            <a:r>
              <a:rPr lang="ja-JP" altLang="en-US" sz="1200" b="1" dirty="0"/>
              <a:t>親局</a:t>
            </a:r>
            <a:endParaRPr kumimoji="1" lang="en-US" altLang="ja-JP" sz="1200" b="1" dirty="0"/>
          </a:p>
          <a:p>
            <a:r>
              <a:rPr kumimoji="1" lang="en-US" altLang="ja-JP" sz="1200" b="1" dirty="0"/>
              <a:t>PI AF</a:t>
            </a:r>
            <a:endParaRPr kumimoji="1" lang="ja-JP" altLang="en-US" sz="1200" b="1" dirty="0"/>
          </a:p>
        </p:txBody>
      </p:sp>
      <p:sp>
        <p:nvSpPr>
          <p:cNvPr id="18" name="テキスト ボックス 17">
            <a:extLst>
              <a:ext uri="{FF2B5EF4-FFF2-40B4-BE49-F238E27FC236}">
                <a16:creationId xmlns:a16="http://schemas.microsoft.com/office/drawing/2014/main" id="{D24F6A1A-9453-76DA-1300-E4E5E84626AF}"/>
              </a:ext>
            </a:extLst>
          </p:cNvPr>
          <p:cNvSpPr txBox="1"/>
          <p:nvPr/>
        </p:nvSpPr>
        <p:spPr>
          <a:xfrm>
            <a:off x="371364" y="5652492"/>
            <a:ext cx="1026243" cy="461665"/>
          </a:xfrm>
          <a:prstGeom prst="rect">
            <a:avLst/>
          </a:prstGeom>
          <a:noFill/>
        </p:spPr>
        <p:txBody>
          <a:bodyPr wrap="none" rtlCol="0">
            <a:spAutoFit/>
          </a:bodyPr>
          <a:lstStyle/>
          <a:p>
            <a:r>
              <a:rPr lang="ja-JP" altLang="en-US" sz="1200" b="1" dirty="0"/>
              <a:t>親局</a:t>
            </a:r>
            <a:endParaRPr kumimoji="1" lang="en-US" altLang="ja-JP" sz="1200" b="1" dirty="0"/>
          </a:p>
          <a:p>
            <a:r>
              <a:rPr lang="en-US" altLang="ja-JP" sz="1200" b="1" dirty="0"/>
              <a:t>SQL</a:t>
            </a:r>
            <a:r>
              <a:rPr kumimoji="1" lang="en-US" altLang="ja-JP" sz="1200" b="1" dirty="0"/>
              <a:t> Server</a:t>
            </a:r>
            <a:endParaRPr kumimoji="1" lang="ja-JP" altLang="en-US" sz="1200" b="1" dirty="0"/>
          </a:p>
        </p:txBody>
      </p:sp>
      <p:pic>
        <p:nvPicPr>
          <p:cNvPr id="19" name="図 18">
            <a:extLst>
              <a:ext uri="{FF2B5EF4-FFF2-40B4-BE49-F238E27FC236}">
                <a16:creationId xmlns:a16="http://schemas.microsoft.com/office/drawing/2014/main" id="{5E4EADBD-8A46-0DEF-8796-79F79F5E036B}"/>
              </a:ext>
            </a:extLst>
          </p:cNvPr>
          <p:cNvPicPr>
            <a:picLocks noChangeAspect="1"/>
          </p:cNvPicPr>
          <p:nvPr/>
        </p:nvPicPr>
        <p:blipFill>
          <a:blip r:embed="rId3"/>
          <a:srcRect l="79290" t="28519" r="13440" b="62222"/>
          <a:stretch>
            <a:fillRect/>
          </a:stretch>
        </p:blipFill>
        <p:spPr>
          <a:xfrm>
            <a:off x="1129843" y="5541287"/>
            <a:ext cx="478996" cy="412928"/>
          </a:xfrm>
          <a:custGeom>
            <a:avLst/>
            <a:gdLst>
              <a:gd name="csX0" fmla="*/ 401637 w 736600"/>
              <a:gd name="csY0" fmla="*/ 0 h 635000"/>
              <a:gd name="csX1" fmla="*/ 736600 w 736600"/>
              <a:gd name="csY1" fmla="*/ 190500 h 635000"/>
              <a:gd name="csX2" fmla="*/ 736600 w 736600"/>
              <a:gd name="csY2" fmla="*/ 404813 h 635000"/>
              <a:gd name="csX3" fmla="*/ 661987 w 736600"/>
              <a:gd name="csY3" fmla="*/ 442913 h 635000"/>
              <a:gd name="csX4" fmla="*/ 666750 w 736600"/>
              <a:gd name="csY4" fmla="*/ 539750 h 635000"/>
              <a:gd name="csX5" fmla="*/ 652462 w 736600"/>
              <a:gd name="csY5" fmla="*/ 563563 h 635000"/>
              <a:gd name="csX6" fmla="*/ 619125 w 736600"/>
              <a:gd name="csY6" fmla="*/ 579438 h 635000"/>
              <a:gd name="csX7" fmla="*/ 587375 w 736600"/>
              <a:gd name="csY7" fmla="*/ 579438 h 635000"/>
              <a:gd name="csX8" fmla="*/ 525462 w 736600"/>
              <a:gd name="csY8" fmla="*/ 550863 h 635000"/>
              <a:gd name="csX9" fmla="*/ 457200 w 736600"/>
              <a:gd name="csY9" fmla="*/ 568325 h 635000"/>
              <a:gd name="csX10" fmla="*/ 460375 w 736600"/>
              <a:gd name="csY10" fmla="*/ 635000 h 635000"/>
              <a:gd name="csX11" fmla="*/ 365125 w 736600"/>
              <a:gd name="csY11" fmla="*/ 592138 h 635000"/>
              <a:gd name="csX12" fmla="*/ 328612 w 736600"/>
              <a:gd name="csY12" fmla="*/ 614363 h 635000"/>
              <a:gd name="csX13" fmla="*/ 303212 w 736600"/>
              <a:gd name="csY13" fmla="*/ 590550 h 635000"/>
              <a:gd name="csX14" fmla="*/ 307975 w 736600"/>
              <a:gd name="csY14" fmla="*/ 549275 h 635000"/>
              <a:gd name="csX15" fmla="*/ 84137 w 736600"/>
              <a:gd name="csY15" fmla="*/ 412750 h 635000"/>
              <a:gd name="csX16" fmla="*/ 20637 w 736600"/>
              <a:gd name="csY16" fmla="*/ 428625 h 635000"/>
              <a:gd name="csX17" fmla="*/ 4762 w 736600"/>
              <a:gd name="csY17" fmla="*/ 409575 h 635000"/>
              <a:gd name="csX18" fmla="*/ 14287 w 736600"/>
              <a:gd name="csY18" fmla="*/ 390525 h 635000"/>
              <a:gd name="csX19" fmla="*/ 0 w 736600"/>
              <a:gd name="csY19" fmla="*/ 373063 h 635000"/>
              <a:gd name="csX20" fmla="*/ 0 w 736600"/>
              <a:gd name="csY20" fmla="*/ 158750 h 635000"/>
              <a:gd name="csX21" fmla="*/ 58737 w 736600"/>
              <a:gd name="csY21" fmla="*/ 198438 h 635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Lst>
            <a:rect l="l" t="t" r="r" b="b"/>
            <a:pathLst>
              <a:path w="736600" h="635000">
                <a:moveTo>
                  <a:pt x="401637" y="0"/>
                </a:moveTo>
                <a:lnTo>
                  <a:pt x="736600" y="190500"/>
                </a:lnTo>
                <a:lnTo>
                  <a:pt x="736600" y="404813"/>
                </a:lnTo>
                <a:lnTo>
                  <a:pt x="661987" y="442913"/>
                </a:lnTo>
                <a:lnTo>
                  <a:pt x="666750" y="539750"/>
                </a:lnTo>
                <a:lnTo>
                  <a:pt x="652462" y="563563"/>
                </a:lnTo>
                <a:lnTo>
                  <a:pt x="619125" y="579438"/>
                </a:lnTo>
                <a:lnTo>
                  <a:pt x="587375" y="579438"/>
                </a:lnTo>
                <a:lnTo>
                  <a:pt x="525462" y="550863"/>
                </a:lnTo>
                <a:lnTo>
                  <a:pt x="457200" y="568325"/>
                </a:lnTo>
                <a:lnTo>
                  <a:pt x="460375" y="635000"/>
                </a:lnTo>
                <a:lnTo>
                  <a:pt x="365125" y="592138"/>
                </a:lnTo>
                <a:lnTo>
                  <a:pt x="328612" y="614363"/>
                </a:lnTo>
                <a:lnTo>
                  <a:pt x="303212" y="590550"/>
                </a:lnTo>
                <a:lnTo>
                  <a:pt x="307975" y="549275"/>
                </a:lnTo>
                <a:lnTo>
                  <a:pt x="84137" y="412750"/>
                </a:lnTo>
                <a:lnTo>
                  <a:pt x="20637" y="428625"/>
                </a:lnTo>
                <a:lnTo>
                  <a:pt x="4762" y="409575"/>
                </a:lnTo>
                <a:lnTo>
                  <a:pt x="14287" y="390525"/>
                </a:lnTo>
                <a:lnTo>
                  <a:pt x="0" y="373063"/>
                </a:lnTo>
                <a:lnTo>
                  <a:pt x="0" y="158750"/>
                </a:lnTo>
                <a:lnTo>
                  <a:pt x="58737" y="198438"/>
                </a:lnTo>
                <a:close/>
              </a:path>
            </a:pathLst>
          </a:custGeom>
        </p:spPr>
      </p:pic>
      <p:sp>
        <p:nvSpPr>
          <p:cNvPr id="20" name="テキスト ボックス 19">
            <a:extLst>
              <a:ext uri="{FF2B5EF4-FFF2-40B4-BE49-F238E27FC236}">
                <a16:creationId xmlns:a16="http://schemas.microsoft.com/office/drawing/2014/main" id="{80CCB573-6410-E555-C0A3-A4750F68303B}"/>
              </a:ext>
            </a:extLst>
          </p:cNvPr>
          <p:cNvSpPr txBox="1"/>
          <p:nvPr/>
        </p:nvSpPr>
        <p:spPr>
          <a:xfrm>
            <a:off x="371364" y="6336219"/>
            <a:ext cx="845103" cy="461665"/>
          </a:xfrm>
          <a:prstGeom prst="rect">
            <a:avLst/>
          </a:prstGeom>
          <a:noFill/>
        </p:spPr>
        <p:txBody>
          <a:bodyPr wrap="none" rtlCol="0">
            <a:spAutoFit/>
          </a:bodyPr>
          <a:lstStyle/>
          <a:p>
            <a:r>
              <a:rPr lang="ja-JP" altLang="en-US" sz="1200" b="1" dirty="0"/>
              <a:t>親局</a:t>
            </a:r>
            <a:endParaRPr kumimoji="1" lang="en-US" altLang="ja-JP" sz="1200" b="1" dirty="0"/>
          </a:p>
          <a:p>
            <a:r>
              <a:rPr kumimoji="1" lang="en-US" altLang="ja-JP" sz="1200" b="1" dirty="0"/>
              <a:t>PI Vision</a:t>
            </a:r>
            <a:endParaRPr kumimoji="1" lang="ja-JP" altLang="en-US" sz="1200" b="1" dirty="0"/>
          </a:p>
        </p:txBody>
      </p:sp>
      <p:pic>
        <p:nvPicPr>
          <p:cNvPr id="22" name="図 21">
            <a:extLst>
              <a:ext uri="{FF2B5EF4-FFF2-40B4-BE49-F238E27FC236}">
                <a16:creationId xmlns:a16="http://schemas.microsoft.com/office/drawing/2014/main" id="{DE93F7D9-76D9-3B26-11C4-F319782B4DFF}"/>
              </a:ext>
            </a:extLst>
          </p:cNvPr>
          <p:cNvPicPr>
            <a:picLocks noChangeAspect="1"/>
          </p:cNvPicPr>
          <p:nvPr/>
        </p:nvPicPr>
        <p:blipFill>
          <a:blip r:embed="rId6"/>
          <a:srcRect l="83063" t="49259" r="8847" b="40602"/>
          <a:stretch>
            <a:fillRect/>
          </a:stretch>
        </p:blipFill>
        <p:spPr>
          <a:xfrm>
            <a:off x="1093083" y="6286008"/>
            <a:ext cx="472433" cy="401019"/>
          </a:xfrm>
          <a:custGeom>
            <a:avLst/>
            <a:gdLst>
              <a:gd name="csX0" fmla="*/ 441325 w 819150"/>
              <a:gd name="csY0" fmla="*/ 0 h 695325"/>
              <a:gd name="csX1" fmla="*/ 819150 w 819150"/>
              <a:gd name="csY1" fmla="*/ 215900 h 695325"/>
              <a:gd name="csX2" fmla="*/ 815975 w 819150"/>
              <a:gd name="csY2" fmla="*/ 444500 h 695325"/>
              <a:gd name="csX3" fmla="*/ 758825 w 819150"/>
              <a:gd name="csY3" fmla="*/ 469900 h 695325"/>
              <a:gd name="csX4" fmla="*/ 768350 w 819150"/>
              <a:gd name="csY4" fmla="*/ 498475 h 695325"/>
              <a:gd name="csX5" fmla="*/ 774700 w 819150"/>
              <a:gd name="csY5" fmla="*/ 561975 h 695325"/>
              <a:gd name="csX6" fmla="*/ 755650 w 819150"/>
              <a:gd name="csY6" fmla="*/ 600075 h 695325"/>
              <a:gd name="csX7" fmla="*/ 720725 w 819150"/>
              <a:gd name="csY7" fmla="*/ 638175 h 695325"/>
              <a:gd name="csX8" fmla="*/ 644525 w 819150"/>
              <a:gd name="csY8" fmla="*/ 638175 h 695325"/>
              <a:gd name="csX9" fmla="*/ 606425 w 819150"/>
              <a:gd name="csY9" fmla="*/ 631825 h 695325"/>
              <a:gd name="csX10" fmla="*/ 558800 w 819150"/>
              <a:gd name="csY10" fmla="*/ 590550 h 695325"/>
              <a:gd name="csX11" fmla="*/ 511175 w 819150"/>
              <a:gd name="csY11" fmla="*/ 615950 h 695325"/>
              <a:gd name="csX12" fmla="*/ 498475 w 819150"/>
              <a:gd name="csY12" fmla="*/ 695325 h 695325"/>
              <a:gd name="csX13" fmla="*/ 415925 w 819150"/>
              <a:gd name="csY13" fmla="*/ 644525 h 695325"/>
              <a:gd name="csX14" fmla="*/ 368300 w 819150"/>
              <a:gd name="csY14" fmla="*/ 663575 h 695325"/>
              <a:gd name="csX15" fmla="*/ 355600 w 819150"/>
              <a:gd name="csY15" fmla="*/ 650875 h 695325"/>
              <a:gd name="csX16" fmla="*/ 339725 w 819150"/>
              <a:gd name="csY16" fmla="*/ 612775 h 695325"/>
              <a:gd name="csX17" fmla="*/ 85725 w 819150"/>
              <a:gd name="csY17" fmla="*/ 457200 h 695325"/>
              <a:gd name="csX18" fmla="*/ 34925 w 819150"/>
              <a:gd name="csY18" fmla="*/ 473075 h 695325"/>
              <a:gd name="csX19" fmla="*/ 9525 w 819150"/>
              <a:gd name="csY19" fmla="*/ 460375 h 695325"/>
              <a:gd name="csX20" fmla="*/ 25400 w 819150"/>
              <a:gd name="csY20" fmla="*/ 409575 h 695325"/>
              <a:gd name="csX21" fmla="*/ 0 w 819150"/>
              <a:gd name="csY21" fmla="*/ 403225 h 695325"/>
              <a:gd name="csX22" fmla="*/ 0 w 819150"/>
              <a:gd name="csY22" fmla="*/ 174625 h 695325"/>
              <a:gd name="csX23" fmla="*/ 63500 w 819150"/>
              <a:gd name="csY23" fmla="*/ 219075 h 69532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Lst>
            <a:rect l="l" t="t" r="r" b="b"/>
            <a:pathLst>
              <a:path w="819150" h="695325">
                <a:moveTo>
                  <a:pt x="441325" y="0"/>
                </a:moveTo>
                <a:lnTo>
                  <a:pt x="819150" y="215900"/>
                </a:lnTo>
                <a:cubicBezTo>
                  <a:pt x="818092" y="292100"/>
                  <a:pt x="817033" y="368300"/>
                  <a:pt x="815975" y="444500"/>
                </a:cubicBezTo>
                <a:lnTo>
                  <a:pt x="758825" y="469900"/>
                </a:lnTo>
                <a:lnTo>
                  <a:pt x="768350" y="498475"/>
                </a:lnTo>
                <a:lnTo>
                  <a:pt x="774700" y="561975"/>
                </a:lnTo>
                <a:lnTo>
                  <a:pt x="755650" y="600075"/>
                </a:lnTo>
                <a:lnTo>
                  <a:pt x="720725" y="638175"/>
                </a:lnTo>
                <a:lnTo>
                  <a:pt x="644525" y="638175"/>
                </a:lnTo>
                <a:lnTo>
                  <a:pt x="606425" y="631825"/>
                </a:lnTo>
                <a:lnTo>
                  <a:pt x="558800" y="590550"/>
                </a:lnTo>
                <a:lnTo>
                  <a:pt x="511175" y="615950"/>
                </a:lnTo>
                <a:lnTo>
                  <a:pt x="498475" y="695325"/>
                </a:lnTo>
                <a:lnTo>
                  <a:pt x="415925" y="644525"/>
                </a:lnTo>
                <a:lnTo>
                  <a:pt x="368300" y="663575"/>
                </a:lnTo>
                <a:lnTo>
                  <a:pt x="355600" y="650875"/>
                </a:lnTo>
                <a:lnTo>
                  <a:pt x="339725" y="612775"/>
                </a:lnTo>
                <a:lnTo>
                  <a:pt x="85725" y="457200"/>
                </a:lnTo>
                <a:lnTo>
                  <a:pt x="34925" y="473075"/>
                </a:lnTo>
                <a:lnTo>
                  <a:pt x="9525" y="460375"/>
                </a:lnTo>
                <a:lnTo>
                  <a:pt x="25400" y="409575"/>
                </a:lnTo>
                <a:lnTo>
                  <a:pt x="0" y="403225"/>
                </a:lnTo>
                <a:lnTo>
                  <a:pt x="0" y="174625"/>
                </a:lnTo>
                <a:lnTo>
                  <a:pt x="63500" y="219075"/>
                </a:lnTo>
                <a:close/>
              </a:path>
            </a:pathLst>
          </a:custGeom>
        </p:spPr>
      </p:pic>
    </p:spTree>
    <p:extLst>
      <p:ext uri="{BB962C8B-B14F-4D97-AF65-F5344CB8AC3E}">
        <p14:creationId xmlns:p14="http://schemas.microsoft.com/office/powerpoint/2010/main" val="56386717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660EA1-50A2-FD3B-2E71-5952DE2ED133}"/>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CFFF952D-ADC4-CA0B-2AD2-E49DAFF69D77}"/>
              </a:ext>
            </a:extLst>
          </p:cNvPr>
          <p:cNvSpPr>
            <a:spLocks noGrp="1"/>
          </p:cNvSpPr>
          <p:nvPr>
            <p:ph type="title"/>
          </p:nvPr>
        </p:nvSpPr>
        <p:spPr/>
        <p:txBody>
          <a:bodyPr/>
          <a:lstStyle/>
          <a:p>
            <a:r>
              <a:rPr lang="ja-JP" altLang="en-US" dirty="0"/>
              <a:t>将来</a:t>
            </a:r>
            <a:r>
              <a:rPr lang="en-US" altLang="ja-JP" dirty="0"/>
              <a:t>201</a:t>
            </a:r>
            <a:r>
              <a:rPr lang="ja-JP" altLang="en-US" dirty="0"/>
              <a:t>発電所</a:t>
            </a:r>
            <a:r>
              <a:rPr kumimoji="1" lang="ja-JP" altLang="en-US" dirty="0"/>
              <a:t>に全面展開に必要なサーバリソース</a:t>
            </a:r>
            <a:br>
              <a:rPr kumimoji="1" lang="en-US" altLang="ja-JP" dirty="0"/>
            </a:br>
            <a:r>
              <a:rPr kumimoji="1" lang="en-US" altLang="ja-JP" dirty="0"/>
              <a:t>The resource needed in future</a:t>
            </a:r>
            <a:endParaRPr kumimoji="1" lang="ja-JP" altLang="en-US" dirty="0"/>
          </a:p>
        </p:txBody>
      </p:sp>
      <p:sp>
        <p:nvSpPr>
          <p:cNvPr id="3" name="テキスト ボックス 2">
            <a:extLst>
              <a:ext uri="{FF2B5EF4-FFF2-40B4-BE49-F238E27FC236}">
                <a16:creationId xmlns:a16="http://schemas.microsoft.com/office/drawing/2014/main" id="{D705D48B-A7CD-A287-F220-B0AE89F1D120}"/>
              </a:ext>
            </a:extLst>
          </p:cNvPr>
          <p:cNvSpPr txBox="1"/>
          <p:nvPr/>
        </p:nvSpPr>
        <p:spPr>
          <a:xfrm>
            <a:off x="352902" y="765925"/>
            <a:ext cx="11839098" cy="954107"/>
          </a:xfrm>
          <a:prstGeom prst="rect">
            <a:avLst/>
          </a:prstGeom>
          <a:noFill/>
        </p:spPr>
        <p:txBody>
          <a:bodyPr wrap="square">
            <a:spAutoFit/>
          </a:bodyPr>
          <a:lstStyle/>
          <a:p>
            <a:r>
              <a:rPr lang="ja-JP" altLang="en-US" sz="1400" b="1" dirty="0"/>
              <a:t>以下の前提での推定</a:t>
            </a:r>
            <a:endParaRPr lang="en-US" altLang="ja-JP" sz="1400" b="1" dirty="0"/>
          </a:p>
          <a:p>
            <a:pPr marL="285750" indent="-285750">
              <a:buFont typeface="Wingdings" panose="05000000000000000000" pitchFamily="2" charset="2"/>
              <a:buChar char="Ø"/>
            </a:pPr>
            <a:r>
              <a:rPr lang="ja-JP" altLang="en-US" sz="1400" dirty="0"/>
              <a:t>発電所の能力は　→　</a:t>
            </a:r>
            <a:r>
              <a:rPr lang="en-US" altLang="ja-JP" sz="1400" dirty="0"/>
              <a:t>3560mW</a:t>
            </a:r>
          </a:p>
          <a:p>
            <a:pPr marL="285750" indent="-285750">
              <a:buFont typeface="Wingdings" panose="05000000000000000000" pitchFamily="2" charset="2"/>
              <a:buChar char="Ø"/>
            </a:pPr>
            <a:r>
              <a:rPr lang="ja-JP" altLang="en-US" sz="1400" dirty="0"/>
              <a:t>データ点数は　　→　</a:t>
            </a:r>
            <a:r>
              <a:rPr lang="en-US" altLang="ja-JP" sz="1400" dirty="0"/>
              <a:t>1</a:t>
            </a:r>
            <a:r>
              <a:rPr lang="ja-JP" altLang="en-US" sz="1400" dirty="0"/>
              <a:t>発電所で</a:t>
            </a:r>
            <a:r>
              <a:rPr lang="en-US" altLang="ja-JP" sz="1400" dirty="0"/>
              <a:t>3000</a:t>
            </a:r>
            <a:r>
              <a:rPr lang="ja-JP" altLang="en-US" sz="1400" dirty="0"/>
              <a:t>点、総点数は</a:t>
            </a:r>
            <a:r>
              <a:rPr lang="en-US" altLang="ja-JP" sz="1400" dirty="0"/>
              <a:t>60</a:t>
            </a:r>
            <a:r>
              <a:rPr lang="ja-JP" altLang="en-US" sz="1400" dirty="0"/>
              <a:t>万点で、</a:t>
            </a:r>
            <a:r>
              <a:rPr lang="en-US" altLang="ja-JP" sz="1400" dirty="0"/>
              <a:t>Float</a:t>
            </a:r>
            <a:r>
              <a:rPr lang="ja-JP" altLang="en-US" sz="1400" dirty="0"/>
              <a:t>系の点数は</a:t>
            </a:r>
            <a:r>
              <a:rPr lang="en-US" altLang="ja-JP" sz="1400" dirty="0"/>
              <a:t>7</a:t>
            </a:r>
            <a:r>
              <a:rPr lang="ja-JP" altLang="en-US" sz="1400" dirty="0"/>
              <a:t>割、</a:t>
            </a:r>
            <a:r>
              <a:rPr lang="en-US" altLang="ja-JP" sz="1400" dirty="0"/>
              <a:t>Int</a:t>
            </a:r>
            <a:r>
              <a:rPr lang="ja-JP" altLang="en-US" sz="1400" dirty="0"/>
              <a:t>系</a:t>
            </a:r>
            <a:r>
              <a:rPr lang="en-US" altLang="ja-JP" sz="1400" dirty="0"/>
              <a:t>2</a:t>
            </a:r>
            <a:r>
              <a:rPr lang="ja-JP" altLang="en-US" sz="1400" dirty="0"/>
              <a:t>割、</a:t>
            </a:r>
            <a:r>
              <a:rPr lang="en-US" altLang="ja-JP" sz="1400" dirty="0"/>
              <a:t>String</a:t>
            </a:r>
            <a:r>
              <a:rPr lang="ja-JP" altLang="en-US" sz="1400" dirty="0"/>
              <a:t>系</a:t>
            </a:r>
            <a:r>
              <a:rPr lang="en-US" altLang="ja-JP" sz="1400" dirty="0"/>
              <a:t>1</a:t>
            </a:r>
            <a:r>
              <a:rPr lang="ja-JP" altLang="en-US" sz="1400" dirty="0"/>
              <a:t>割</a:t>
            </a:r>
            <a:r>
              <a:rPr lang="ja-JP" altLang="en-US" sz="1400" dirty="0">
                <a:solidFill>
                  <a:srgbClr val="FF0000"/>
                </a:solidFill>
              </a:rPr>
              <a:t>、全量</a:t>
            </a:r>
            <a:r>
              <a:rPr lang="en-US" altLang="ja-JP" sz="1400" dirty="0">
                <a:solidFill>
                  <a:srgbClr val="FF0000"/>
                </a:solidFill>
              </a:rPr>
              <a:t>PI Server</a:t>
            </a:r>
            <a:r>
              <a:rPr lang="ja-JP" altLang="en-US" sz="1400" dirty="0">
                <a:solidFill>
                  <a:srgbClr val="FF0000"/>
                </a:solidFill>
              </a:rPr>
              <a:t>へ保存</a:t>
            </a:r>
            <a:endParaRPr lang="en-US" altLang="ja-JP" sz="1400" dirty="0">
              <a:solidFill>
                <a:srgbClr val="FF0000"/>
              </a:solidFill>
            </a:endParaRPr>
          </a:p>
          <a:p>
            <a:pPr marL="285750" indent="-285750">
              <a:buFont typeface="Wingdings" panose="05000000000000000000" pitchFamily="2" charset="2"/>
              <a:buChar char="Ø"/>
            </a:pPr>
            <a:r>
              <a:rPr lang="ja-JP" altLang="en-US" sz="1400" dirty="0"/>
              <a:t>データ取得頻度　→　</a:t>
            </a:r>
            <a:r>
              <a:rPr lang="en-US" altLang="ja-JP" sz="1400" dirty="0"/>
              <a:t>Float</a:t>
            </a:r>
            <a:r>
              <a:rPr lang="ja-JP" altLang="en-US" sz="1400" dirty="0"/>
              <a:t>系</a:t>
            </a:r>
            <a:r>
              <a:rPr lang="en-US" altLang="ja-JP" sz="1400" dirty="0"/>
              <a:t>1S</a:t>
            </a:r>
            <a:r>
              <a:rPr lang="ja-JP" altLang="en-US" sz="1400" dirty="0"/>
              <a:t>、</a:t>
            </a:r>
            <a:r>
              <a:rPr lang="en-US" altLang="ja-JP" sz="1400" dirty="0"/>
              <a:t>Int</a:t>
            </a:r>
            <a:r>
              <a:rPr lang="ja-JP" altLang="en-US" sz="1400" dirty="0"/>
              <a:t>系</a:t>
            </a:r>
            <a:r>
              <a:rPr lang="en-US" altLang="ja-JP" sz="1400" dirty="0"/>
              <a:t>1S</a:t>
            </a:r>
            <a:r>
              <a:rPr lang="ja-JP" altLang="en-US" sz="1400" dirty="0"/>
              <a:t>、</a:t>
            </a:r>
            <a:r>
              <a:rPr lang="en-US" altLang="ja-JP" sz="1400" dirty="0"/>
              <a:t>String</a:t>
            </a:r>
            <a:r>
              <a:rPr lang="ja-JP" altLang="en-US" sz="1400" dirty="0"/>
              <a:t>系変化後</a:t>
            </a:r>
          </a:p>
        </p:txBody>
      </p:sp>
      <p:graphicFrame>
        <p:nvGraphicFramePr>
          <p:cNvPr id="8" name="表 7">
            <a:extLst>
              <a:ext uri="{FF2B5EF4-FFF2-40B4-BE49-F238E27FC236}">
                <a16:creationId xmlns:a16="http://schemas.microsoft.com/office/drawing/2014/main" id="{C547F789-DBD0-3FE4-A9F4-E9528CFDE098}"/>
              </a:ext>
            </a:extLst>
          </p:cNvPr>
          <p:cNvGraphicFramePr>
            <a:graphicFrameLocks noGrp="1"/>
          </p:cNvGraphicFramePr>
          <p:nvPr>
            <p:extLst>
              <p:ext uri="{D42A27DB-BD31-4B8C-83A1-F6EECF244321}">
                <p14:modId xmlns:p14="http://schemas.microsoft.com/office/powerpoint/2010/main" val="131970042"/>
              </p:ext>
            </p:extLst>
          </p:nvPr>
        </p:nvGraphicFramePr>
        <p:xfrm>
          <a:off x="432887" y="1720945"/>
          <a:ext cx="9903809" cy="5140282"/>
        </p:xfrm>
        <a:graphic>
          <a:graphicData uri="http://schemas.openxmlformats.org/drawingml/2006/table">
            <a:tbl>
              <a:tblPr firstRow="1" bandRow="1">
                <a:tableStyleId>{21E4AEA4-8DFA-4A89-87EB-49C32662AFE0}</a:tableStyleId>
              </a:tblPr>
              <a:tblGrid>
                <a:gridCol w="1351882">
                  <a:extLst>
                    <a:ext uri="{9D8B030D-6E8A-4147-A177-3AD203B41FA5}">
                      <a16:colId xmlns:a16="http://schemas.microsoft.com/office/drawing/2014/main" val="1047101935"/>
                    </a:ext>
                  </a:extLst>
                </a:gridCol>
                <a:gridCol w="1436981">
                  <a:extLst>
                    <a:ext uri="{9D8B030D-6E8A-4147-A177-3AD203B41FA5}">
                      <a16:colId xmlns:a16="http://schemas.microsoft.com/office/drawing/2014/main" val="2592791222"/>
                    </a:ext>
                  </a:extLst>
                </a:gridCol>
                <a:gridCol w="859920">
                  <a:extLst>
                    <a:ext uri="{9D8B030D-6E8A-4147-A177-3AD203B41FA5}">
                      <a16:colId xmlns:a16="http://schemas.microsoft.com/office/drawing/2014/main" val="1096516494"/>
                    </a:ext>
                  </a:extLst>
                </a:gridCol>
                <a:gridCol w="689113">
                  <a:extLst>
                    <a:ext uri="{9D8B030D-6E8A-4147-A177-3AD203B41FA5}">
                      <a16:colId xmlns:a16="http://schemas.microsoft.com/office/drawing/2014/main" val="1786957100"/>
                    </a:ext>
                  </a:extLst>
                </a:gridCol>
                <a:gridCol w="1664532">
                  <a:extLst>
                    <a:ext uri="{9D8B030D-6E8A-4147-A177-3AD203B41FA5}">
                      <a16:colId xmlns:a16="http://schemas.microsoft.com/office/drawing/2014/main" val="3251604580"/>
                    </a:ext>
                  </a:extLst>
                </a:gridCol>
                <a:gridCol w="1635530">
                  <a:extLst>
                    <a:ext uri="{9D8B030D-6E8A-4147-A177-3AD203B41FA5}">
                      <a16:colId xmlns:a16="http://schemas.microsoft.com/office/drawing/2014/main" val="349341211"/>
                    </a:ext>
                  </a:extLst>
                </a:gridCol>
                <a:gridCol w="1404189">
                  <a:extLst>
                    <a:ext uri="{9D8B030D-6E8A-4147-A177-3AD203B41FA5}">
                      <a16:colId xmlns:a16="http://schemas.microsoft.com/office/drawing/2014/main" val="239885066"/>
                    </a:ext>
                  </a:extLst>
                </a:gridCol>
                <a:gridCol w="861662">
                  <a:extLst>
                    <a:ext uri="{9D8B030D-6E8A-4147-A177-3AD203B41FA5}">
                      <a16:colId xmlns:a16="http://schemas.microsoft.com/office/drawing/2014/main" val="3891720897"/>
                    </a:ext>
                  </a:extLst>
                </a:gridCol>
              </a:tblGrid>
              <a:tr h="489687">
                <a:tc>
                  <a:txBody>
                    <a:bodyPr/>
                    <a:lstStyle/>
                    <a:p>
                      <a:pPr algn="ctr" fontAlgn="ctr">
                        <a:buNone/>
                      </a:pPr>
                      <a:r>
                        <a:rPr lang="en-US" altLang="ja-JP" sz="1200" b="0" i="0" u="none" strike="noStrike" dirty="0">
                          <a:solidFill>
                            <a:srgbClr val="000000"/>
                          </a:solidFill>
                          <a:effectLst/>
                          <a:latin typeface="游ゴシック" panose="020B0400000000000000" pitchFamily="50" charset="-128"/>
                          <a:ea typeface="游ゴシック" panose="020B0400000000000000" pitchFamily="50" charset="-128"/>
                        </a:rPr>
                        <a:t>Layer</a:t>
                      </a:r>
                      <a:r>
                        <a:rPr lang="ja-JP" altLang="en-US" sz="1200" b="0" i="0" u="none" strike="noStrike" dirty="0">
                          <a:solidFill>
                            <a:srgbClr val="000000"/>
                          </a:solidFill>
                          <a:effectLst/>
                          <a:latin typeface="游ゴシック" panose="020B0400000000000000" pitchFamily="50" charset="-128"/>
                          <a:ea typeface="游ゴシック" panose="020B0400000000000000" pitchFamily="50" charset="-128"/>
                        </a:rPr>
                        <a:t>－項目</a:t>
                      </a:r>
                      <a:endParaRPr lang="en-US" sz="12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0" marR="0" marT="0" marB="0" anchor="ctr"/>
                </a:tc>
                <a:tc>
                  <a:txBody>
                    <a:bodyPr/>
                    <a:lstStyle/>
                    <a:p>
                      <a:pPr algn="ctr" fontAlgn="ctr">
                        <a:buNone/>
                      </a:pPr>
                      <a:r>
                        <a:rPr lang="ja-JP" altLang="en-US" sz="1200" b="0" i="0" u="none" strike="noStrike" dirty="0">
                          <a:solidFill>
                            <a:srgbClr val="000000"/>
                          </a:solidFill>
                          <a:effectLst/>
                          <a:latin typeface="游ゴシック" panose="020B0400000000000000" pitchFamily="50" charset="-128"/>
                          <a:ea typeface="游ゴシック" panose="020B0400000000000000" pitchFamily="50" charset="-128"/>
                        </a:rPr>
                        <a:t>インストール</a:t>
                      </a:r>
                      <a:endParaRPr lang="en-US" altLang="ja-JP" sz="1200" b="0" i="0" u="none" strike="noStrike" dirty="0">
                        <a:solidFill>
                          <a:srgbClr val="000000"/>
                        </a:solidFill>
                        <a:effectLst/>
                        <a:latin typeface="游ゴシック" panose="020B0400000000000000" pitchFamily="50" charset="-128"/>
                        <a:ea typeface="游ゴシック" panose="020B0400000000000000" pitchFamily="50" charset="-128"/>
                      </a:endParaRPr>
                    </a:p>
                    <a:p>
                      <a:pPr algn="ctr" fontAlgn="ctr">
                        <a:buNone/>
                      </a:pPr>
                      <a:r>
                        <a:rPr lang="ja-JP" altLang="en-US" sz="1200" b="0" i="0" u="none" strike="noStrike" dirty="0">
                          <a:solidFill>
                            <a:srgbClr val="000000"/>
                          </a:solidFill>
                          <a:effectLst/>
                          <a:latin typeface="游ゴシック" panose="020B0400000000000000" pitchFamily="50" charset="-128"/>
                          <a:ea typeface="游ゴシック" panose="020B0400000000000000" pitchFamily="50" charset="-128"/>
                        </a:rPr>
                        <a:t>ソフトウェア</a:t>
                      </a:r>
                      <a:endParaRPr lang="en-US" sz="12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0" marR="0" marT="0" marB="0" anchor="ctr"/>
                </a:tc>
                <a:tc>
                  <a:txBody>
                    <a:bodyPr/>
                    <a:lstStyle/>
                    <a:p>
                      <a:pPr algn="ctr" fontAlgn="ctr">
                        <a:buNone/>
                      </a:pPr>
                      <a:r>
                        <a:rPr lang="en-US" sz="1200" b="0" u="none" strike="noStrike" dirty="0">
                          <a:solidFill>
                            <a:srgbClr val="000000"/>
                          </a:solidFill>
                          <a:effectLst/>
                        </a:rPr>
                        <a:t>CPU</a:t>
                      </a:r>
                      <a:endParaRPr lang="en-US" sz="12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0" marR="0" marT="0" marB="0" anchor="ctr"/>
                </a:tc>
                <a:tc>
                  <a:txBody>
                    <a:bodyPr/>
                    <a:lstStyle/>
                    <a:p>
                      <a:pPr algn="ctr" fontAlgn="ctr">
                        <a:buNone/>
                      </a:pPr>
                      <a:r>
                        <a:rPr lang="en-US" sz="1200" b="0" u="none" strike="noStrike" dirty="0">
                          <a:solidFill>
                            <a:srgbClr val="000000"/>
                          </a:solidFill>
                          <a:effectLst/>
                        </a:rPr>
                        <a:t>RAM</a:t>
                      </a:r>
                      <a:endParaRPr lang="en-US" sz="12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0" marR="0" marT="0" marB="0" anchor="ctr"/>
                </a:tc>
                <a:tc>
                  <a:txBody>
                    <a:bodyPr/>
                    <a:lstStyle/>
                    <a:p>
                      <a:pPr algn="ctr" fontAlgn="ctr">
                        <a:buNone/>
                      </a:pPr>
                      <a:r>
                        <a:rPr lang="en-US" sz="1200" b="0" u="none" strike="noStrike" dirty="0">
                          <a:solidFill>
                            <a:srgbClr val="000000"/>
                          </a:solidFill>
                          <a:effectLst/>
                        </a:rPr>
                        <a:t>Storage</a:t>
                      </a:r>
                      <a:endParaRPr lang="en-US" sz="12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0" marR="0" marT="0" marB="0" anchor="ctr"/>
                </a:tc>
                <a:tc>
                  <a:txBody>
                    <a:bodyPr/>
                    <a:lstStyle/>
                    <a:p>
                      <a:pPr algn="ctr" fontAlgn="ctr">
                        <a:buNone/>
                      </a:pPr>
                      <a:r>
                        <a:rPr lang="en-US" sz="1200" b="0" u="none" strike="noStrike" dirty="0">
                          <a:solidFill>
                            <a:srgbClr val="000000"/>
                          </a:solidFill>
                          <a:effectLst/>
                        </a:rPr>
                        <a:t>OS</a:t>
                      </a:r>
                      <a:endParaRPr lang="en-US" sz="12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0" marR="0" marT="0" marB="0" anchor="ctr"/>
                </a:tc>
                <a:tc>
                  <a:txBody>
                    <a:bodyPr/>
                    <a:lstStyle/>
                    <a:p>
                      <a:pPr algn="ctr" fontAlgn="ctr">
                        <a:buNone/>
                      </a:pPr>
                      <a:r>
                        <a:rPr lang="en-US" sz="1200" b="0" u="none" strike="noStrike" dirty="0">
                          <a:solidFill>
                            <a:srgbClr val="000000"/>
                          </a:solidFill>
                          <a:effectLst/>
                        </a:rPr>
                        <a:t>Network</a:t>
                      </a:r>
                      <a:endParaRPr lang="en-US" sz="12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0" marR="0" marT="0" marB="0" anchor="ctr"/>
                </a:tc>
                <a:tc>
                  <a:txBody>
                    <a:bodyPr/>
                    <a:lstStyle/>
                    <a:p>
                      <a:pPr algn="ctr" fontAlgn="ctr">
                        <a:buNone/>
                      </a:pPr>
                      <a:r>
                        <a:rPr lang="en-US" altLang="ja-JP" sz="1200" b="0" u="none" strike="noStrike" dirty="0">
                          <a:solidFill>
                            <a:srgbClr val="000000"/>
                          </a:solidFill>
                          <a:effectLst/>
                        </a:rPr>
                        <a:t>License</a:t>
                      </a:r>
                      <a:r>
                        <a:rPr lang="ja-JP" altLang="en-US" sz="1200" b="0" u="none" strike="noStrike" dirty="0">
                          <a:solidFill>
                            <a:srgbClr val="000000"/>
                          </a:solidFill>
                          <a:effectLst/>
                        </a:rPr>
                        <a:t>数</a:t>
                      </a:r>
                      <a:endParaRPr lang="en-US" sz="12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0" marR="0" marT="0" marB="0" anchor="ctr"/>
                </a:tc>
                <a:extLst>
                  <a:ext uri="{0D108BD9-81ED-4DB2-BD59-A6C34878D82A}">
                    <a16:rowId xmlns:a16="http://schemas.microsoft.com/office/drawing/2014/main" val="2097046378"/>
                  </a:ext>
                </a:extLst>
              </a:tr>
              <a:tr h="684099">
                <a:tc>
                  <a:txBody>
                    <a:bodyPr/>
                    <a:lstStyle/>
                    <a:p>
                      <a:pPr algn="l" fontAlgn="ctr">
                        <a:buNone/>
                      </a:pPr>
                      <a:endParaRPr lang="en-US" sz="12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0" marR="0" marT="0" marB="0" anchor="ctr"/>
                </a:tc>
                <a:tc>
                  <a:txBody>
                    <a:bodyPr/>
                    <a:lstStyle/>
                    <a:p>
                      <a:pPr marL="0" algn="l" eaLnBrk="1" fontAlgn="ctr" hangingPunct="1">
                        <a:buNone/>
                      </a:pPr>
                      <a:r>
                        <a:rPr kumimoji="1" lang="en-US" altLang="ja-JP" sz="1100" b="0" i="0" u="none" strike="noStrike" dirty="0" err="1">
                          <a:solidFill>
                            <a:srgbClr val="000000"/>
                          </a:solidFill>
                          <a:effectLst/>
                          <a:latin typeface="游ゴシック" panose="020B0400000000000000" pitchFamily="50" charset="-128"/>
                          <a:ea typeface="游ゴシック" panose="020B0400000000000000" pitchFamily="50" charset="-128"/>
                          <a:cs typeface="+mn-cs"/>
                        </a:rPr>
                        <a:t>SpeedBee</a:t>
                      </a:r>
                      <a:endParaRPr kumimoji="1" lang="en-US" altLang="ja-JP" sz="1100" b="0" i="0" u="none" strike="noStrike" dirty="0">
                        <a:solidFill>
                          <a:srgbClr val="000000"/>
                        </a:solidFill>
                        <a:effectLst/>
                        <a:latin typeface="游ゴシック" panose="020B0400000000000000" pitchFamily="50" charset="-128"/>
                        <a:ea typeface="游ゴシック" panose="020B0400000000000000" pitchFamily="50" charset="-128"/>
                        <a:cs typeface="+mn-cs"/>
                      </a:endParaRPr>
                    </a:p>
                    <a:p>
                      <a:pPr marL="0" algn="l" eaLnBrk="1" fontAlgn="ctr" hangingPunct="1">
                        <a:buNone/>
                      </a:pPr>
                      <a:r>
                        <a:rPr kumimoji="1" lang="en-US" altLang="ja-JP" sz="1100" b="0" i="0" u="none" strike="noStrike" dirty="0">
                          <a:solidFill>
                            <a:srgbClr val="000000"/>
                          </a:solidFill>
                          <a:effectLst/>
                          <a:latin typeface="游ゴシック" panose="020B0400000000000000" pitchFamily="50" charset="-128"/>
                          <a:ea typeface="游ゴシック" panose="020B0400000000000000" pitchFamily="50" charset="-128"/>
                          <a:cs typeface="+mn-cs"/>
                        </a:rPr>
                        <a:t>/Kepware EX</a:t>
                      </a:r>
                      <a:endParaRPr kumimoji="1" lang="en-US" sz="1100" b="0" i="0" u="none" strike="noStrike" dirty="0">
                        <a:solidFill>
                          <a:srgbClr val="000000"/>
                        </a:solidFill>
                        <a:effectLst/>
                        <a:latin typeface="游ゴシック" panose="020B0400000000000000" pitchFamily="50" charset="-128"/>
                        <a:ea typeface="游ゴシック" panose="020B0400000000000000" pitchFamily="50" charset="-128"/>
                        <a:cs typeface="+mn-cs"/>
                      </a:endParaRPr>
                    </a:p>
                  </a:txBody>
                  <a:tcPr anchor="ctr"/>
                </a:tc>
                <a:tc>
                  <a:txBody>
                    <a:bodyPr/>
                    <a:lstStyle/>
                    <a:p>
                      <a:pPr marL="0" algn="l" eaLnBrk="1" fontAlgn="ctr" hangingPunct="1">
                        <a:buNone/>
                      </a:pPr>
                      <a:r>
                        <a:rPr kumimoji="1" lang="en-US" sz="1100" b="0" i="0" u="none" strike="noStrike" dirty="0">
                          <a:solidFill>
                            <a:srgbClr val="000000"/>
                          </a:solidFill>
                          <a:effectLst/>
                          <a:latin typeface="游ゴシック" panose="020B0400000000000000" pitchFamily="50" charset="-128"/>
                          <a:ea typeface="游ゴシック" panose="020B0400000000000000" pitchFamily="50" charset="-128"/>
                          <a:cs typeface="+mn-cs"/>
                        </a:rPr>
                        <a:t>Intel i5 / Xeon D</a:t>
                      </a:r>
                    </a:p>
                  </a:txBody>
                  <a:tcPr anchor="ctr"/>
                </a:tc>
                <a:tc>
                  <a:txBody>
                    <a:bodyPr/>
                    <a:lstStyle/>
                    <a:p>
                      <a:pPr marL="0" algn="l" eaLnBrk="1" fontAlgn="ctr" hangingPunct="1">
                        <a:buNone/>
                      </a:pPr>
                      <a:r>
                        <a:rPr kumimoji="1" lang="en-US" sz="1100" b="0" i="0" u="none" strike="noStrike">
                          <a:solidFill>
                            <a:srgbClr val="000000"/>
                          </a:solidFill>
                          <a:effectLst/>
                          <a:latin typeface="游ゴシック" panose="020B0400000000000000" pitchFamily="50" charset="-128"/>
                          <a:ea typeface="游ゴシック" panose="020B0400000000000000" pitchFamily="50" charset="-128"/>
                          <a:cs typeface="+mn-cs"/>
                        </a:rPr>
                        <a:t>16GB</a:t>
                      </a:r>
                    </a:p>
                  </a:txBody>
                  <a:tcPr anchor="ctr"/>
                </a:tc>
                <a:tc>
                  <a:txBody>
                    <a:bodyPr/>
                    <a:lstStyle/>
                    <a:p>
                      <a:pPr marL="0" algn="l" eaLnBrk="1" fontAlgn="ctr" hangingPunct="1">
                        <a:buNone/>
                      </a:pPr>
                      <a:r>
                        <a:rPr kumimoji="1" lang="en-US" sz="1100" b="0" i="0" u="none" strike="noStrike">
                          <a:solidFill>
                            <a:srgbClr val="000000"/>
                          </a:solidFill>
                          <a:effectLst/>
                          <a:latin typeface="游ゴシック" panose="020B0400000000000000" pitchFamily="50" charset="-128"/>
                          <a:ea typeface="游ゴシック" panose="020B0400000000000000" pitchFamily="50" charset="-128"/>
                          <a:cs typeface="+mn-cs"/>
                        </a:rPr>
                        <a:t>512GB SSD RAID1</a:t>
                      </a:r>
                    </a:p>
                  </a:txBody>
                  <a:tcPr anchor="ctr"/>
                </a:tc>
                <a:tc>
                  <a:txBody>
                    <a:bodyPr/>
                    <a:lstStyle/>
                    <a:p>
                      <a:pPr marL="0" algn="l" eaLnBrk="1" fontAlgn="ctr" hangingPunct="1">
                        <a:buNone/>
                      </a:pPr>
                      <a:r>
                        <a:rPr kumimoji="1" lang="en-US" sz="1100" b="0" i="0" u="none" strike="noStrike" dirty="0">
                          <a:solidFill>
                            <a:srgbClr val="000000"/>
                          </a:solidFill>
                          <a:effectLst/>
                          <a:latin typeface="游ゴシック" panose="020B0400000000000000" pitchFamily="50" charset="-128"/>
                          <a:ea typeface="游ゴシック" panose="020B0400000000000000" pitchFamily="50" charset="-128"/>
                          <a:cs typeface="+mn-cs"/>
                        </a:rPr>
                        <a:t>Ubuntu/Debian LTS</a:t>
                      </a:r>
                    </a:p>
                  </a:txBody>
                  <a:tcPr anchor="ctr"/>
                </a:tc>
                <a:tc>
                  <a:txBody>
                    <a:bodyPr/>
                    <a:lstStyle/>
                    <a:p>
                      <a:pPr marL="0" algn="l" eaLnBrk="1" fontAlgn="ctr" hangingPunct="1">
                        <a:buNone/>
                      </a:pPr>
                      <a:r>
                        <a:rPr kumimoji="1" lang="en-US" sz="1100" b="0" i="0" u="none" strike="noStrike" dirty="0">
                          <a:solidFill>
                            <a:srgbClr val="000000"/>
                          </a:solidFill>
                          <a:effectLst/>
                          <a:latin typeface="游ゴシック" panose="020B0400000000000000" pitchFamily="50" charset="-128"/>
                          <a:ea typeface="游ゴシック" panose="020B0400000000000000" pitchFamily="50" charset="-128"/>
                          <a:cs typeface="+mn-cs"/>
                        </a:rPr>
                        <a:t>2 Network Interface</a:t>
                      </a:r>
                    </a:p>
                  </a:txBody>
                  <a:tcPr anchor="ctr"/>
                </a:tc>
                <a:tc>
                  <a:txBody>
                    <a:bodyPr/>
                    <a:lstStyle/>
                    <a:p>
                      <a:pPr marL="0" algn="l" eaLnBrk="1" fontAlgn="ctr" hangingPunct="1">
                        <a:buNone/>
                      </a:pPr>
                      <a:r>
                        <a:rPr kumimoji="1" lang="en-US" altLang="ja-JP" sz="1100" b="0" i="0" u="none" strike="noStrike" dirty="0">
                          <a:solidFill>
                            <a:srgbClr val="FF0000"/>
                          </a:solidFill>
                          <a:effectLst/>
                          <a:latin typeface="游ゴシック" panose="020B0400000000000000" pitchFamily="50" charset="-128"/>
                          <a:ea typeface="游ゴシック" panose="020B0400000000000000" pitchFamily="50" charset="-128"/>
                          <a:cs typeface="+mn-cs"/>
                        </a:rPr>
                        <a:t>201</a:t>
                      </a:r>
                      <a:r>
                        <a:rPr kumimoji="1" lang="ja-JP" altLang="en-US" sz="1100" b="0" i="0" u="none" strike="noStrike" dirty="0">
                          <a:solidFill>
                            <a:srgbClr val="FF0000"/>
                          </a:solidFill>
                          <a:effectLst/>
                          <a:latin typeface="游ゴシック" panose="020B0400000000000000" pitchFamily="50" charset="-128"/>
                          <a:ea typeface="游ゴシック" panose="020B0400000000000000" pitchFamily="50" charset="-128"/>
                          <a:cs typeface="+mn-cs"/>
                        </a:rPr>
                        <a:t>＋</a:t>
                      </a:r>
                      <a:endParaRPr kumimoji="1" lang="en-US" sz="1100" b="0" i="0" u="none" strike="noStrike" dirty="0">
                        <a:solidFill>
                          <a:srgbClr val="FF0000"/>
                        </a:solidFill>
                        <a:effectLst/>
                        <a:latin typeface="游ゴシック" panose="020B0400000000000000" pitchFamily="50" charset="-128"/>
                        <a:ea typeface="游ゴシック" panose="020B0400000000000000" pitchFamily="50" charset="-128"/>
                        <a:cs typeface="+mn-cs"/>
                      </a:endParaRPr>
                    </a:p>
                  </a:txBody>
                  <a:tcPr anchor="ctr"/>
                </a:tc>
                <a:extLst>
                  <a:ext uri="{0D108BD9-81ED-4DB2-BD59-A6C34878D82A}">
                    <a16:rowId xmlns:a16="http://schemas.microsoft.com/office/drawing/2014/main" val="2691936554"/>
                  </a:ext>
                </a:extLst>
              </a:tr>
              <a:tr h="1094052">
                <a:tc>
                  <a:txBody>
                    <a:bodyPr/>
                    <a:lstStyle/>
                    <a:p>
                      <a:endParaRPr kumimoji="1" lang="ja-JP" altLang="en-US"/>
                    </a:p>
                  </a:txBody>
                  <a:tcPr/>
                </a:tc>
                <a:tc>
                  <a:txBody>
                    <a:bodyPr/>
                    <a:lstStyle/>
                    <a:p>
                      <a:pPr marL="0" algn="l" eaLnBrk="1" fontAlgn="ctr" hangingPunct="1">
                        <a:buNone/>
                      </a:pPr>
                      <a:r>
                        <a:rPr kumimoji="1" lang="en-US" sz="1100" b="0" i="0" u="none" strike="noStrike" dirty="0">
                          <a:solidFill>
                            <a:srgbClr val="000000"/>
                          </a:solidFill>
                          <a:effectLst/>
                          <a:latin typeface="游ゴシック" panose="020B0400000000000000" pitchFamily="50" charset="-128"/>
                          <a:ea typeface="游ゴシック" panose="020B0400000000000000" pitchFamily="50" charset="-128"/>
                          <a:cs typeface="+mn-cs"/>
                        </a:rPr>
                        <a:t>PI Interface</a:t>
                      </a:r>
                    </a:p>
                    <a:p>
                      <a:pPr marL="0" algn="l" eaLnBrk="1" fontAlgn="ctr" hangingPunct="1">
                        <a:buNone/>
                      </a:pPr>
                      <a:r>
                        <a:rPr kumimoji="1" lang="en-US" sz="1100" b="0" i="0" u="none" strike="noStrike" dirty="0">
                          <a:solidFill>
                            <a:srgbClr val="000000"/>
                          </a:solidFill>
                          <a:effectLst/>
                          <a:latin typeface="游ゴシック" panose="020B0400000000000000" pitchFamily="50" charset="-128"/>
                          <a:ea typeface="游ゴシック" panose="020B0400000000000000" pitchFamily="50" charset="-128"/>
                          <a:cs typeface="+mn-cs"/>
                        </a:rPr>
                        <a:t>PI Connector</a:t>
                      </a:r>
                    </a:p>
                    <a:p>
                      <a:pPr marL="0" algn="l" eaLnBrk="1" fontAlgn="ctr" hangingPunct="1">
                        <a:buNone/>
                      </a:pPr>
                      <a:r>
                        <a:rPr kumimoji="1" lang="en-US" sz="1100" b="0" i="0" u="none" strike="noStrike" dirty="0">
                          <a:solidFill>
                            <a:srgbClr val="000000"/>
                          </a:solidFill>
                          <a:effectLst/>
                          <a:latin typeface="游ゴシック" panose="020B0400000000000000" pitchFamily="50" charset="-128"/>
                          <a:ea typeface="游ゴシック" panose="020B0400000000000000" pitchFamily="50" charset="-128"/>
                          <a:cs typeface="+mn-cs"/>
                        </a:rPr>
                        <a:t>PI Adapter</a:t>
                      </a:r>
                    </a:p>
                    <a:p>
                      <a:pPr marL="0" algn="l" eaLnBrk="1" fontAlgn="ctr" hangingPunct="1">
                        <a:buNone/>
                      </a:pPr>
                      <a:r>
                        <a:rPr kumimoji="1" lang="en-US" sz="1100" b="0" i="0" u="none" strike="noStrike" dirty="0">
                          <a:solidFill>
                            <a:srgbClr val="000000"/>
                          </a:solidFill>
                          <a:effectLst/>
                          <a:latin typeface="游ゴシック" panose="020B0400000000000000" pitchFamily="50" charset="-128"/>
                          <a:ea typeface="游ゴシック" panose="020B0400000000000000" pitchFamily="50" charset="-128"/>
                          <a:cs typeface="+mn-cs"/>
                        </a:rPr>
                        <a:t>MQTT Broker</a:t>
                      </a:r>
                    </a:p>
                    <a:p>
                      <a:pPr marL="0" algn="l" eaLnBrk="1" fontAlgn="ctr" hangingPunct="1">
                        <a:buNone/>
                      </a:pPr>
                      <a:r>
                        <a:rPr kumimoji="1" lang="en-US" sz="1100" b="0" i="0" u="none" strike="noStrike" dirty="0">
                          <a:solidFill>
                            <a:srgbClr val="000000"/>
                          </a:solidFill>
                          <a:effectLst/>
                          <a:latin typeface="游ゴシック" panose="020B0400000000000000" pitchFamily="50" charset="-128"/>
                          <a:ea typeface="游ゴシック" panose="020B0400000000000000" pitchFamily="50" charset="-128"/>
                          <a:cs typeface="+mn-cs"/>
                        </a:rPr>
                        <a:t>Edge Data Store</a:t>
                      </a:r>
                    </a:p>
                    <a:p>
                      <a:pPr marL="0" algn="l" eaLnBrk="1" fontAlgn="ctr" hangingPunct="1">
                        <a:buNone/>
                      </a:pPr>
                      <a:r>
                        <a:rPr kumimoji="1" lang="en-US" sz="1100" b="0" i="0" u="none" strike="noStrike" dirty="0">
                          <a:solidFill>
                            <a:srgbClr val="000000"/>
                          </a:solidFill>
                          <a:effectLst/>
                          <a:latin typeface="游ゴシック" panose="020B0400000000000000" pitchFamily="50" charset="-128"/>
                          <a:ea typeface="游ゴシック" panose="020B0400000000000000" pitchFamily="50" charset="-128"/>
                          <a:cs typeface="+mn-cs"/>
                        </a:rPr>
                        <a:t>PI Buffer</a:t>
                      </a:r>
                    </a:p>
                  </a:txBody>
                  <a:tcPr anchor="ctr"/>
                </a:tc>
                <a:tc>
                  <a:txBody>
                    <a:bodyPr/>
                    <a:lstStyle/>
                    <a:p>
                      <a:pPr marL="0" algn="l" eaLnBrk="1" fontAlgn="ctr" hangingPunct="1">
                        <a:buNone/>
                      </a:pPr>
                      <a:r>
                        <a:rPr kumimoji="1" lang="en-US" sz="1100" b="0" i="0" u="none" strike="noStrike" dirty="0">
                          <a:solidFill>
                            <a:srgbClr val="000000"/>
                          </a:solidFill>
                          <a:effectLst/>
                          <a:latin typeface="游ゴシック" panose="020B0400000000000000" pitchFamily="50" charset="-128"/>
                          <a:ea typeface="游ゴシック" panose="020B0400000000000000" pitchFamily="50" charset="-128"/>
                          <a:cs typeface="+mn-cs"/>
                        </a:rPr>
                        <a:t>8 Core</a:t>
                      </a:r>
                    </a:p>
                  </a:txBody>
                  <a:tcPr anchor="ctr"/>
                </a:tc>
                <a:tc>
                  <a:txBody>
                    <a:bodyPr/>
                    <a:lstStyle/>
                    <a:p>
                      <a:pPr marL="0" algn="l" eaLnBrk="1" fontAlgn="ctr" hangingPunct="1">
                        <a:buNone/>
                      </a:pPr>
                      <a:r>
                        <a:rPr kumimoji="1" lang="en-US" sz="1100" b="0" i="0" u="none" strike="noStrike" dirty="0">
                          <a:solidFill>
                            <a:srgbClr val="000000"/>
                          </a:solidFill>
                          <a:effectLst/>
                          <a:latin typeface="游ゴシック" panose="020B0400000000000000" pitchFamily="50" charset="-128"/>
                          <a:ea typeface="游ゴシック" panose="020B0400000000000000" pitchFamily="50" charset="-128"/>
                          <a:cs typeface="+mn-cs"/>
                        </a:rPr>
                        <a:t>32GB</a:t>
                      </a:r>
                    </a:p>
                  </a:txBody>
                  <a:tcPr anchor="ctr"/>
                </a:tc>
                <a:tc>
                  <a:txBody>
                    <a:bodyPr/>
                    <a:lstStyle/>
                    <a:p>
                      <a:pPr marL="0" algn="l" eaLnBrk="1" fontAlgn="ctr" hangingPunct="1">
                        <a:buNone/>
                      </a:pPr>
                      <a:r>
                        <a:rPr kumimoji="1" lang="en-US" sz="1100" b="0" i="0" u="none" strike="noStrike" dirty="0">
                          <a:solidFill>
                            <a:srgbClr val="000000"/>
                          </a:solidFill>
                          <a:effectLst/>
                          <a:latin typeface="游ゴシック" panose="020B0400000000000000" pitchFamily="50" charset="-128"/>
                          <a:ea typeface="游ゴシック" panose="020B0400000000000000" pitchFamily="50" charset="-128"/>
                          <a:cs typeface="+mn-cs"/>
                        </a:rPr>
                        <a:t>2TB SSD RAID10</a:t>
                      </a:r>
                    </a:p>
                  </a:txBody>
                  <a:tcPr anchor="ctr"/>
                </a:tc>
                <a:tc>
                  <a:txBody>
                    <a:bodyPr/>
                    <a:lstStyle/>
                    <a:p>
                      <a:pPr marL="0" marR="0" lvl="0" indent="0" algn="l" defTabSz="914400" eaLnBrk="1" fontAlgn="ctr" latinLnBrk="0" hangingPunct="1">
                        <a:lnSpc>
                          <a:spcPct val="100000"/>
                        </a:lnSpc>
                        <a:spcBef>
                          <a:spcPts val="0"/>
                        </a:spcBef>
                        <a:spcAft>
                          <a:spcPts val="0"/>
                        </a:spcAft>
                        <a:buClrTx/>
                        <a:buSzTx/>
                        <a:buFontTx/>
                        <a:buNone/>
                        <a:tabLst/>
                        <a:defRPr/>
                      </a:pPr>
                      <a:r>
                        <a:rPr kumimoji="1" lang="en-US" altLang="ja-JP" sz="1100" b="0" i="0" u="none" strike="noStrike" dirty="0">
                          <a:solidFill>
                            <a:srgbClr val="000000"/>
                          </a:solidFill>
                          <a:effectLst/>
                          <a:latin typeface="游ゴシック" panose="020B0400000000000000" pitchFamily="50" charset="-128"/>
                          <a:ea typeface="游ゴシック" panose="020B0400000000000000" pitchFamily="50" charset="-128"/>
                          <a:cs typeface="+mn-cs"/>
                        </a:rPr>
                        <a:t>Windows Server 2022</a:t>
                      </a:r>
                    </a:p>
                  </a:txBody>
                  <a:tcPr anchor="ctr"/>
                </a:tc>
                <a:tc>
                  <a:txBody>
                    <a:bodyPr/>
                    <a:lstStyle/>
                    <a:p>
                      <a:pPr marL="0" algn="l" eaLnBrk="1" fontAlgn="ctr" hangingPunct="1">
                        <a:buNone/>
                      </a:pPr>
                      <a:r>
                        <a:rPr kumimoji="1" lang="en-US" altLang="ja-JP" sz="1100" b="0" i="0" u="none" strike="noStrike" dirty="0">
                          <a:solidFill>
                            <a:srgbClr val="000000"/>
                          </a:solidFill>
                          <a:effectLst/>
                          <a:latin typeface="游ゴシック" panose="020B0400000000000000" pitchFamily="50" charset="-128"/>
                          <a:ea typeface="游ゴシック" panose="020B0400000000000000" pitchFamily="50" charset="-128"/>
                          <a:cs typeface="+mn-cs"/>
                        </a:rPr>
                        <a:t>Main-Slave</a:t>
                      </a:r>
                    </a:p>
                    <a:p>
                      <a:pPr marL="0" algn="l" eaLnBrk="1" fontAlgn="ctr" hangingPunct="1">
                        <a:buNone/>
                      </a:pPr>
                      <a:r>
                        <a:rPr kumimoji="1" lang="en-US" altLang="ja-JP" sz="1100" b="0" i="0" u="none" strike="noStrike" dirty="0">
                          <a:solidFill>
                            <a:srgbClr val="FF0000"/>
                          </a:solidFill>
                          <a:effectLst/>
                          <a:latin typeface="游ゴシック" panose="020B0400000000000000" pitchFamily="50" charset="-128"/>
                          <a:ea typeface="游ゴシック" panose="020B0400000000000000" pitchFamily="50" charset="-128"/>
                          <a:cs typeface="+mn-cs"/>
                        </a:rPr>
                        <a:t>10Gb</a:t>
                      </a:r>
                    </a:p>
                    <a:p>
                      <a:pPr marL="0" algn="l" eaLnBrk="1" fontAlgn="ctr" hangingPunct="1">
                        <a:buNone/>
                      </a:pPr>
                      <a:endParaRPr kumimoji="1" lang="en-US" altLang="ja-JP" sz="1100" b="0" i="0" u="none" strike="noStrike" dirty="0">
                        <a:solidFill>
                          <a:srgbClr val="000000"/>
                        </a:solidFill>
                        <a:effectLst/>
                        <a:latin typeface="游ゴシック" panose="020B0400000000000000" pitchFamily="50" charset="-128"/>
                        <a:ea typeface="游ゴシック" panose="020B0400000000000000" pitchFamily="50" charset="-128"/>
                        <a:cs typeface="+mn-cs"/>
                      </a:endParaRPr>
                    </a:p>
                    <a:p>
                      <a:pPr marL="0" algn="l" eaLnBrk="1" fontAlgn="ctr" hangingPunct="1">
                        <a:buNone/>
                      </a:pPr>
                      <a:r>
                        <a:rPr kumimoji="1" lang="ja-JP" altLang="en-US" sz="1100" b="0" i="0" u="none" strike="noStrike" dirty="0">
                          <a:solidFill>
                            <a:srgbClr val="000000"/>
                          </a:solidFill>
                          <a:effectLst/>
                          <a:latin typeface="游ゴシック" panose="020B0400000000000000" pitchFamily="50" charset="-128"/>
                          <a:ea typeface="游ゴシック" panose="020B0400000000000000" pitchFamily="50" charset="-128"/>
                          <a:cs typeface="+mn-cs"/>
                        </a:rPr>
                        <a:t>発電所→子局</a:t>
                      </a:r>
                      <a:endParaRPr kumimoji="1" lang="en-US" altLang="ja-JP" sz="1100" b="0" i="0" u="none" strike="noStrike" dirty="0">
                        <a:solidFill>
                          <a:srgbClr val="000000"/>
                        </a:solidFill>
                        <a:effectLst/>
                        <a:latin typeface="游ゴシック" panose="020B0400000000000000" pitchFamily="50" charset="-128"/>
                        <a:ea typeface="游ゴシック" panose="020B0400000000000000" pitchFamily="50" charset="-128"/>
                        <a:cs typeface="+mn-cs"/>
                      </a:endParaRPr>
                    </a:p>
                    <a:p>
                      <a:pPr marL="0" algn="l" eaLnBrk="1" fontAlgn="ctr" hangingPunct="1">
                        <a:buNone/>
                      </a:pPr>
                      <a:r>
                        <a:rPr kumimoji="1" lang="en-US" altLang="ja-JP" sz="1100" b="0" i="0" u="none" strike="noStrike" dirty="0">
                          <a:solidFill>
                            <a:srgbClr val="000000"/>
                          </a:solidFill>
                          <a:effectLst/>
                          <a:latin typeface="游ゴシック" panose="020B0400000000000000" pitchFamily="50" charset="-128"/>
                          <a:ea typeface="游ゴシック" panose="020B0400000000000000" pitchFamily="50" charset="-128"/>
                          <a:cs typeface="+mn-cs"/>
                        </a:rPr>
                        <a:t>Delay&lt;50ms</a:t>
                      </a:r>
                    </a:p>
                  </a:txBody>
                  <a:tcPr anchor="ctr"/>
                </a:tc>
                <a:tc>
                  <a:txBody>
                    <a:bodyPr/>
                    <a:lstStyle/>
                    <a:p>
                      <a:pPr marL="0" algn="l" eaLnBrk="1" fontAlgn="ctr" hangingPunct="1">
                        <a:buNone/>
                      </a:pPr>
                      <a:r>
                        <a:rPr kumimoji="1" lang="en-US" altLang="ja-JP" sz="1100" b="0" i="0" u="none" strike="noStrike" dirty="0">
                          <a:solidFill>
                            <a:srgbClr val="FF0000"/>
                          </a:solidFill>
                          <a:effectLst/>
                          <a:latin typeface="游ゴシック" panose="020B0400000000000000" pitchFamily="50" charset="-128"/>
                          <a:ea typeface="游ゴシック" panose="020B0400000000000000" pitchFamily="50" charset="-128"/>
                          <a:cs typeface="+mn-cs"/>
                        </a:rPr>
                        <a:t>201</a:t>
                      </a:r>
                      <a:r>
                        <a:rPr kumimoji="1" lang="ja-JP" altLang="en-US" sz="1100" b="0" i="0" u="none" strike="noStrike" dirty="0">
                          <a:solidFill>
                            <a:srgbClr val="FF0000"/>
                          </a:solidFill>
                          <a:effectLst/>
                          <a:latin typeface="游ゴシック" panose="020B0400000000000000" pitchFamily="50" charset="-128"/>
                          <a:ea typeface="游ゴシック" panose="020B0400000000000000" pitchFamily="50" charset="-128"/>
                          <a:cs typeface="+mn-cs"/>
                        </a:rPr>
                        <a:t>＋</a:t>
                      </a:r>
                      <a:endParaRPr kumimoji="1" lang="en-US" altLang="ja-JP" sz="1100" b="0" i="0" u="none" strike="noStrike" dirty="0">
                        <a:solidFill>
                          <a:srgbClr val="FF0000"/>
                        </a:solidFill>
                        <a:effectLst/>
                        <a:latin typeface="游ゴシック" panose="020B0400000000000000" pitchFamily="50" charset="-128"/>
                        <a:ea typeface="游ゴシック" panose="020B0400000000000000" pitchFamily="50" charset="-128"/>
                        <a:cs typeface="+mn-cs"/>
                      </a:endParaRPr>
                    </a:p>
                  </a:txBody>
                  <a:tcPr anchor="ctr"/>
                </a:tc>
                <a:extLst>
                  <a:ext uri="{0D108BD9-81ED-4DB2-BD59-A6C34878D82A}">
                    <a16:rowId xmlns:a16="http://schemas.microsoft.com/office/drawing/2014/main" val="722273882"/>
                  </a:ext>
                </a:extLst>
              </a:tr>
              <a:tr h="816919">
                <a:tc>
                  <a:txBody>
                    <a:bodyPr/>
                    <a:lstStyle/>
                    <a:p>
                      <a:endParaRPr kumimoji="1" lang="ja-JP" altLang="en-US"/>
                    </a:p>
                  </a:txBody>
                  <a:tcPr/>
                </a:tc>
                <a:tc>
                  <a:txBody>
                    <a:bodyPr/>
                    <a:lstStyle/>
                    <a:p>
                      <a:pPr marL="0" algn="l" eaLnBrk="1" fontAlgn="ctr" hangingPunct="1">
                        <a:buNone/>
                      </a:pPr>
                      <a:r>
                        <a:rPr kumimoji="1" lang="it-IT" altLang="ja-JP" sz="1100" b="0" i="0" u="none" strike="noStrike" dirty="0">
                          <a:solidFill>
                            <a:srgbClr val="000000"/>
                          </a:solidFill>
                          <a:effectLst/>
                          <a:latin typeface="游ゴシック" panose="020B0400000000000000" pitchFamily="50" charset="-128"/>
                          <a:ea typeface="游ゴシック" panose="020B0400000000000000" pitchFamily="50" charset="-128"/>
                          <a:cs typeface="+mn-cs"/>
                        </a:rPr>
                        <a:t>PI Data Archive</a:t>
                      </a:r>
                    </a:p>
                    <a:p>
                      <a:pPr marL="0" algn="l" eaLnBrk="1" fontAlgn="ctr" hangingPunct="1">
                        <a:buNone/>
                      </a:pPr>
                      <a:r>
                        <a:rPr kumimoji="1" lang="it-IT" altLang="ja-JP" sz="1100" b="0" i="0" u="none" strike="noStrike" dirty="0">
                          <a:solidFill>
                            <a:srgbClr val="000000"/>
                          </a:solidFill>
                          <a:effectLst/>
                          <a:latin typeface="游ゴシック" panose="020B0400000000000000" pitchFamily="50" charset="-128"/>
                          <a:ea typeface="游ゴシック" panose="020B0400000000000000" pitchFamily="50" charset="-128"/>
                          <a:cs typeface="+mn-cs"/>
                        </a:rPr>
                        <a:t>PI Collective</a:t>
                      </a:r>
                    </a:p>
                    <a:p>
                      <a:pPr marL="0" algn="l" eaLnBrk="1" fontAlgn="ctr" hangingPunct="1">
                        <a:buNone/>
                      </a:pPr>
                      <a:r>
                        <a:rPr kumimoji="1" lang="it-IT" altLang="ja-JP" sz="1100" b="0" i="0" u="none" strike="noStrike" dirty="0">
                          <a:solidFill>
                            <a:srgbClr val="000000"/>
                          </a:solidFill>
                          <a:effectLst/>
                          <a:latin typeface="游ゴシック" panose="020B0400000000000000" pitchFamily="50" charset="-128"/>
                          <a:ea typeface="游ゴシック" panose="020B0400000000000000" pitchFamily="50" charset="-128"/>
                          <a:cs typeface="+mn-cs"/>
                        </a:rPr>
                        <a:t>PI Buffer</a:t>
                      </a:r>
                    </a:p>
                    <a:p>
                      <a:pPr marL="0" algn="l" eaLnBrk="1" fontAlgn="ctr" hangingPunct="1">
                        <a:buNone/>
                      </a:pPr>
                      <a:r>
                        <a:rPr kumimoji="1" lang="it-IT" altLang="ja-JP" sz="1100" b="0" i="0" u="none" strike="noStrike" dirty="0">
                          <a:solidFill>
                            <a:srgbClr val="000000"/>
                          </a:solidFill>
                          <a:effectLst/>
                          <a:latin typeface="游ゴシック" panose="020B0400000000000000" pitchFamily="50" charset="-128"/>
                          <a:ea typeface="游ゴシック" panose="020B0400000000000000" pitchFamily="50" charset="-128"/>
                          <a:cs typeface="+mn-cs"/>
                        </a:rPr>
                        <a:t>PI-to-PI</a:t>
                      </a:r>
                      <a:endParaRPr kumimoji="1" lang="ja-JP" altLang="en-US" sz="1100" b="0" i="0" u="none" strike="noStrike" dirty="0">
                        <a:solidFill>
                          <a:srgbClr val="000000"/>
                        </a:solidFill>
                        <a:effectLst/>
                        <a:latin typeface="游ゴシック" panose="020B0400000000000000" pitchFamily="50" charset="-128"/>
                        <a:ea typeface="游ゴシック" panose="020B0400000000000000" pitchFamily="50" charset="-128"/>
                        <a:cs typeface="+mn-cs"/>
                      </a:endParaRPr>
                    </a:p>
                  </a:txBody>
                  <a:tcPr/>
                </a:tc>
                <a:tc>
                  <a:txBody>
                    <a:bodyPr/>
                    <a:lstStyle/>
                    <a:p>
                      <a:pPr marL="0" marR="0" lvl="0" indent="0" algn="l" defTabSz="914400" eaLnBrk="1" fontAlgn="ctr" latinLnBrk="0" hangingPunct="1">
                        <a:lnSpc>
                          <a:spcPct val="100000"/>
                        </a:lnSpc>
                        <a:spcBef>
                          <a:spcPts val="0"/>
                        </a:spcBef>
                        <a:spcAft>
                          <a:spcPts val="0"/>
                        </a:spcAft>
                        <a:buClrTx/>
                        <a:buSzTx/>
                        <a:buFontTx/>
                        <a:buNone/>
                        <a:tabLst/>
                        <a:defRPr/>
                      </a:pPr>
                      <a:r>
                        <a:rPr kumimoji="1" lang="en-US" altLang="ja-JP" sz="1100" b="0" i="0" u="none" strike="noStrike" dirty="0">
                          <a:solidFill>
                            <a:srgbClr val="000000"/>
                          </a:solidFill>
                          <a:effectLst/>
                          <a:latin typeface="游ゴシック" panose="020B0400000000000000" pitchFamily="50" charset="-128"/>
                          <a:ea typeface="游ゴシック" panose="020B0400000000000000" pitchFamily="50" charset="-128"/>
                          <a:cs typeface="+mn-cs"/>
                        </a:rPr>
                        <a:t>16 Core</a:t>
                      </a:r>
                    </a:p>
                  </a:txBody>
                  <a:tcPr anchor="ctr"/>
                </a:tc>
                <a:tc>
                  <a:txBody>
                    <a:bodyPr/>
                    <a:lstStyle/>
                    <a:p>
                      <a:pPr marL="0" algn="l" eaLnBrk="1" fontAlgn="ctr" hangingPunct="1">
                        <a:buNone/>
                      </a:pPr>
                      <a:r>
                        <a:rPr kumimoji="1" lang="en-US" sz="1100" b="0" i="0" u="none" strike="noStrike" dirty="0">
                          <a:solidFill>
                            <a:srgbClr val="000000"/>
                          </a:solidFill>
                          <a:effectLst/>
                          <a:latin typeface="游ゴシック" panose="020B0400000000000000" pitchFamily="50" charset="-128"/>
                          <a:ea typeface="游ゴシック" panose="020B0400000000000000" pitchFamily="50" charset="-128"/>
                          <a:cs typeface="+mn-cs"/>
                        </a:rPr>
                        <a:t>64GB</a:t>
                      </a:r>
                    </a:p>
                  </a:txBody>
                  <a:tcPr anchor="ctr"/>
                </a:tc>
                <a:tc>
                  <a:txBody>
                    <a:bodyPr/>
                    <a:lstStyle/>
                    <a:p>
                      <a:pPr marL="0" algn="l" eaLnBrk="1" fontAlgn="ctr" hangingPunct="1">
                        <a:buNone/>
                      </a:pPr>
                      <a:r>
                        <a:rPr kumimoji="1" lang="en-US" sz="1100" b="0" i="0" u="none" strike="noStrike" dirty="0">
                          <a:solidFill>
                            <a:srgbClr val="000000"/>
                          </a:solidFill>
                          <a:effectLst/>
                          <a:latin typeface="游ゴシック" panose="020B0400000000000000" pitchFamily="50" charset="-128"/>
                          <a:ea typeface="游ゴシック" panose="020B0400000000000000" pitchFamily="50" charset="-128"/>
                          <a:cs typeface="+mn-cs"/>
                        </a:rPr>
                        <a:t>4TB</a:t>
                      </a:r>
                    </a:p>
                    <a:p>
                      <a:r>
                        <a:rPr kumimoji="1" lang="pt-BR" altLang="ja-JP" sz="900" dirty="0"/>
                        <a:t>C:</a:t>
                      </a:r>
                      <a:r>
                        <a:rPr kumimoji="1" lang="ja-JP" altLang="en-US" sz="900" dirty="0"/>
                        <a:t>　</a:t>
                      </a:r>
                      <a:r>
                        <a:rPr kumimoji="1" lang="pt-BR" altLang="ja-JP" sz="900" dirty="0"/>
                        <a:t>OS</a:t>
                      </a:r>
                    </a:p>
                    <a:p>
                      <a:r>
                        <a:rPr kumimoji="1" lang="pt-BR" altLang="ja-JP" sz="900" dirty="0"/>
                        <a:t>D:</a:t>
                      </a:r>
                      <a:r>
                        <a:rPr kumimoji="1" lang="ja-JP" altLang="en-US" sz="900" dirty="0"/>
                        <a:t>　</a:t>
                      </a:r>
                      <a:r>
                        <a:rPr kumimoji="1" lang="pt-BR" altLang="ja-JP" sz="900" dirty="0"/>
                        <a:t>PI Install</a:t>
                      </a:r>
                    </a:p>
                    <a:p>
                      <a:r>
                        <a:rPr kumimoji="1" lang="pt-BR" altLang="ja-JP" sz="900" dirty="0">
                          <a:solidFill>
                            <a:srgbClr val="FF0000"/>
                          </a:solidFill>
                        </a:rPr>
                        <a:t>E:</a:t>
                      </a:r>
                      <a:r>
                        <a:rPr kumimoji="1" lang="ja-JP" altLang="en-US" sz="900" dirty="0">
                          <a:solidFill>
                            <a:srgbClr val="FF0000"/>
                          </a:solidFill>
                        </a:rPr>
                        <a:t>　</a:t>
                      </a:r>
                      <a:r>
                        <a:rPr kumimoji="1" lang="pt-BR" altLang="ja-JP" sz="900" dirty="0">
                          <a:solidFill>
                            <a:srgbClr val="FF0000"/>
                          </a:solidFill>
                        </a:rPr>
                        <a:t>Archive(</a:t>
                      </a:r>
                      <a:r>
                        <a:rPr kumimoji="1" lang="en-US" altLang="ja-JP" sz="900" b="0" i="0" u="none" strike="noStrike" dirty="0" err="1">
                          <a:solidFill>
                            <a:srgbClr val="FF0000"/>
                          </a:solidFill>
                          <a:effectLst/>
                          <a:latin typeface="游ゴシック" panose="020B0400000000000000" pitchFamily="50" charset="-128"/>
                          <a:ea typeface="游ゴシック" panose="020B0400000000000000" pitchFamily="50" charset="-128"/>
                          <a:cs typeface="+mn-cs"/>
                        </a:rPr>
                        <a:t>NVMe</a:t>
                      </a:r>
                      <a:r>
                        <a:rPr kumimoji="1" lang="en-US" altLang="ja-JP" sz="900" b="0" i="0" u="none" strike="noStrike" dirty="0">
                          <a:solidFill>
                            <a:srgbClr val="FF0000"/>
                          </a:solidFill>
                          <a:effectLst/>
                          <a:latin typeface="游ゴシック" panose="020B0400000000000000" pitchFamily="50" charset="-128"/>
                          <a:ea typeface="游ゴシック" panose="020B0400000000000000" pitchFamily="50" charset="-128"/>
                          <a:cs typeface="+mn-cs"/>
                        </a:rPr>
                        <a:t> RAID10)</a:t>
                      </a:r>
                      <a:endParaRPr kumimoji="1" lang="pt-BR" altLang="ja-JP" sz="900" dirty="0">
                        <a:solidFill>
                          <a:srgbClr val="FF0000"/>
                        </a:solidFill>
                      </a:endParaRPr>
                    </a:p>
                    <a:p>
                      <a:r>
                        <a:rPr kumimoji="1" lang="pt-BR" altLang="ja-JP" sz="900" dirty="0"/>
                        <a:t>F:</a:t>
                      </a:r>
                      <a:r>
                        <a:rPr kumimoji="1" lang="ja-JP" altLang="en-US" sz="900" dirty="0"/>
                        <a:t>　</a:t>
                      </a:r>
                      <a:r>
                        <a:rPr kumimoji="1" lang="pt-BR" altLang="ja-JP" sz="900" dirty="0"/>
                        <a:t>Backup Queue</a:t>
                      </a:r>
                    </a:p>
                  </a:txBody>
                  <a:tcPr anchor="ctr"/>
                </a:tc>
                <a:tc>
                  <a:txBody>
                    <a:bodyPr/>
                    <a:lstStyle/>
                    <a:p>
                      <a:pPr marL="0" algn="l" eaLnBrk="1" fontAlgn="ctr" hangingPunct="1">
                        <a:buNone/>
                      </a:pPr>
                      <a:r>
                        <a:rPr kumimoji="1" lang="ja-JP" altLang="en-US" sz="1100" b="1" i="0" u="none" strike="noStrike" dirty="0">
                          <a:solidFill>
                            <a:srgbClr val="000000"/>
                          </a:solidFill>
                          <a:effectLst/>
                          <a:latin typeface="游ゴシック" panose="020B0400000000000000" pitchFamily="50" charset="-128"/>
                          <a:ea typeface="游ゴシック" panose="020B0400000000000000" pitchFamily="50" charset="-128"/>
                          <a:cs typeface="+mn-cs"/>
                        </a:rPr>
                        <a:t>２台での</a:t>
                      </a:r>
                      <a:r>
                        <a:rPr kumimoji="1" lang="en-US" altLang="ja-JP" sz="1100" b="1" i="0" u="none" strike="noStrike" dirty="0">
                          <a:solidFill>
                            <a:srgbClr val="000000"/>
                          </a:solidFill>
                          <a:effectLst/>
                          <a:latin typeface="游ゴシック" panose="020B0400000000000000" pitchFamily="50" charset="-128"/>
                          <a:ea typeface="游ゴシック" panose="020B0400000000000000" pitchFamily="50" charset="-128"/>
                          <a:cs typeface="+mn-cs"/>
                        </a:rPr>
                        <a:t>HA</a:t>
                      </a:r>
                    </a:p>
                    <a:p>
                      <a:pPr marL="0" algn="l" eaLnBrk="1" fontAlgn="ctr" hangingPunct="1">
                        <a:buNone/>
                      </a:pPr>
                      <a:r>
                        <a:rPr kumimoji="1" lang="en-US" altLang="ja-JP" sz="1100" b="0" i="0" u="none" strike="noStrike" dirty="0">
                          <a:solidFill>
                            <a:srgbClr val="000000"/>
                          </a:solidFill>
                          <a:effectLst/>
                          <a:latin typeface="游ゴシック" panose="020B0400000000000000" pitchFamily="50" charset="-128"/>
                          <a:ea typeface="游ゴシック" panose="020B0400000000000000" pitchFamily="50" charset="-128"/>
                          <a:cs typeface="+mn-cs"/>
                        </a:rPr>
                        <a:t>Main</a:t>
                      </a:r>
                      <a:r>
                        <a:rPr kumimoji="1" lang="ja-JP" altLang="en-US" sz="1100" b="0" i="0" u="none" strike="noStrike" dirty="0">
                          <a:solidFill>
                            <a:srgbClr val="000000"/>
                          </a:solidFill>
                          <a:effectLst/>
                          <a:latin typeface="游ゴシック" panose="020B0400000000000000" pitchFamily="50" charset="-128"/>
                          <a:ea typeface="游ゴシック" panose="020B0400000000000000" pitchFamily="50" charset="-128"/>
                          <a:cs typeface="+mn-cs"/>
                        </a:rPr>
                        <a:t>ー</a:t>
                      </a:r>
                      <a:r>
                        <a:rPr kumimoji="1" lang="en-US" altLang="ja-JP" sz="1100" b="0" i="0" u="none" strike="noStrike" dirty="0">
                          <a:solidFill>
                            <a:srgbClr val="000000"/>
                          </a:solidFill>
                          <a:effectLst/>
                          <a:latin typeface="游ゴシック" panose="020B0400000000000000" pitchFamily="50" charset="-128"/>
                          <a:ea typeface="游ゴシック" panose="020B0400000000000000" pitchFamily="50" charset="-128"/>
                          <a:cs typeface="+mn-cs"/>
                        </a:rPr>
                        <a:t>Slave</a:t>
                      </a:r>
                    </a:p>
                    <a:p>
                      <a:pPr marL="0" marR="0" lvl="0" indent="0" algn="l" defTabSz="914400" eaLnBrk="1" fontAlgn="ctr" latinLnBrk="0" hangingPunct="1">
                        <a:lnSpc>
                          <a:spcPct val="100000"/>
                        </a:lnSpc>
                        <a:spcBef>
                          <a:spcPts val="0"/>
                        </a:spcBef>
                        <a:spcAft>
                          <a:spcPts val="0"/>
                        </a:spcAft>
                        <a:buClrTx/>
                        <a:buSzTx/>
                        <a:buFontTx/>
                        <a:buNone/>
                        <a:tabLst/>
                        <a:defRPr/>
                      </a:pPr>
                      <a:r>
                        <a:rPr kumimoji="1" lang="en-US" altLang="ja-JP" sz="1100" b="0" i="0" u="none" strike="noStrike" dirty="0">
                          <a:solidFill>
                            <a:srgbClr val="000000"/>
                          </a:solidFill>
                          <a:effectLst/>
                          <a:latin typeface="游ゴシック" panose="020B0400000000000000" pitchFamily="50" charset="-128"/>
                          <a:ea typeface="游ゴシック" panose="020B0400000000000000" pitchFamily="50" charset="-128"/>
                          <a:cs typeface="+mn-cs"/>
                        </a:rPr>
                        <a:t>Windows Server 2022</a:t>
                      </a:r>
                    </a:p>
                  </a:txBody>
                  <a:tcPr anchor="ctr"/>
                </a:tc>
                <a:tc>
                  <a:txBody>
                    <a:bodyPr/>
                    <a:lstStyle/>
                    <a:p>
                      <a:pPr marL="0" algn="l" eaLnBrk="1" fontAlgn="ctr" hangingPunct="1">
                        <a:buNone/>
                      </a:pPr>
                      <a:r>
                        <a:rPr kumimoji="1" lang="en-US" altLang="ja-JP" sz="1100" b="0" i="0" u="none" strike="noStrike" dirty="0">
                          <a:solidFill>
                            <a:srgbClr val="000000"/>
                          </a:solidFill>
                          <a:effectLst/>
                          <a:latin typeface="游ゴシック" panose="020B0400000000000000" pitchFamily="50" charset="-128"/>
                          <a:ea typeface="游ゴシック" panose="020B0400000000000000" pitchFamily="50" charset="-128"/>
                          <a:cs typeface="+mn-cs"/>
                        </a:rPr>
                        <a:t>Main-Slave</a:t>
                      </a:r>
                    </a:p>
                    <a:p>
                      <a:pPr marL="0" algn="l" eaLnBrk="1" fontAlgn="ctr" hangingPunct="1">
                        <a:buNone/>
                      </a:pPr>
                      <a:r>
                        <a:rPr kumimoji="1" lang="en-US" altLang="ja-JP" sz="1100" b="0" i="0" u="none" strike="noStrike" dirty="0">
                          <a:solidFill>
                            <a:srgbClr val="FF0000"/>
                          </a:solidFill>
                          <a:effectLst/>
                          <a:latin typeface="游ゴシック" panose="020B0400000000000000" pitchFamily="50" charset="-128"/>
                          <a:ea typeface="游ゴシック" panose="020B0400000000000000" pitchFamily="50" charset="-128"/>
                          <a:cs typeface="+mn-cs"/>
                        </a:rPr>
                        <a:t>25Gb</a:t>
                      </a:r>
                    </a:p>
                  </a:txBody>
                  <a:tcPr anchor="ctr"/>
                </a:tc>
                <a:tc>
                  <a:txBody>
                    <a:bodyPr/>
                    <a:lstStyle/>
                    <a:p>
                      <a:pPr marL="0" algn="l" eaLnBrk="1" fontAlgn="ctr" hangingPunct="1">
                        <a:buNone/>
                      </a:pPr>
                      <a:r>
                        <a:rPr kumimoji="1" lang="en-US" altLang="ja-JP" sz="1100" b="0" i="0" u="none" strike="noStrike" dirty="0">
                          <a:solidFill>
                            <a:srgbClr val="000000"/>
                          </a:solidFill>
                          <a:effectLst/>
                          <a:latin typeface="游ゴシック" panose="020B0400000000000000" pitchFamily="50" charset="-128"/>
                          <a:ea typeface="游ゴシック" panose="020B0400000000000000" pitchFamily="50" charset="-128"/>
                          <a:cs typeface="+mn-cs"/>
                        </a:rPr>
                        <a:t>2</a:t>
                      </a:r>
                      <a:endParaRPr kumimoji="1" lang="en-US" sz="1100" b="0" i="0" u="none" strike="noStrike" dirty="0">
                        <a:solidFill>
                          <a:srgbClr val="000000"/>
                        </a:solidFill>
                        <a:effectLst/>
                        <a:latin typeface="游ゴシック" panose="020B0400000000000000" pitchFamily="50" charset="-128"/>
                        <a:ea typeface="游ゴシック" panose="020B0400000000000000" pitchFamily="50" charset="-128"/>
                        <a:cs typeface="+mn-cs"/>
                      </a:endParaRPr>
                    </a:p>
                  </a:txBody>
                  <a:tcPr anchor="ctr"/>
                </a:tc>
                <a:extLst>
                  <a:ext uri="{0D108BD9-81ED-4DB2-BD59-A6C34878D82A}">
                    <a16:rowId xmlns:a16="http://schemas.microsoft.com/office/drawing/2014/main" val="1282560810"/>
                  </a:ext>
                </a:extLst>
              </a:tr>
              <a:tr h="684099">
                <a:tc>
                  <a:txBody>
                    <a:bodyPr/>
                    <a:lstStyle/>
                    <a:p>
                      <a:endParaRPr kumimoji="1" lang="ja-JP" altLang="en-US"/>
                    </a:p>
                  </a:txBody>
                  <a:tcPr/>
                </a:tc>
                <a:tc>
                  <a:txBody>
                    <a:bodyPr/>
                    <a:lstStyle/>
                    <a:p>
                      <a:pPr marL="0" algn="l" eaLnBrk="1" fontAlgn="ctr" hangingPunct="1">
                        <a:buNone/>
                      </a:pPr>
                      <a:r>
                        <a:rPr kumimoji="1" lang="en-US" altLang="ja-JP" sz="1100" b="0" i="0" u="none" strike="noStrike" dirty="0">
                          <a:solidFill>
                            <a:srgbClr val="000000"/>
                          </a:solidFill>
                          <a:effectLst/>
                          <a:latin typeface="游ゴシック" panose="020B0400000000000000" pitchFamily="50" charset="-128"/>
                          <a:ea typeface="游ゴシック" panose="020B0400000000000000" pitchFamily="50" charset="-128"/>
                          <a:cs typeface="+mn-cs"/>
                        </a:rPr>
                        <a:t>PI AF</a:t>
                      </a:r>
                    </a:p>
                    <a:p>
                      <a:r>
                        <a:rPr kumimoji="1" lang="en-US" altLang="ja-JP" sz="1100" dirty="0"/>
                        <a:t>PI Asset Analytics</a:t>
                      </a:r>
                    </a:p>
                    <a:p>
                      <a:r>
                        <a:rPr lang="en-US" altLang="ja-JP" sz="1100" dirty="0"/>
                        <a:t>PI Notification</a:t>
                      </a:r>
                      <a:endParaRPr kumimoji="1" lang="ja-JP" altLang="en-US" sz="1100" dirty="0"/>
                    </a:p>
                  </a:txBody>
                  <a:tcPr/>
                </a:tc>
                <a:tc>
                  <a:txBody>
                    <a:bodyPr/>
                    <a:lstStyle/>
                    <a:p>
                      <a:pPr marL="0" marR="0" lvl="0" indent="0" algn="l" defTabSz="914400" eaLnBrk="1" fontAlgn="ctr" latinLnBrk="0" hangingPunct="1">
                        <a:lnSpc>
                          <a:spcPct val="100000"/>
                        </a:lnSpc>
                        <a:spcBef>
                          <a:spcPts val="0"/>
                        </a:spcBef>
                        <a:spcAft>
                          <a:spcPts val="0"/>
                        </a:spcAft>
                        <a:buClrTx/>
                        <a:buSzTx/>
                        <a:buFontTx/>
                        <a:buNone/>
                        <a:tabLst/>
                        <a:defRPr/>
                      </a:pPr>
                      <a:r>
                        <a:rPr kumimoji="1" lang="en-US" altLang="ja-JP" sz="1100" b="0" i="0" u="none" strike="noStrike" dirty="0">
                          <a:solidFill>
                            <a:srgbClr val="000000"/>
                          </a:solidFill>
                          <a:effectLst/>
                          <a:latin typeface="游ゴシック" panose="020B0400000000000000" pitchFamily="50" charset="-128"/>
                          <a:ea typeface="游ゴシック" panose="020B0400000000000000" pitchFamily="50" charset="-128"/>
                          <a:cs typeface="+mn-cs"/>
                        </a:rPr>
                        <a:t>16 Core</a:t>
                      </a:r>
                    </a:p>
                  </a:txBody>
                  <a:tcPr/>
                </a:tc>
                <a:tc>
                  <a:txBody>
                    <a:bodyPr/>
                    <a:lstStyle/>
                    <a:p>
                      <a:pPr marL="0" marR="0" lvl="0" indent="0" algn="l" defTabSz="914400" eaLnBrk="1" fontAlgn="ctr" latinLnBrk="0" hangingPunct="1">
                        <a:lnSpc>
                          <a:spcPct val="100000"/>
                        </a:lnSpc>
                        <a:spcBef>
                          <a:spcPts val="0"/>
                        </a:spcBef>
                        <a:spcAft>
                          <a:spcPts val="0"/>
                        </a:spcAft>
                        <a:buClrTx/>
                        <a:buSzTx/>
                        <a:buFontTx/>
                        <a:buNone/>
                        <a:tabLst/>
                        <a:defRPr/>
                      </a:pPr>
                      <a:r>
                        <a:rPr kumimoji="1" lang="en-US" altLang="ja-JP" sz="1100" b="0" i="0" u="none" strike="noStrike" dirty="0">
                          <a:solidFill>
                            <a:srgbClr val="000000"/>
                          </a:solidFill>
                          <a:effectLst/>
                          <a:latin typeface="游ゴシック" panose="020B0400000000000000" pitchFamily="50" charset="-128"/>
                          <a:ea typeface="游ゴシック" panose="020B0400000000000000" pitchFamily="50" charset="-128"/>
                          <a:cs typeface="+mn-cs"/>
                        </a:rPr>
                        <a:t>32GB</a:t>
                      </a:r>
                    </a:p>
                    <a:p>
                      <a:pPr marL="0" algn="l" eaLnBrk="1" fontAlgn="ctr" hangingPunct="1">
                        <a:buNone/>
                      </a:pPr>
                      <a:endParaRPr kumimoji="1" lang="ja-JP" altLang="en-US" sz="1100" b="0" i="0" u="none" strike="noStrike" dirty="0">
                        <a:solidFill>
                          <a:srgbClr val="000000"/>
                        </a:solidFill>
                        <a:effectLst/>
                        <a:latin typeface="游ゴシック" panose="020B0400000000000000" pitchFamily="50" charset="-128"/>
                        <a:ea typeface="游ゴシック" panose="020B0400000000000000" pitchFamily="50" charset="-128"/>
                        <a:cs typeface="+mn-cs"/>
                      </a:endParaRPr>
                    </a:p>
                  </a:txBody>
                  <a:tcPr/>
                </a:tc>
                <a:tc>
                  <a:txBody>
                    <a:bodyPr/>
                    <a:lstStyle/>
                    <a:p>
                      <a:pPr marL="0" algn="l" eaLnBrk="1" fontAlgn="ctr" hangingPunct="1">
                        <a:buNone/>
                      </a:pPr>
                      <a:r>
                        <a:rPr kumimoji="1" lang="en-US" altLang="ja-JP" sz="1100" b="0" i="0" u="none" strike="noStrike" dirty="0">
                          <a:solidFill>
                            <a:srgbClr val="000000"/>
                          </a:solidFill>
                          <a:effectLst/>
                          <a:latin typeface="游ゴシック" panose="020B0400000000000000" pitchFamily="50" charset="-128"/>
                          <a:ea typeface="游ゴシック" panose="020B0400000000000000" pitchFamily="50" charset="-128"/>
                          <a:cs typeface="+mn-cs"/>
                        </a:rPr>
                        <a:t>1TB SSD</a:t>
                      </a:r>
                      <a:endParaRPr kumimoji="1" lang="ja-JP" altLang="en-US" sz="1100" b="0" i="0" u="none" strike="noStrike" dirty="0">
                        <a:solidFill>
                          <a:srgbClr val="000000"/>
                        </a:solidFill>
                        <a:effectLst/>
                        <a:latin typeface="游ゴシック" panose="020B0400000000000000" pitchFamily="50" charset="-128"/>
                        <a:ea typeface="游ゴシック" panose="020B0400000000000000" pitchFamily="50" charset="-128"/>
                        <a:cs typeface="+mn-cs"/>
                      </a:endParaRPr>
                    </a:p>
                  </a:txBody>
                  <a:tcPr/>
                </a:tc>
                <a:tc>
                  <a:txBody>
                    <a:bodyPr/>
                    <a:lstStyle/>
                    <a:p>
                      <a:pPr marL="0" marR="0" lvl="0" indent="0" algn="l" defTabSz="914400" eaLnBrk="1" fontAlgn="ctr" latinLnBrk="0" hangingPunct="1">
                        <a:lnSpc>
                          <a:spcPct val="100000"/>
                        </a:lnSpc>
                        <a:spcBef>
                          <a:spcPts val="0"/>
                        </a:spcBef>
                        <a:spcAft>
                          <a:spcPts val="0"/>
                        </a:spcAft>
                        <a:buClrTx/>
                        <a:buSzTx/>
                        <a:buFontTx/>
                        <a:buNone/>
                        <a:tabLst/>
                        <a:defRPr/>
                      </a:pPr>
                      <a:r>
                        <a:rPr kumimoji="1" lang="en-US" altLang="ja-JP" sz="1100" b="0" i="0" u="none" strike="noStrike" kern="0" cap="none" spc="0" normalizeH="0" baseline="0" noProof="0" dirty="0">
                          <a:ln>
                            <a:noFill/>
                          </a:ln>
                          <a:solidFill>
                            <a:srgbClr val="000000"/>
                          </a:solidFill>
                          <a:effectLst/>
                          <a:uLnTx/>
                          <a:uFillTx/>
                          <a:latin typeface="游ゴシック" panose="020B0400000000000000" pitchFamily="50" charset="-128"/>
                          <a:ea typeface="游ゴシック" panose="020B0400000000000000" pitchFamily="50" charset="-128"/>
                          <a:cs typeface="+mn-cs"/>
                        </a:rPr>
                        <a:t>Windows Server 2022</a:t>
                      </a:r>
                    </a:p>
                  </a:txBody>
                  <a:tcPr/>
                </a:tc>
                <a:tc>
                  <a:txBody>
                    <a:bodyPr/>
                    <a:lstStyle/>
                    <a:p>
                      <a:pPr marL="0" algn="l" eaLnBrk="1" fontAlgn="ctr" hangingPunct="1">
                        <a:buNone/>
                      </a:pPr>
                      <a:r>
                        <a:rPr kumimoji="1" lang="en-US" altLang="ja-JP" sz="1100" b="0" i="0" u="none" strike="noStrike" dirty="0">
                          <a:solidFill>
                            <a:srgbClr val="000000"/>
                          </a:solidFill>
                          <a:effectLst/>
                          <a:latin typeface="游ゴシック" panose="020B0400000000000000" pitchFamily="50" charset="-128"/>
                          <a:ea typeface="游ゴシック" panose="020B0400000000000000" pitchFamily="50" charset="-128"/>
                          <a:cs typeface="+mn-cs"/>
                        </a:rPr>
                        <a:t>Main-Slave</a:t>
                      </a:r>
                    </a:p>
                    <a:p>
                      <a:pPr marL="0" algn="l" eaLnBrk="1" fontAlgn="ctr" hangingPunct="1">
                        <a:buNone/>
                      </a:pPr>
                      <a:r>
                        <a:rPr kumimoji="1" lang="en-US" altLang="ja-JP" sz="1100" b="0" i="0" u="none" strike="noStrike" dirty="0">
                          <a:solidFill>
                            <a:srgbClr val="FF0000"/>
                          </a:solidFill>
                          <a:effectLst/>
                          <a:latin typeface="游ゴシック" panose="020B0400000000000000" pitchFamily="50" charset="-128"/>
                          <a:ea typeface="游ゴシック" panose="020B0400000000000000" pitchFamily="50" charset="-128"/>
                          <a:cs typeface="+mn-cs"/>
                        </a:rPr>
                        <a:t>25Gb</a:t>
                      </a:r>
                    </a:p>
                    <a:p>
                      <a:pPr marL="0" algn="l" eaLnBrk="1" fontAlgn="ctr" hangingPunct="1">
                        <a:buNone/>
                      </a:pPr>
                      <a:endParaRPr kumimoji="1" lang="ja-JP" altLang="en-US" sz="1100" b="0" i="0" u="none" strike="noStrike" dirty="0">
                        <a:solidFill>
                          <a:srgbClr val="000000"/>
                        </a:solidFill>
                        <a:effectLst/>
                        <a:latin typeface="游ゴシック" panose="020B0400000000000000" pitchFamily="50" charset="-128"/>
                        <a:ea typeface="游ゴシック" panose="020B0400000000000000" pitchFamily="50" charset="-128"/>
                        <a:cs typeface="+mn-cs"/>
                      </a:endParaRPr>
                    </a:p>
                  </a:txBody>
                  <a:tcPr/>
                </a:tc>
                <a:tc>
                  <a:txBody>
                    <a:bodyPr/>
                    <a:lstStyle/>
                    <a:p>
                      <a:pPr marL="0" algn="l" eaLnBrk="1" fontAlgn="ctr" hangingPunct="1">
                        <a:buNone/>
                      </a:pPr>
                      <a:r>
                        <a:rPr kumimoji="1" lang="en-US" altLang="ja-JP" sz="1100" b="0" i="0" u="none" strike="noStrike" dirty="0">
                          <a:solidFill>
                            <a:srgbClr val="000000"/>
                          </a:solidFill>
                          <a:effectLst/>
                          <a:latin typeface="游ゴシック" panose="020B0400000000000000" pitchFamily="50" charset="-128"/>
                          <a:ea typeface="游ゴシック" panose="020B0400000000000000" pitchFamily="50" charset="-128"/>
                          <a:cs typeface="+mn-cs"/>
                        </a:rPr>
                        <a:t>1</a:t>
                      </a:r>
                      <a:endParaRPr kumimoji="1" lang="ja-JP" altLang="en-US" sz="1100" b="0" i="0" u="none" strike="noStrike" dirty="0">
                        <a:solidFill>
                          <a:srgbClr val="000000"/>
                        </a:solidFill>
                        <a:effectLst/>
                        <a:latin typeface="游ゴシック" panose="020B0400000000000000" pitchFamily="50" charset="-128"/>
                        <a:ea typeface="游ゴシック" panose="020B0400000000000000" pitchFamily="50" charset="-128"/>
                        <a:cs typeface="+mn-cs"/>
                      </a:endParaRPr>
                    </a:p>
                  </a:txBody>
                  <a:tcPr/>
                </a:tc>
                <a:extLst>
                  <a:ext uri="{0D108BD9-81ED-4DB2-BD59-A6C34878D82A}">
                    <a16:rowId xmlns:a16="http://schemas.microsoft.com/office/drawing/2014/main" val="2941591768"/>
                  </a:ext>
                </a:extLst>
              </a:tr>
              <a:tr h="684099">
                <a:tc>
                  <a:txBody>
                    <a:bodyPr/>
                    <a:lstStyle/>
                    <a:p>
                      <a:endParaRPr kumimoji="1" lang="ja-JP" altLang="en-US" dirty="0"/>
                    </a:p>
                  </a:txBody>
                  <a:tcPr/>
                </a:tc>
                <a:tc>
                  <a:txBody>
                    <a:bodyPr/>
                    <a:lstStyle/>
                    <a:p>
                      <a:r>
                        <a:rPr kumimoji="1" lang="en-US" altLang="ja-JP" sz="1100" dirty="0"/>
                        <a:t>MS SQL Server</a:t>
                      </a:r>
                    </a:p>
                    <a:p>
                      <a:r>
                        <a:rPr lang="en-US" altLang="ja-JP" sz="1100" dirty="0" err="1"/>
                        <a:t>AlwaysOn</a:t>
                      </a:r>
                      <a:endParaRPr kumimoji="1" lang="ja-JP" altLang="en-US" sz="1100" dirty="0"/>
                    </a:p>
                  </a:txBody>
                  <a:tcPr/>
                </a:tc>
                <a:tc>
                  <a:txBody>
                    <a:bodyPr/>
                    <a:lstStyle/>
                    <a:p>
                      <a:pPr algn="l"/>
                      <a:r>
                        <a:rPr lang="en-US" altLang="ja-JP" sz="1100" dirty="0"/>
                        <a:t>16 Core</a:t>
                      </a:r>
                      <a:endParaRPr kumimoji="1" lang="ja-JP" altLang="en-US" sz="1100" dirty="0"/>
                    </a:p>
                  </a:txBody>
                  <a:tcPr/>
                </a:tc>
                <a:tc>
                  <a:txBody>
                    <a:bodyPr/>
                    <a:lstStyle/>
                    <a:p>
                      <a:pPr marL="0" algn="l" eaLnBrk="1" fontAlgn="ctr" hangingPunct="1">
                        <a:buNone/>
                      </a:pPr>
                      <a:r>
                        <a:rPr kumimoji="1" lang="en-US" altLang="ja-JP" sz="1100" b="0" u="none" strike="noStrike" dirty="0">
                          <a:solidFill>
                            <a:srgbClr val="000000"/>
                          </a:solidFill>
                          <a:effectLst/>
                          <a:latin typeface="+mn-lt"/>
                          <a:ea typeface="+mn-ea"/>
                          <a:cs typeface="+mn-cs"/>
                        </a:rPr>
                        <a:t>64GB</a:t>
                      </a:r>
                      <a:endParaRPr kumimoji="1" lang="ja-JP" altLang="en-US" sz="1100" b="0" u="none" strike="noStrike" dirty="0">
                        <a:solidFill>
                          <a:srgbClr val="000000"/>
                        </a:solidFill>
                        <a:effectLst/>
                        <a:latin typeface="+mn-lt"/>
                        <a:ea typeface="+mn-ea"/>
                        <a:cs typeface="+mn-cs"/>
                      </a:endParaRPr>
                    </a:p>
                  </a:txBody>
                  <a:tcPr/>
                </a:tc>
                <a:tc>
                  <a:txBody>
                    <a:bodyPr/>
                    <a:lstStyle/>
                    <a:p>
                      <a:r>
                        <a:rPr lang="en-US" altLang="ja-JP" sz="1100" dirty="0" err="1"/>
                        <a:t>NVMe</a:t>
                      </a:r>
                      <a:r>
                        <a:rPr lang="en-US" altLang="ja-JP" sz="1100" dirty="0"/>
                        <a:t> RAID10</a:t>
                      </a:r>
                      <a:endParaRPr kumimoji="1" lang="ja-JP" altLang="en-US" sz="1100" dirty="0"/>
                    </a:p>
                  </a:txBody>
                  <a:tcPr/>
                </a:tc>
                <a:tc>
                  <a:txBody>
                    <a:bodyPr/>
                    <a:lstStyle/>
                    <a:p>
                      <a:pPr algn="l" fontAlgn="ctr">
                        <a:buNone/>
                      </a:pPr>
                      <a:r>
                        <a:rPr lang="ja-JP" altLang="en-US" sz="1100" b="1" i="0" u="none" strike="noStrike" dirty="0">
                          <a:solidFill>
                            <a:srgbClr val="000000"/>
                          </a:solidFill>
                          <a:effectLst/>
                          <a:latin typeface="游ゴシック" panose="020B0400000000000000" pitchFamily="50" charset="-128"/>
                          <a:ea typeface="游ゴシック" panose="020B0400000000000000" pitchFamily="50" charset="-128"/>
                        </a:rPr>
                        <a:t>２台での</a:t>
                      </a:r>
                      <a:r>
                        <a:rPr lang="en-US" altLang="ja-JP" sz="1100" b="1" i="0" u="none" strike="noStrike" dirty="0">
                          <a:solidFill>
                            <a:srgbClr val="000000"/>
                          </a:solidFill>
                          <a:effectLst/>
                          <a:latin typeface="游ゴシック" panose="020B0400000000000000" pitchFamily="50" charset="-128"/>
                          <a:ea typeface="游ゴシック" panose="020B0400000000000000" pitchFamily="50" charset="-128"/>
                        </a:rPr>
                        <a:t>HA</a:t>
                      </a:r>
                    </a:p>
                    <a:p>
                      <a:pPr algn="l" fontAlgn="ctr">
                        <a:buNone/>
                      </a:pPr>
                      <a:r>
                        <a:rPr lang="en-US" altLang="ja-JP" sz="1100" b="0" i="0" u="none" strike="noStrike" dirty="0">
                          <a:solidFill>
                            <a:srgbClr val="000000"/>
                          </a:solidFill>
                          <a:effectLst/>
                          <a:latin typeface="游ゴシック" panose="020B0400000000000000" pitchFamily="50" charset="-128"/>
                          <a:ea typeface="游ゴシック" panose="020B0400000000000000" pitchFamily="50" charset="-128"/>
                        </a:rPr>
                        <a:t>Main</a:t>
                      </a:r>
                      <a:r>
                        <a:rPr lang="ja-JP" altLang="en-US" sz="1100" b="0" i="0" u="none" strike="noStrike" dirty="0">
                          <a:solidFill>
                            <a:srgbClr val="000000"/>
                          </a:solidFill>
                          <a:effectLst/>
                          <a:latin typeface="游ゴシック" panose="020B0400000000000000" pitchFamily="50" charset="-128"/>
                          <a:ea typeface="游ゴシック" panose="020B0400000000000000" pitchFamily="50" charset="-128"/>
                        </a:rPr>
                        <a:t>ー</a:t>
                      </a:r>
                      <a:r>
                        <a:rPr lang="en-US" altLang="ja-JP" sz="1100" b="0" i="0" u="none" strike="noStrike" dirty="0">
                          <a:solidFill>
                            <a:srgbClr val="000000"/>
                          </a:solidFill>
                          <a:effectLst/>
                          <a:latin typeface="游ゴシック" panose="020B0400000000000000" pitchFamily="50" charset="-128"/>
                          <a:ea typeface="游ゴシック" panose="020B0400000000000000" pitchFamily="50" charset="-128"/>
                        </a:rPr>
                        <a:t>Slave</a:t>
                      </a:r>
                      <a:endParaRPr kumimoji="1" lang="en-US" altLang="ja-JP" sz="1100" b="0" i="0" u="none" strike="noStrike" kern="0" cap="none" spc="0" normalizeH="0" baseline="0" noProof="0" dirty="0">
                        <a:ln>
                          <a:noFill/>
                        </a:ln>
                        <a:solidFill>
                          <a:srgbClr val="000000"/>
                        </a:solidFill>
                        <a:effectLst/>
                        <a:uLnTx/>
                        <a:uFillTx/>
                        <a:latin typeface="游ゴシック" panose="020B0400000000000000" pitchFamily="50" charset="-128"/>
                        <a:ea typeface="游ゴシック" panose="020B0400000000000000" pitchFamily="50" charset="-128"/>
                        <a:cs typeface="+mn-cs"/>
                      </a:endParaRPr>
                    </a:p>
                    <a:p>
                      <a:pPr marL="0" marR="0" lvl="0" indent="0" algn="l" defTabSz="914400" eaLnBrk="1" fontAlgn="ctr" latinLnBrk="0" hangingPunct="1">
                        <a:lnSpc>
                          <a:spcPct val="100000"/>
                        </a:lnSpc>
                        <a:spcBef>
                          <a:spcPts val="0"/>
                        </a:spcBef>
                        <a:spcAft>
                          <a:spcPts val="0"/>
                        </a:spcAft>
                        <a:buClrTx/>
                        <a:buSzTx/>
                        <a:buFontTx/>
                        <a:buNone/>
                        <a:tabLst/>
                        <a:defRPr/>
                      </a:pPr>
                      <a:r>
                        <a:rPr kumimoji="1" lang="en-US" altLang="ja-JP" sz="1100" b="0" i="0" u="none" strike="noStrike" kern="0" cap="none" spc="0" normalizeH="0" baseline="0" noProof="0" dirty="0">
                          <a:ln>
                            <a:noFill/>
                          </a:ln>
                          <a:solidFill>
                            <a:srgbClr val="000000"/>
                          </a:solidFill>
                          <a:effectLst/>
                          <a:uLnTx/>
                          <a:uFillTx/>
                          <a:latin typeface="游ゴシック" panose="020B0400000000000000" pitchFamily="50" charset="-128"/>
                          <a:ea typeface="游ゴシック" panose="020B0400000000000000" pitchFamily="50" charset="-128"/>
                          <a:cs typeface="+mn-cs"/>
                        </a:rPr>
                        <a:t>Windows Server 2022</a:t>
                      </a:r>
                    </a:p>
                  </a:txBody>
                  <a:tcPr/>
                </a:tc>
                <a:tc>
                  <a:txBody>
                    <a:bodyPr/>
                    <a:lstStyle/>
                    <a:p>
                      <a:pPr marL="0" algn="l" eaLnBrk="1" fontAlgn="ctr" hangingPunct="1">
                        <a:buNone/>
                      </a:pPr>
                      <a:r>
                        <a:rPr kumimoji="1" lang="en-US" altLang="ja-JP" sz="1100" b="0" i="0" u="none" strike="noStrike" dirty="0">
                          <a:solidFill>
                            <a:srgbClr val="000000"/>
                          </a:solidFill>
                          <a:effectLst/>
                          <a:latin typeface="游ゴシック" panose="020B0400000000000000" pitchFamily="50" charset="-128"/>
                          <a:ea typeface="游ゴシック" panose="020B0400000000000000" pitchFamily="50" charset="-128"/>
                          <a:cs typeface="+mn-cs"/>
                        </a:rPr>
                        <a:t>Main-Slave</a:t>
                      </a:r>
                    </a:p>
                    <a:p>
                      <a:pPr marL="0" algn="l" eaLnBrk="1" fontAlgn="ctr" hangingPunct="1">
                        <a:buNone/>
                      </a:pPr>
                      <a:r>
                        <a:rPr kumimoji="1" lang="en-US" altLang="ja-JP" sz="1100" b="0" i="0" u="none" strike="noStrike" dirty="0">
                          <a:solidFill>
                            <a:srgbClr val="FF0000"/>
                          </a:solidFill>
                          <a:effectLst/>
                          <a:latin typeface="游ゴシック" panose="020B0400000000000000" pitchFamily="50" charset="-128"/>
                          <a:ea typeface="游ゴシック" panose="020B0400000000000000" pitchFamily="50" charset="-128"/>
                          <a:cs typeface="+mn-cs"/>
                        </a:rPr>
                        <a:t>25Gb</a:t>
                      </a:r>
                    </a:p>
                    <a:p>
                      <a:endParaRPr kumimoji="1" lang="ja-JP" altLang="en-US" sz="1100" dirty="0"/>
                    </a:p>
                  </a:txBody>
                  <a:tcPr/>
                </a:tc>
                <a:tc>
                  <a:txBody>
                    <a:bodyPr/>
                    <a:lstStyle/>
                    <a:p>
                      <a:r>
                        <a:rPr kumimoji="1" lang="en-US" altLang="ja-JP" sz="1100" dirty="0"/>
                        <a:t>2</a:t>
                      </a:r>
                      <a:endParaRPr kumimoji="1" lang="ja-JP" altLang="en-US" sz="1100" dirty="0"/>
                    </a:p>
                  </a:txBody>
                  <a:tcPr/>
                </a:tc>
                <a:extLst>
                  <a:ext uri="{0D108BD9-81ED-4DB2-BD59-A6C34878D82A}">
                    <a16:rowId xmlns:a16="http://schemas.microsoft.com/office/drawing/2014/main" val="1739749647"/>
                  </a:ext>
                </a:extLst>
              </a:tr>
              <a:tr h="684099">
                <a:tc>
                  <a:txBody>
                    <a:bodyPr/>
                    <a:lstStyle/>
                    <a:p>
                      <a:endParaRPr kumimoji="1" lang="ja-JP" altLang="en-US" dirty="0"/>
                    </a:p>
                  </a:txBody>
                  <a:tcPr/>
                </a:tc>
                <a:tc>
                  <a:txBody>
                    <a:bodyPr/>
                    <a:lstStyle/>
                    <a:p>
                      <a:r>
                        <a:rPr kumimoji="1" lang="en-US" altLang="ja-JP" sz="1100" dirty="0"/>
                        <a:t>PI Vision</a:t>
                      </a:r>
                      <a:endParaRPr kumimoji="1" lang="ja-JP" altLang="en-US" sz="1100" dirty="0"/>
                    </a:p>
                  </a:txBody>
                  <a:tcPr/>
                </a:tc>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altLang="ja-JP" sz="1100" b="0" i="0" u="none" strike="noStrike" dirty="0">
                          <a:solidFill>
                            <a:srgbClr val="000000"/>
                          </a:solidFill>
                          <a:effectLst/>
                          <a:latin typeface="游ゴシック" panose="020B0400000000000000" pitchFamily="50" charset="-128"/>
                          <a:ea typeface="游ゴシック" panose="020B0400000000000000" pitchFamily="50" charset="-128"/>
                        </a:rPr>
                        <a:t>8 Core</a:t>
                      </a:r>
                    </a:p>
                  </a:txBody>
                  <a:tcPr/>
                </a:tc>
                <a:tc>
                  <a:txBody>
                    <a:bodyPr/>
                    <a:lstStyle/>
                    <a:p>
                      <a:pPr marL="0" algn="l" eaLnBrk="1" fontAlgn="ctr" hangingPunct="1">
                        <a:buNone/>
                      </a:pPr>
                      <a:r>
                        <a:rPr kumimoji="1" lang="en-US" altLang="ja-JP" sz="1100" b="0" u="none" strike="noStrike" dirty="0">
                          <a:solidFill>
                            <a:srgbClr val="000000"/>
                          </a:solidFill>
                          <a:effectLst/>
                          <a:latin typeface="+mn-lt"/>
                          <a:ea typeface="+mn-ea"/>
                          <a:cs typeface="+mn-cs"/>
                        </a:rPr>
                        <a:t>16GB</a:t>
                      </a:r>
                      <a:endParaRPr kumimoji="1" lang="ja-JP" altLang="en-US" sz="1100" b="0" u="none" strike="noStrike" dirty="0">
                        <a:solidFill>
                          <a:srgbClr val="000000"/>
                        </a:solidFill>
                        <a:effectLst/>
                        <a:latin typeface="+mn-lt"/>
                        <a:ea typeface="+mn-ea"/>
                        <a:cs typeface="+mn-cs"/>
                      </a:endParaRPr>
                    </a:p>
                  </a:txBody>
                  <a:tcPr/>
                </a:tc>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1" lang="en-US" altLang="ja-JP" sz="1100" b="0" i="0" u="none" strike="noStrike" dirty="0">
                          <a:solidFill>
                            <a:srgbClr val="000000"/>
                          </a:solidFill>
                          <a:effectLst/>
                          <a:latin typeface="游ゴシック" panose="020B0400000000000000" pitchFamily="50" charset="-128"/>
                          <a:ea typeface="游ゴシック" panose="020B0400000000000000" pitchFamily="50" charset="-128"/>
                          <a:cs typeface="+mn-cs"/>
                        </a:rPr>
                        <a:t>500~1TB SSD</a:t>
                      </a:r>
                      <a:endParaRPr kumimoji="1" lang="ja-JP" altLang="en-US" sz="1100" b="0" i="0" u="none" strike="noStrike" dirty="0">
                        <a:solidFill>
                          <a:srgbClr val="000000"/>
                        </a:solidFill>
                        <a:effectLst/>
                        <a:latin typeface="游ゴシック" panose="020B0400000000000000" pitchFamily="50" charset="-128"/>
                        <a:ea typeface="游ゴシック" panose="020B0400000000000000" pitchFamily="50" charset="-128"/>
                        <a:cs typeface="+mn-cs"/>
                      </a:endParaRPr>
                    </a:p>
                  </a:txBody>
                  <a:tcPr/>
                </a:tc>
                <a:tc>
                  <a:txBody>
                    <a:bodyPr/>
                    <a:lstStyle/>
                    <a:p>
                      <a:pPr marL="0" marR="0" lvl="0" indent="0" algn="l" defTabSz="914400" eaLnBrk="1" fontAlgn="ctr" latinLnBrk="0" hangingPunct="1">
                        <a:lnSpc>
                          <a:spcPct val="100000"/>
                        </a:lnSpc>
                        <a:spcBef>
                          <a:spcPts val="0"/>
                        </a:spcBef>
                        <a:spcAft>
                          <a:spcPts val="0"/>
                        </a:spcAft>
                        <a:buClrTx/>
                        <a:buSzTx/>
                        <a:buFontTx/>
                        <a:buNone/>
                        <a:tabLst/>
                        <a:defRPr/>
                      </a:pPr>
                      <a:r>
                        <a:rPr kumimoji="1" lang="en-US" altLang="ja-JP" sz="1100" b="0" i="0" u="none" strike="noStrike" kern="0" cap="none" spc="0" normalizeH="0" baseline="0" noProof="0" dirty="0">
                          <a:ln>
                            <a:noFill/>
                          </a:ln>
                          <a:solidFill>
                            <a:srgbClr val="000000"/>
                          </a:solidFill>
                          <a:effectLst/>
                          <a:uLnTx/>
                          <a:uFillTx/>
                          <a:latin typeface="游ゴシック" panose="020B0400000000000000" pitchFamily="50" charset="-128"/>
                          <a:ea typeface="游ゴシック" panose="020B0400000000000000" pitchFamily="50" charset="-128"/>
                          <a:cs typeface="+mn-cs"/>
                        </a:rPr>
                        <a:t>Windows Server 2022</a:t>
                      </a:r>
                    </a:p>
                  </a:txBody>
                  <a:tcPr/>
                </a:tc>
                <a:tc>
                  <a:txBody>
                    <a:bodyPr/>
                    <a:lstStyle/>
                    <a:p>
                      <a:pPr marL="0" algn="l" eaLnBrk="1" fontAlgn="ctr" hangingPunct="1">
                        <a:buNone/>
                      </a:pPr>
                      <a:r>
                        <a:rPr kumimoji="1" lang="en-US" altLang="ja-JP" sz="1100" b="0" i="0" u="none" strike="noStrike" dirty="0">
                          <a:solidFill>
                            <a:srgbClr val="000000"/>
                          </a:solidFill>
                          <a:effectLst/>
                          <a:latin typeface="游ゴシック" panose="020B0400000000000000" pitchFamily="50" charset="-128"/>
                          <a:ea typeface="游ゴシック" panose="020B0400000000000000" pitchFamily="50" charset="-128"/>
                          <a:cs typeface="+mn-cs"/>
                        </a:rPr>
                        <a:t>Main-Slave</a:t>
                      </a:r>
                    </a:p>
                    <a:p>
                      <a:pPr marL="0" algn="l" eaLnBrk="1" fontAlgn="ctr" hangingPunct="1">
                        <a:buNone/>
                      </a:pPr>
                      <a:r>
                        <a:rPr kumimoji="1" lang="en-US" altLang="ja-JP" sz="1100" b="0" i="0" u="none" strike="noStrike" dirty="0">
                          <a:solidFill>
                            <a:srgbClr val="FF0000"/>
                          </a:solidFill>
                          <a:effectLst/>
                          <a:latin typeface="游ゴシック" panose="020B0400000000000000" pitchFamily="50" charset="-128"/>
                          <a:ea typeface="游ゴシック" panose="020B0400000000000000" pitchFamily="50" charset="-128"/>
                          <a:cs typeface="+mn-cs"/>
                        </a:rPr>
                        <a:t>25Gb</a:t>
                      </a:r>
                    </a:p>
                    <a:p>
                      <a:endParaRPr kumimoji="1" lang="ja-JP" altLang="en-US" sz="1100" dirty="0"/>
                    </a:p>
                  </a:txBody>
                  <a:tcPr/>
                </a:tc>
                <a:tc>
                  <a:txBody>
                    <a:bodyPr/>
                    <a:lstStyle/>
                    <a:p>
                      <a:r>
                        <a:rPr kumimoji="1" lang="en-US" altLang="ja-JP" sz="1100" dirty="0"/>
                        <a:t>1</a:t>
                      </a:r>
                      <a:endParaRPr kumimoji="1" lang="ja-JP" altLang="en-US" sz="1100" dirty="0"/>
                    </a:p>
                  </a:txBody>
                  <a:tcPr/>
                </a:tc>
                <a:extLst>
                  <a:ext uri="{0D108BD9-81ED-4DB2-BD59-A6C34878D82A}">
                    <a16:rowId xmlns:a16="http://schemas.microsoft.com/office/drawing/2014/main" val="1783447232"/>
                  </a:ext>
                </a:extLst>
              </a:tr>
            </a:tbl>
          </a:graphicData>
        </a:graphic>
      </p:graphicFrame>
      <p:pic>
        <p:nvPicPr>
          <p:cNvPr id="10" name="図 9">
            <a:extLst>
              <a:ext uri="{FF2B5EF4-FFF2-40B4-BE49-F238E27FC236}">
                <a16:creationId xmlns:a16="http://schemas.microsoft.com/office/drawing/2014/main" id="{C9B914A4-6DEB-7A3A-0C3B-9DA978BB9C5B}"/>
              </a:ext>
            </a:extLst>
          </p:cNvPr>
          <p:cNvPicPr>
            <a:picLocks noChangeAspect="1"/>
          </p:cNvPicPr>
          <p:nvPr/>
        </p:nvPicPr>
        <p:blipFill>
          <a:blip r:embed="rId3"/>
          <a:srcRect l="30291" t="27083" r="60904" b="61852"/>
          <a:stretch>
            <a:fillRect/>
          </a:stretch>
        </p:blipFill>
        <p:spPr>
          <a:xfrm>
            <a:off x="1140073" y="3062815"/>
            <a:ext cx="475585" cy="404501"/>
          </a:xfrm>
          <a:custGeom>
            <a:avLst/>
            <a:gdLst>
              <a:gd name="csX0" fmla="*/ 488950 w 892175"/>
              <a:gd name="csY0" fmla="*/ 0 h 758825"/>
              <a:gd name="csX1" fmla="*/ 892175 w 892175"/>
              <a:gd name="csY1" fmla="*/ 228600 h 758825"/>
              <a:gd name="csX2" fmla="*/ 885825 w 892175"/>
              <a:gd name="csY2" fmla="*/ 492125 h 758825"/>
              <a:gd name="csX3" fmla="*/ 546100 w 892175"/>
              <a:gd name="csY3" fmla="*/ 669925 h 758825"/>
              <a:gd name="csX4" fmla="*/ 552450 w 892175"/>
              <a:gd name="csY4" fmla="*/ 758825 h 758825"/>
              <a:gd name="csX5" fmla="*/ 454025 w 892175"/>
              <a:gd name="csY5" fmla="*/ 698500 h 758825"/>
              <a:gd name="csX6" fmla="*/ 415925 w 892175"/>
              <a:gd name="csY6" fmla="*/ 714375 h 758825"/>
              <a:gd name="csX7" fmla="*/ 374650 w 892175"/>
              <a:gd name="csY7" fmla="*/ 701675 h 758825"/>
              <a:gd name="csX8" fmla="*/ 387350 w 892175"/>
              <a:gd name="csY8" fmla="*/ 641350 h 758825"/>
              <a:gd name="csX9" fmla="*/ 85725 w 892175"/>
              <a:gd name="csY9" fmla="*/ 473075 h 758825"/>
              <a:gd name="csX10" fmla="*/ 53975 w 892175"/>
              <a:gd name="csY10" fmla="*/ 504825 h 758825"/>
              <a:gd name="csX11" fmla="*/ 22225 w 892175"/>
              <a:gd name="csY11" fmla="*/ 495300 h 758825"/>
              <a:gd name="csX12" fmla="*/ 22225 w 892175"/>
              <a:gd name="csY12" fmla="*/ 441325 h 758825"/>
              <a:gd name="csX13" fmla="*/ 0 w 892175"/>
              <a:gd name="csY13" fmla="*/ 434975 h 758825"/>
              <a:gd name="csX14" fmla="*/ 3175 w 892175"/>
              <a:gd name="csY14" fmla="*/ 187325 h 758825"/>
              <a:gd name="csX15" fmla="*/ 85725 w 892175"/>
              <a:gd name="csY15" fmla="*/ 225425 h 75882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Lst>
            <a:rect l="l" t="t" r="r" b="b"/>
            <a:pathLst>
              <a:path w="892175" h="758825">
                <a:moveTo>
                  <a:pt x="488950" y="0"/>
                </a:moveTo>
                <a:lnTo>
                  <a:pt x="892175" y="228600"/>
                </a:lnTo>
                <a:lnTo>
                  <a:pt x="885825" y="492125"/>
                </a:lnTo>
                <a:lnTo>
                  <a:pt x="546100" y="669925"/>
                </a:lnTo>
                <a:lnTo>
                  <a:pt x="552450" y="758825"/>
                </a:lnTo>
                <a:lnTo>
                  <a:pt x="454025" y="698500"/>
                </a:lnTo>
                <a:lnTo>
                  <a:pt x="415925" y="714375"/>
                </a:lnTo>
                <a:lnTo>
                  <a:pt x="374650" y="701675"/>
                </a:lnTo>
                <a:lnTo>
                  <a:pt x="387350" y="641350"/>
                </a:lnTo>
                <a:lnTo>
                  <a:pt x="85725" y="473075"/>
                </a:lnTo>
                <a:lnTo>
                  <a:pt x="53975" y="504825"/>
                </a:lnTo>
                <a:lnTo>
                  <a:pt x="22225" y="495300"/>
                </a:lnTo>
                <a:lnTo>
                  <a:pt x="22225" y="441325"/>
                </a:lnTo>
                <a:lnTo>
                  <a:pt x="0" y="434975"/>
                </a:lnTo>
                <a:cubicBezTo>
                  <a:pt x="1058" y="352425"/>
                  <a:pt x="2117" y="269875"/>
                  <a:pt x="3175" y="187325"/>
                </a:cubicBezTo>
                <a:lnTo>
                  <a:pt x="85725" y="225425"/>
                </a:lnTo>
                <a:close/>
              </a:path>
            </a:pathLst>
          </a:custGeom>
        </p:spPr>
      </p:pic>
      <p:pic>
        <p:nvPicPr>
          <p:cNvPr id="15" name="Picture 6">
            <a:extLst>
              <a:ext uri="{FF2B5EF4-FFF2-40B4-BE49-F238E27FC236}">
                <a16:creationId xmlns:a16="http://schemas.microsoft.com/office/drawing/2014/main" id="{2F8673F9-025D-A6F1-438F-3604BD568FA0}"/>
              </a:ext>
            </a:extLst>
          </p:cNvPr>
          <p:cNvPicPr>
            <a:picLocks noChangeAspect="1" noChangeArrowheads="1"/>
          </p:cNvPicPr>
          <p:nvPr/>
        </p:nvPicPr>
        <p:blipFill>
          <a:blip r:embed="rId4">
            <a:clrChange>
              <a:clrFrom>
                <a:srgbClr val="FFFFFF"/>
              </a:clrFrom>
              <a:clrTo>
                <a:srgbClr val="FFFFFF">
                  <a:alpha val="0"/>
                </a:srgbClr>
              </a:clrTo>
            </a:clrChange>
            <a:duotone>
              <a:prstClr val="black"/>
              <a:schemeClr val="tx2">
                <a:tint val="45000"/>
                <a:satMod val="400000"/>
              </a:schemeClr>
            </a:duotone>
            <a:alphaModFix amt="85000"/>
            <a:extLst>
              <a:ext uri="{BEBA8EAE-BF5A-486C-A8C5-ECC9F3942E4B}">
                <a14:imgProps xmlns:a14="http://schemas.microsoft.com/office/drawing/2010/main">
                  <a14:imgLayer r:embed="rId5">
                    <a14:imgEffect>
                      <a14:sharpenSoften amount="50000"/>
                    </a14:imgEffect>
                  </a14:imgLayer>
                </a14:imgProps>
              </a:ext>
              <a:ext uri="{28A0092B-C50C-407E-A947-70E740481C1C}">
                <a14:useLocalDpi xmlns:a14="http://schemas.microsoft.com/office/drawing/2010/main" val="0"/>
              </a:ext>
            </a:extLst>
          </a:blip>
          <a:srcRect/>
          <a:stretch>
            <a:fillRect/>
          </a:stretch>
        </p:blipFill>
        <p:spPr bwMode="auto">
          <a:xfrm>
            <a:off x="1053536" y="2129960"/>
            <a:ext cx="768994" cy="576746"/>
          </a:xfrm>
          <a:prstGeom prst="rect">
            <a:avLst/>
          </a:prstGeom>
          <a:noFill/>
          <a:extLst>
            <a:ext uri="{909E8E84-426E-40DD-AFC4-6F175D3DCCD1}">
              <a14:hiddenFill xmlns:a14="http://schemas.microsoft.com/office/drawing/2010/main">
                <a:solidFill>
                  <a:srgbClr val="FFFFFF"/>
                </a:solidFill>
              </a14:hiddenFill>
            </a:ext>
          </a:extLst>
        </p:spPr>
      </p:pic>
      <p:pic>
        <p:nvPicPr>
          <p:cNvPr id="16" name="図 15">
            <a:extLst>
              <a:ext uri="{FF2B5EF4-FFF2-40B4-BE49-F238E27FC236}">
                <a16:creationId xmlns:a16="http://schemas.microsoft.com/office/drawing/2014/main" id="{7EAA82FB-5E4E-2FC7-2253-754F3EA7067F}"/>
              </a:ext>
            </a:extLst>
          </p:cNvPr>
          <p:cNvPicPr>
            <a:picLocks noChangeAspect="1"/>
          </p:cNvPicPr>
          <p:nvPr/>
        </p:nvPicPr>
        <p:blipFill>
          <a:blip r:embed="rId3"/>
          <a:srcRect l="56392" t="19769" r="34553" b="68889"/>
          <a:stretch>
            <a:fillRect/>
          </a:stretch>
        </p:blipFill>
        <p:spPr>
          <a:xfrm>
            <a:off x="1140073" y="4162785"/>
            <a:ext cx="477146" cy="404501"/>
          </a:xfrm>
          <a:custGeom>
            <a:avLst/>
            <a:gdLst>
              <a:gd name="csX0" fmla="*/ 504825 w 917575"/>
              <a:gd name="csY0" fmla="*/ 0 h 777875"/>
              <a:gd name="csX1" fmla="*/ 914400 w 917575"/>
              <a:gd name="csY1" fmla="*/ 228600 h 777875"/>
              <a:gd name="csX2" fmla="*/ 917575 w 917575"/>
              <a:gd name="csY2" fmla="*/ 492125 h 777875"/>
              <a:gd name="csX3" fmla="*/ 838200 w 917575"/>
              <a:gd name="csY3" fmla="*/ 546100 h 777875"/>
              <a:gd name="csX4" fmla="*/ 838200 w 917575"/>
              <a:gd name="csY4" fmla="*/ 673100 h 777875"/>
              <a:gd name="csX5" fmla="*/ 806450 w 917575"/>
              <a:gd name="csY5" fmla="*/ 695325 h 777875"/>
              <a:gd name="csX6" fmla="*/ 768350 w 917575"/>
              <a:gd name="csY6" fmla="*/ 708025 h 777875"/>
              <a:gd name="csX7" fmla="*/ 704850 w 917575"/>
              <a:gd name="csY7" fmla="*/ 701675 h 777875"/>
              <a:gd name="csX8" fmla="*/ 682625 w 917575"/>
              <a:gd name="csY8" fmla="*/ 692150 h 777875"/>
              <a:gd name="csX9" fmla="*/ 654050 w 917575"/>
              <a:gd name="csY9" fmla="*/ 654050 h 777875"/>
              <a:gd name="csX10" fmla="*/ 574675 w 917575"/>
              <a:gd name="csY10" fmla="*/ 701675 h 777875"/>
              <a:gd name="csX11" fmla="*/ 577850 w 917575"/>
              <a:gd name="csY11" fmla="*/ 777875 h 777875"/>
              <a:gd name="csX12" fmla="*/ 482600 w 917575"/>
              <a:gd name="csY12" fmla="*/ 714375 h 777875"/>
              <a:gd name="csX13" fmla="*/ 428625 w 917575"/>
              <a:gd name="csY13" fmla="*/ 739775 h 777875"/>
              <a:gd name="csX14" fmla="*/ 400050 w 917575"/>
              <a:gd name="csY14" fmla="*/ 739775 h 777875"/>
              <a:gd name="csX15" fmla="*/ 396875 w 917575"/>
              <a:gd name="csY15" fmla="*/ 673100 h 777875"/>
              <a:gd name="csX16" fmla="*/ 98425 w 917575"/>
              <a:gd name="csY16" fmla="*/ 495300 h 777875"/>
              <a:gd name="csX17" fmla="*/ 63500 w 917575"/>
              <a:gd name="csY17" fmla="*/ 530225 h 777875"/>
              <a:gd name="csX18" fmla="*/ 25400 w 917575"/>
              <a:gd name="csY18" fmla="*/ 514350 h 777875"/>
              <a:gd name="csX19" fmla="*/ 25400 w 917575"/>
              <a:gd name="csY19" fmla="*/ 466725 h 777875"/>
              <a:gd name="csX20" fmla="*/ 12700 w 917575"/>
              <a:gd name="csY20" fmla="*/ 463550 h 777875"/>
              <a:gd name="csX21" fmla="*/ 0 w 917575"/>
              <a:gd name="csY21" fmla="*/ 200025 h 777875"/>
              <a:gd name="csX22" fmla="*/ 101600 w 917575"/>
              <a:gd name="csY22" fmla="*/ 238125 h 77787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Lst>
            <a:rect l="l" t="t" r="r" b="b"/>
            <a:pathLst>
              <a:path w="917575" h="777875">
                <a:moveTo>
                  <a:pt x="504825" y="0"/>
                </a:moveTo>
                <a:lnTo>
                  <a:pt x="914400" y="228600"/>
                </a:lnTo>
                <a:cubicBezTo>
                  <a:pt x="915458" y="316442"/>
                  <a:pt x="916517" y="404283"/>
                  <a:pt x="917575" y="492125"/>
                </a:cubicBezTo>
                <a:lnTo>
                  <a:pt x="838200" y="546100"/>
                </a:lnTo>
                <a:lnTo>
                  <a:pt x="838200" y="673100"/>
                </a:lnTo>
                <a:lnTo>
                  <a:pt x="806450" y="695325"/>
                </a:lnTo>
                <a:lnTo>
                  <a:pt x="768350" y="708025"/>
                </a:lnTo>
                <a:lnTo>
                  <a:pt x="704850" y="701675"/>
                </a:lnTo>
                <a:lnTo>
                  <a:pt x="682625" y="692150"/>
                </a:lnTo>
                <a:lnTo>
                  <a:pt x="654050" y="654050"/>
                </a:lnTo>
                <a:lnTo>
                  <a:pt x="574675" y="701675"/>
                </a:lnTo>
                <a:lnTo>
                  <a:pt x="577850" y="777875"/>
                </a:lnTo>
                <a:lnTo>
                  <a:pt x="482600" y="714375"/>
                </a:lnTo>
                <a:lnTo>
                  <a:pt x="428625" y="739775"/>
                </a:lnTo>
                <a:lnTo>
                  <a:pt x="400050" y="739775"/>
                </a:lnTo>
                <a:lnTo>
                  <a:pt x="396875" y="673100"/>
                </a:lnTo>
                <a:lnTo>
                  <a:pt x="98425" y="495300"/>
                </a:lnTo>
                <a:lnTo>
                  <a:pt x="63500" y="530225"/>
                </a:lnTo>
                <a:lnTo>
                  <a:pt x="25400" y="514350"/>
                </a:lnTo>
                <a:lnTo>
                  <a:pt x="25400" y="466725"/>
                </a:lnTo>
                <a:lnTo>
                  <a:pt x="12700" y="463550"/>
                </a:lnTo>
                <a:lnTo>
                  <a:pt x="0" y="200025"/>
                </a:lnTo>
                <a:lnTo>
                  <a:pt x="101600" y="238125"/>
                </a:lnTo>
                <a:close/>
              </a:path>
            </a:pathLst>
          </a:custGeom>
        </p:spPr>
      </p:pic>
      <p:pic>
        <p:nvPicPr>
          <p:cNvPr id="17" name="図 16">
            <a:extLst>
              <a:ext uri="{FF2B5EF4-FFF2-40B4-BE49-F238E27FC236}">
                <a16:creationId xmlns:a16="http://schemas.microsoft.com/office/drawing/2014/main" id="{DB22F782-B62B-E8F4-6276-ED57E70BD2FB}"/>
              </a:ext>
            </a:extLst>
          </p:cNvPr>
          <p:cNvPicPr>
            <a:picLocks noChangeAspect="1"/>
          </p:cNvPicPr>
          <p:nvPr/>
        </p:nvPicPr>
        <p:blipFill>
          <a:blip r:embed="rId3"/>
          <a:srcRect l="82244" t="12014" r="9500" b="77546"/>
          <a:stretch>
            <a:fillRect/>
          </a:stretch>
        </p:blipFill>
        <p:spPr>
          <a:xfrm>
            <a:off x="1159816" y="4949220"/>
            <a:ext cx="477146" cy="408335"/>
          </a:xfrm>
          <a:custGeom>
            <a:avLst/>
            <a:gdLst>
              <a:gd name="csX0" fmla="*/ 455613 w 836613"/>
              <a:gd name="csY0" fmla="*/ 0 h 715962"/>
              <a:gd name="csX1" fmla="*/ 835025 w 836613"/>
              <a:gd name="csY1" fmla="*/ 217487 h 715962"/>
              <a:gd name="csX2" fmla="*/ 836613 w 836613"/>
              <a:gd name="csY2" fmla="*/ 447675 h 715962"/>
              <a:gd name="csX3" fmla="*/ 519113 w 836613"/>
              <a:gd name="csY3" fmla="*/ 638175 h 715962"/>
              <a:gd name="csX4" fmla="*/ 519113 w 836613"/>
              <a:gd name="csY4" fmla="*/ 715962 h 715962"/>
              <a:gd name="csX5" fmla="*/ 425450 w 836613"/>
              <a:gd name="csY5" fmla="*/ 658812 h 715962"/>
              <a:gd name="csX6" fmla="*/ 387350 w 836613"/>
              <a:gd name="csY6" fmla="*/ 676275 h 715962"/>
              <a:gd name="csX7" fmla="*/ 352425 w 836613"/>
              <a:gd name="csY7" fmla="*/ 655637 h 715962"/>
              <a:gd name="csX8" fmla="*/ 357188 w 836613"/>
              <a:gd name="csY8" fmla="*/ 608012 h 715962"/>
              <a:gd name="csX9" fmla="*/ 85725 w 836613"/>
              <a:gd name="csY9" fmla="*/ 457200 h 715962"/>
              <a:gd name="csX10" fmla="*/ 47625 w 836613"/>
              <a:gd name="csY10" fmla="*/ 482600 h 715962"/>
              <a:gd name="csX11" fmla="*/ 14288 w 836613"/>
              <a:gd name="csY11" fmla="*/ 466725 h 715962"/>
              <a:gd name="csX12" fmla="*/ 19050 w 836613"/>
              <a:gd name="csY12" fmla="*/ 417512 h 715962"/>
              <a:gd name="csX13" fmla="*/ 0 w 836613"/>
              <a:gd name="csY13" fmla="*/ 400050 h 715962"/>
              <a:gd name="csX14" fmla="*/ 7938 w 836613"/>
              <a:gd name="csY14" fmla="*/ 173037 h 715962"/>
              <a:gd name="csX15" fmla="*/ 77788 w 836613"/>
              <a:gd name="csY15" fmla="*/ 214312 h 71596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Lst>
            <a:rect l="l" t="t" r="r" b="b"/>
            <a:pathLst>
              <a:path w="836613" h="715962">
                <a:moveTo>
                  <a:pt x="455613" y="0"/>
                </a:moveTo>
                <a:lnTo>
                  <a:pt x="835025" y="217487"/>
                </a:lnTo>
                <a:cubicBezTo>
                  <a:pt x="835554" y="294216"/>
                  <a:pt x="836084" y="370946"/>
                  <a:pt x="836613" y="447675"/>
                </a:cubicBezTo>
                <a:lnTo>
                  <a:pt x="519113" y="638175"/>
                </a:lnTo>
                <a:lnTo>
                  <a:pt x="519113" y="715962"/>
                </a:lnTo>
                <a:lnTo>
                  <a:pt x="425450" y="658812"/>
                </a:lnTo>
                <a:lnTo>
                  <a:pt x="387350" y="676275"/>
                </a:lnTo>
                <a:lnTo>
                  <a:pt x="352425" y="655637"/>
                </a:lnTo>
                <a:lnTo>
                  <a:pt x="357188" y="608012"/>
                </a:lnTo>
                <a:lnTo>
                  <a:pt x="85725" y="457200"/>
                </a:lnTo>
                <a:lnTo>
                  <a:pt x="47625" y="482600"/>
                </a:lnTo>
                <a:lnTo>
                  <a:pt x="14288" y="466725"/>
                </a:lnTo>
                <a:lnTo>
                  <a:pt x="19050" y="417512"/>
                </a:lnTo>
                <a:lnTo>
                  <a:pt x="0" y="400050"/>
                </a:lnTo>
                <a:lnTo>
                  <a:pt x="7938" y="173037"/>
                </a:lnTo>
                <a:lnTo>
                  <a:pt x="77788" y="214312"/>
                </a:lnTo>
                <a:close/>
              </a:path>
            </a:pathLst>
          </a:custGeom>
        </p:spPr>
      </p:pic>
      <p:sp>
        <p:nvSpPr>
          <p:cNvPr id="21" name="テキスト ボックス 20">
            <a:extLst>
              <a:ext uri="{FF2B5EF4-FFF2-40B4-BE49-F238E27FC236}">
                <a16:creationId xmlns:a16="http://schemas.microsoft.com/office/drawing/2014/main" id="{7F9CA2D9-5E6F-D863-27D4-029E556EAD30}"/>
              </a:ext>
            </a:extLst>
          </p:cNvPr>
          <p:cNvSpPr txBox="1"/>
          <p:nvPr/>
        </p:nvSpPr>
        <p:spPr>
          <a:xfrm>
            <a:off x="371364" y="2363620"/>
            <a:ext cx="1255472" cy="461665"/>
          </a:xfrm>
          <a:prstGeom prst="rect">
            <a:avLst/>
          </a:prstGeom>
          <a:noFill/>
        </p:spPr>
        <p:txBody>
          <a:bodyPr wrap="none" rtlCol="0">
            <a:spAutoFit/>
          </a:bodyPr>
          <a:lstStyle/>
          <a:p>
            <a:r>
              <a:rPr kumimoji="1" lang="ja-JP" altLang="en-US" sz="1200" b="1" dirty="0"/>
              <a:t>発電所</a:t>
            </a:r>
            <a:endParaRPr kumimoji="1" lang="en-US" altLang="ja-JP" sz="1200" b="1" dirty="0"/>
          </a:p>
          <a:p>
            <a:r>
              <a:rPr lang="en-US" altLang="ja-JP" sz="1200" b="1" dirty="0"/>
              <a:t>Edge</a:t>
            </a:r>
            <a:r>
              <a:rPr lang="ja-JP" altLang="en-US" sz="1200" b="1" dirty="0"/>
              <a:t> </a:t>
            </a:r>
            <a:r>
              <a:rPr lang="en-US" altLang="ja-JP" sz="1200" b="1" dirty="0"/>
              <a:t>Gateway</a:t>
            </a:r>
            <a:endParaRPr kumimoji="1" lang="en-US" altLang="ja-JP" sz="1200" b="1" dirty="0"/>
          </a:p>
        </p:txBody>
      </p:sp>
      <p:sp>
        <p:nvSpPr>
          <p:cNvPr id="23" name="テキスト ボックス 22">
            <a:extLst>
              <a:ext uri="{FF2B5EF4-FFF2-40B4-BE49-F238E27FC236}">
                <a16:creationId xmlns:a16="http://schemas.microsoft.com/office/drawing/2014/main" id="{0BFFAC17-0921-CC7B-8472-7EC490FCEF8F}"/>
              </a:ext>
            </a:extLst>
          </p:cNvPr>
          <p:cNvSpPr txBox="1"/>
          <p:nvPr/>
        </p:nvSpPr>
        <p:spPr>
          <a:xfrm>
            <a:off x="371364" y="3141976"/>
            <a:ext cx="848309" cy="461665"/>
          </a:xfrm>
          <a:prstGeom prst="rect">
            <a:avLst/>
          </a:prstGeom>
          <a:noFill/>
        </p:spPr>
        <p:txBody>
          <a:bodyPr wrap="none" rtlCol="0">
            <a:spAutoFit/>
          </a:bodyPr>
          <a:lstStyle/>
          <a:p>
            <a:r>
              <a:rPr kumimoji="1" lang="ja-JP" altLang="en-US" sz="1200" b="1" dirty="0"/>
              <a:t>子局</a:t>
            </a:r>
            <a:endParaRPr kumimoji="1" lang="en-US" altLang="ja-JP" sz="1200" b="1" dirty="0"/>
          </a:p>
          <a:p>
            <a:r>
              <a:rPr kumimoji="1" lang="en-US" altLang="ja-JP" sz="1200" b="1" dirty="0"/>
              <a:t>PI </a:t>
            </a:r>
            <a:r>
              <a:rPr kumimoji="1" lang="en-US" altLang="ja-JP" sz="1200" b="1" dirty="0" err="1"/>
              <a:t>Edage</a:t>
            </a:r>
            <a:endParaRPr kumimoji="1" lang="en-US" altLang="ja-JP" sz="1200" b="1" dirty="0"/>
          </a:p>
        </p:txBody>
      </p:sp>
      <p:sp>
        <p:nvSpPr>
          <p:cNvPr id="24" name="テキスト ボックス 23">
            <a:extLst>
              <a:ext uri="{FF2B5EF4-FFF2-40B4-BE49-F238E27FC236}">
                <a16:creationId xmlns:a16="http://schemas.microsoft.com/office/drawing/2014/main" id="{0A344C1D-1288-8830-262D-7F15E1D48D84}"/>
              </a:ext>
            </a:extLst>
          </p:cNvPr>
          <p:cNvSpPr txBox="1"/>
          <p:nvPr/>
        </p:nvSpPr>
        <p:spPr>
          <a:xfrm>
            <a:off x="371364" y="4184616"/>
            <a:ext cx="609462" cy="461665"/>
          </a:xfrm>
          <a:prstGeom prst="rect">
            <a:avLst/>
          </a:prstGeom>
          <a:noFill/>
        </p:spPr>
        <p:txBody>
          <a:bodyPr wrap="none" rtlCol="0">
            <a:spAutoFit/>
          </a:bodyPr>
          <a:lstStyle/>
          <a:p>
            <a:r>
              <a:rPr lang="ja-JP" altLang="en-US" sz="1200" b="1" dirty="0"/>
              <a:t>親局</a:t>
            </a:r>
            <a:endParaRPr kumimoji="1" lang="en-US" altLang="ja-JP" sz="1200" b="1" dirty="0"/>
          </a:p>
          <a:p>
            <a:r>
              <a:rPr kumimoji="1" lang="en-US" altLang="ja-JP" sz="1200" b="1" dirty="0"/>
              <a:t>PI DA</a:t>
            </a:r>
            <a:endParaRPr kumimoji="1" lang="ja-JP" altLang="en-US" sz="1200" b="1" dirty="0"/>
          </a:p>
        </p:txBody>
      </p:sp>
      <p:sp>
        <p:nvSpPr>
          <p:cNvPr id="25" name="テキスト ボックス 24">
            <a:extLst>
              <a:ext uri="{FF2B5EF4-FFF2-40B4-BE49-F238E27FC236}">
                <a16:creationId xmlns:a16="http://schemas.microsoft.com/office/drawing/2014/main" id="{18542337-19C7-088F-AAB7-BB055E7A9435}"/>
              </a:ext>
            </a:extLst>
          </p:cNvPr>
          <p:cNvSpPr txBox="1"/>
          <p:nvPr/>
        </p:nvSpPr>
        <p:spPr>
          <a:xfrm>
            <a:off x="371364" y="4918554"/>
            <a:ext cx="588623" cy="461665"/>
          </a:xfrm>
          <a:prstGeom prst="rect">
            <a:avLst/>
          </a:prstGeom>
          <a:noFill/>
        </p:spPr>
        <p:txBody>
          <a:bodyPr wrap="none" rtlCol="0">
            <a:spAutoFit/>
          </a:bodyPr>
          <a:lstStyle/>
          <a:p>
            <a:r>
              <a:rPr lang="ja-JP" altLang="en-US" sz="1200" b="1" dirty="0"/>
              <a:t>親局</a:t>
            </a:r>
            <a:endParaRPr kumimoji="1" lang="en-US" altLang="ja-JP" sz="1200" b="1" dirty="0"/>
          </a:p>
          <a:p>
            <a:r>
              <a:rPr kumimoji="1" lang="en-US" altLang="ja-JP" sz="1200" b="1" dirty="0"/>
              <a:t>PI AF</a:t>
            </a:r>
            <a:endParaRPr kumimoji="1" lang="ja-JP" altLang="en-US" sz="1200" b="1" dirty="0"/>
          </a:p>
        </p:txBody>
      </p:sp>
      <p:sp>
        <p:nvSpPr>
          <p:cNvPr id="26" name="テキスト ボックス 25">
            <a:extLst>
              <a:ext uri="{FF2B5EF4-FFF2-40B4-BE49-F238E27FC236}">
                <a16:creationId xmlns:a16="http://schemas.microsoft.com/office/drawing/2014/main" id="{09C9BAD7-C5FF-7C79-8EA7-4AFF9B5E7E81}"/>
              </a:ext>
            </a:extLst>
          </p:cNvPr>
          <p:cNvSpPr txBox="1"/>
          <p:nvPr/>
        </p:nvSpPr>
        <p:spPr>
          <a:xfrm>
            <a:off x="371364" y="5652492"/>
            <a:ext cx="1026243" cy="461665"/>
          </a:xfrm>
          <a:prstGeom prst="rect">
            <a:avLst/>
          </a:prstGeom>
          <a:noFill/>
        </p:spPr>
        <p:txBody>
          <a:bodyPr wrap="none" rtlCol="0">
            <a:spAutoFit/>
          </a:bodyPr>
          <a:lstStyle/>
          <a:p>
            <a:r>
              <a:rPr lang="ja-JP" altLang="en-US" sz="1200" b="1" dirty="0"/>
              <a:t>親局</a:t>
            </a:r>
            <a:endParaRPr kumimoji="1" lang="en-US" altLang="ja-JP" sz="1200" b="1" dirty="0"/>
          </a:p>
          <a:p>
            <a:r>
              <a:rPr lang="en-US" altLang="ja-JP" sz="1200" b="1" dirty="0"/>
              <a:t>SQL</a:t>
            </a:r>
            <a:r>
              <a:rPr kumimoji="1" lang="en-US" altLang="ja-JP" sz="1200" b="1" dirty="0"/>
              <a:t> Server</a:t>
            </a:r>
            <a:endParaRPr kumimoji="1" lang="ja-JP" altLang="en-US" sz="1200" b="1" dirty="0"/>
          </a:p>
        </p:txBody>
      </p:sp>
      <p:pic>
        <p:nvPicPr>
          <p:cNvPr id="27" name="図 26">
            <a:extLst>
              <a:ext uri="{FF2B5EF4-FFF2-40B4-BE49-F238E27FC236}">
                <a16:creationId xmlns:a16="http://schemas.microsoft.com/office/drawing/2014/main" id="{3B83D99D-AFFD-C515-B500-0EC052AAC9D6}"/>
              </a:ext>
            </a:extLst>
          </p:cNvPr>
          <p:cNvPicPr>
            <a:picLocks noChangeAspect="1"/>
          </p:cNvPicPr>
          <p:nvPr/>
        </p:nvPicPr>
        <p:blipFill>
          <a:blip r:embed="rId3"/>
          <a:srcRect l="79290" t="28519" r="13440" b="62222"/>
          <a:stretch>
            <a:fillRect/>
          </a:stretch>
        </p:blipFill>
        <p:spPr>
          <a:xfrm>
            <a:off x="1129843" y="5541287"/>
            <a:ext cx="478996" cy="412928"/>
          </a:xfrm>
          <a:custGeom>
            <a:avLst/>
            <a:gdLst>
              <a:gd name="csX0" fmla="*/ 401637 w 736600"/>
              <a:gd name="csY0" fmla="*/ 0 h 635000"/>
              <a:gd name="csX1" fmla="*/ 736600 w 736600"/>
              <a:gd name="csY1" fmla="*/ 190500 h 635000"/>
              <a:gd name="csX2" fmla="*/ 736600 w 736600"/>
              <a:gd name="csY2" fmla="*/ 404813 h 635000"/>
              <a:gd name="csX3" fmla="*/ 661987 w 736600"/>
              <a:gd name="csY3" fmla="*/ 442913 h 635000"/>
              <a:gd name="csX4" fmla="*/ 666750 w 736600"/>
              <a:gd name="csY4" fmla="*/ 539750 h 635000"/>
              <a:gd name="csX5" fmla="*/ 652462 w 736600"/>
              <a:gd name="csY5" fmla="*/ 563563 h 635000"/>
              <a:gd name="csX6" fmla="*/ 619125 w 736600"/>
              <a:gd name="csY6" fmla="*/ 579438 h 635000"/>
              <a:gd name="csX7" fmla="*/ 587375 w 736600"/>
              <a:gd name="csY7" fmla="*/ 579438 h 635000"/>
              <a:gd name="csX8" fmla="*/ 525462 w 736600"/>
              <a:gd name="csY8" fmla="*/ 550863 h 635000"/>
              <a:gd name="csX9" fmla="*/ 457200 w 736600"/>
              <a:gd name="csY9" fmla="*/ 568325 h 635000"/>
              <a:gd name="csX10" fmla="*/ 460375 w 736600"/>
              <a:gd name="csY10" fmla="*/ 635000 h 635000"/>
              <a:gd name="csX11" fmla="*/ 365125 w 736600"/>
              <a:gd name="csY11" fmla="*/ 592138 h 635000"/>
              <a:gd name="csX12" fmla="*/ 328612 w 736600"/>
              <a:gd name="csY12" fmla="*/ 614363 h 635000"/>
              <a:gd name="csX13" fmla="*/ 303212 w 736600"/>
              <a:gd name="csY13" fmla="*/ 590550 h 635000"/>
              <a:gd name="csX14" fmla="*/ 307975 w 736600"/>
              <a:gd name="csY14" fmla="*/ 549275 h 635000"/>
              <a:gd name="csX15" fmla="*/ 84137 w 736600"/>
              <a:gd name="csY15" fmla="*/ 412750 h 635000"/>
              <a:gd name="csX16" fmla="*/ 20637 w 736600"/>
              <a:gd name="csY16" fmla="*/ 428625 h 635000"/>
              <a:gd name="csX17" fmla="*/ 4762 w 736600"/>
              <a:gd name="csY17" fmla="*/ 409575 h 635000"/>
              <a:gd name="csX18" fmla="*/ 14287 w 736600"/>
              <a:gd name="csY18" fmla="*/ 390525 h 635000"/>
              <a:gd name="csX19" fmla="*/ 0 w 736600"/>
              <a:gd name="csY19" fmla="*/ 373063 h 635000"/>
              <a:gd name="csX20" fmla="*/ 0 w 736600"/>
              <a:gd name="csY20" fmla="*/ 158750 h 635000"/>
              <a:gd name="csX21" fmla="*/ 58737 w 736600"/>
              <a:gd name="csY21" fmla="*/ 198438 h 635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Lst>
            <a:rect l="l" t="t" r="r" b="b"/>
            <a:pathLst>
              <a:path w="736600" h="635000">
                <a:moveTo>
                  <a:pt x="401637" y="0"/>
                </a:moveTo>
                <a:lnTo>
                  <a:pt x="736600" y="190500"/>
                </a:lnTo>
                <a:lnTo>
                  <a:pt x="736600" y="404813"/>
                </a:lnTo>
                <a:lnTo>
                  <a:pt x="661987" y="442913"/>
                </a:lnTo>
                <a:lnTo>
                  <a:pt x="666750" y="539750"/>
                </a:lnTo>
                <a:lnTo>
                  <a:pt x="652462" y="563563"/>
                </a:lnTo>
                <a:lnTo>
                  <a:pt x="619125" y="579438"/>
                </a:lnTo>
                <a:lnTo>
                  <a:pt x="587375" y="579438"/>
                </a:lnTo>
                <a:lnTo>
                  <a:pt x="525462" y="550863"/>
                </a:lnTo>
                <a:lnTo>
                  <a:pt x="457200" y="568325"/>
                </a:lnTo>
                <a:lnTo>
                  <a:pt x="460375" y="635000"/>
                </a:lnTo>
                <a:lnTo>
                  <a:pt x="365125" y="592138"/>
                </a:lnTo>
                <a:lnTo>
                  <a:pt x="328612" y="614363"/>
                </a:lnTo>
                <a:lnTo>
                  <a:pt x="303212" y="590550"/>
                </a:lnTo>
                <a:lnTo>
                  <a:pt x="307975" y="549275"/>
                </a:lnTo>
                <a:lnTo>
                  <a:pt x="84137" y="412750"/>
                </a:lnTo>
                <a:lnTo>
                  <a:pt x="20637" y="428625"/>
                </a:lnTo>
                <a:lnTo>
                  <a:pt x="4762" y="409575"/>
                </a:lnTo>
                <a:lnTo>
                  <a:pt x="14287" y="390525"/>
                </a:lnTo>
                <a:lnTo>
                  <a:pt x="0" y="373063"/>
                </a:lnTo>
                <a:lnTo>
                  <a:pt x="0" y="158750"/>
                </a:lnTo>
                <a:lnTo>
                  <a:pt x="58737" y="198438"/>
                </a:lnTo>
                <a:close/>
              </a:path>
            </a:pathLst>
          </a:custGeom>
        </p:spPr>
      </p:pic>
      <p:sp>
        <p:nvSpPr>
          <p:cNvPr id="28" name="テキスト ボックス 27">
            <a:extLst>
              <a:ext uri="{FF2B5EF4-FFF2-40B4-BE49-F238E27FC236}">
                <a16:creationId xmlns:a16="http://schemas.microsoft.com/office/drawing/2014/main" id="{248C154C-917A-409B-A501-A18D8E9E3FDA}"/>
              </a:ext>
            </a:extLst>
          </p:cNvPr>
          <p:cNvSpPr txBox="1"/>
          <p:nvPr/>
        </p:nvSpPr>
        <p:spPr>
          <a:xfrm>
            <a:off x="371364" y="6336219"/>
            <a:ext cx="845103" cy="461665"/>
          </a:xfrm>
          <a:prstGeom prst="rect">
            <a:avLst/>
          </a:prstGeom>
          <a:noFill/>
        </p:spPr>
        <p:txBody>
          <a:bodyPr wrap="none" rtlCol="0">
            <a:spAutoFit/>
          </a:bodyPr>
          <a:lstStyle/>
          <a:p>
            <a:r>
              <a:rPr lang="ja-JP" altLang="en-US" sz="1200" b="1" dirty="0"/>
              <a:t>親局</a:t>
            </a:r>
            <a:endParaRPr kumimoji="1" lang="en-US" altLang="ja-JP" sz="1200" b="1" dirty="0"/>
          </a:p>
          <a:p>
            <a:r>
              <a:rPr kumimoji="1" lang="en-US" altLang="ja-JP" sz="1200" b="1" dirty="0"/>
              <a:t>PI Vision</a:t>
            </a:r>
            <a:endParaRPr kumimoji="1" lang="ja-JP" altLang="en-US" sz="1200" b="1" dirty="0"/>
          </a:p>
        </p:txBody>
      </p:sp>
      <p:pic>
        <p:nvPicPr>
          <p:cNvPr id="29" name="図 28">
            <a:extLst>
              <a:ext uri="{FF2B5EF4-FFF2-40B4-BE49-F238E27FC236}">
                <a16:creationId xmlns:a16="http://schemas.microsoft.com/office/drawing/2014/main" id="{E5B9481E-34EB-CA6C-51FE-7B0AB74A7714}"/>
              </a:ext>
            </a:extLst>
          </p:cNvPr>
          <p:cNvPicPr>
            <a:picLocks noChangeAspect="1"/>
          </p:cNvPicPr>
          <p:nvPr/>
        </p:nvPicPr>
        <p:blipFill>
          <a:blip r:embed="rId6"/>
          <a:srcRect l="83063" t="49259" r="8847" b="40602"/>
          <a:stretch>
            <a:fillRect/>
          </a:stretch>
        </p:blipFill>
        <p:spPr>
          <a:xfrm>
            <a:off x="1093083" y="6286008"/>
            <a:ext cx="472433" cy="401019"/>
          </a:xfrm>
          <a:custGeom>
            <a:avLst/>
            <a:gdLst>
              <a:gd name="csX0" fmla="*/ 441325 w 819150"/>
              <a:gd name="csY0" fmla="*/ 0 h 695325"/>
              <a:gd name="csX1" fmla="*/ 819150 w 819150"/>
              <a:gd name="csY1" fmla="*/ 215900 h 695325"/>
              <a:gd name="csX2" fmla="*/ 815975 w 819150"/>
              <a:gd name="csY2" fmla="*/ 444500 h 695325"/>
              <a:gd name="csX3" fmla="*/ 758825 w 819150"/>
              <a:gd name="csY3" fmla="*/ 469900 h 695325"/>
              <a:gd name="csX4" fmla="*/ 768350 w 819150"/>
              <a:gd name="csY4" fmla="*/ 498475 h 695325"/>
              <a:gd name="csX5" fmla="*/ 774700 w 819150"/>
              <a:gd name="csY5" fmla="*/ 561975 h 695325"/>
              <a:gd name="csX6" fmla="*/ 755650 w 819150"/>
              <a:gd name="csY6" fmla="*/ 600075 h 695325"/>
              <a:gd name="csX7" fmla="*/ 720725 w 819150"/>
              <a:gd name="csY7" fmla="*/ 638175 h 695325"/>
              <a:gd name="csX8" fmla="*/ 644525 w 819150"/>
              <a:gd name="csY8" fmla="*/ 638175 h 695325"/>
              <a:gd name="csX9" fmla="*/ 606425 w 819150"/>
              <a:gd name="csY9" fmla="*/ 631825 h 695325"/>
              <a:gd name="csX10" fmla="*/ 558800 w 819150"/>
              <a:gd name="csY10" fmla="*/ 590550 h 695325"/>
              <a:gd name="csX11" fmla="*/ 511175 w 819150"/>
              <a:gd name="csY11" fmla="*/ 615950 h 695325"/>
              <a:gd name="csX12" fmla="*/ 498475 w 819150"/>
              <a:gd name="csY12" fmla="*/ 695325 h 695325"/>
              <a:gd name="csX13" fmla="*/ 415925 w 819150"/>
              <a:gd name="csY13" fmla="*/ 644525 h 695325"/>
              <a:gd name="csX14" fmla="*/ 368300 w 819150"/>
              <a:gd name="csY14" fmla="*/ 663575 h 695325"/>
              <a:gd name="csX15" fmla="*/ 355600 w 819150"/>
              <a:gd name="csY15" fmla="*/ 650875 h 695325"/>
              <a:gd name="csX16" fmla="*/ 339725 w 819150"/>
              <a:gd name="csY16" fmla="*/ 612775 h 695325"/>
              <a:gd name="csX17" fmla="*/ 85725 w 819150"/>
              <a:gd name="csY17" fmla="*/ 457200 h 695325"/>
              <a:gd name="csX18" fmla="*/ 34925 w 819150"/>
              <a:gd name="csY18" fmla="*/ 473075 h 695325"/>
              <a:gd name="csX19" fmla="*/ 9525 w 819150"/>
              <a:gd name="csY19" fmla="*/ 460375 h 695325"/>
              <a:gd name="csX20" fmla="*/ 25400 w 819150"/>
              <a:gd name="csY20" fmla="*/ 409575 h 695325"/>
              <a:gd name="csX21" fmla="*/ 0 w 819150"/>
              <a:gd name="csY21" fmla="*/ 403225 h 695325"/>
              <a:gd name="csX22" fmla="*/ 0 w 819150"/>
              <a:gd name="csY22" fmla="*/ 174625 h 695325"/>
              <a:gd name="csX23" fmla="*/ 63500 w 819150"/>
              <a:gd name="csY23" fmla="*/ 219075 h 69532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Lst>
            <a:rect l="l" t="t" r="r" b="b"/>
            <a:pathLst>
              <a:path w="819150" h="695325">
                <a:moveTo>
                  <a:pt x="441325" y="0"/>
                </a:moveTo>
                <a:lnTo>
                  <a:pt x="819150" y="215900"/>
                </a:lnTo>
                <a:cubicBezTo>
                  <a:pt x="818092" y="292100"/>
                  <a:pt x="817033" y="368300"/>
                  <a:pt x="815975" y="444500"/>
                </a:cubicBezTo>
                <a:lnTo>
                  <a:pt x="758825" y="469900"/>
                </a:lnTo>
                <a:lnTo>
                  <a:pt x="768350" y="498475"/>
                </a:lnTo>
                <a:lnTo>
                  <a:pt x="774700" y="561975"/>
                </a:lnTo>
                <a:lnTo>
                  <a:pt x="755650" y="600075"/>
                </a:lnTo>
                <a:lnTo>
                  <a:pt x="720725" y="638175"/>
                </a:lnTo>
                <a:lnTo>
                  <a:pt x="644525" y="638175"/>
                </a:lnTo>
                <a:lnTo>
                  <a:pt x="606425" y="631825"/>
                </a:lnTo>
                <a:lnTo>
                  <a:pt x="558800" y="590550"/>
                </a:lnTo>
                <a:lnTo>
                  <a:pt x="511175" y="615950"/>
                </a:lnTo>
                <a:lnTo>
                  <a:pt x="498475" y="695325"/>
                </a:lnTo>
                <a:lnTo>
                  <a:pt x="415925" y="644525"/>
                </a:lnTo>
                <a:lnTo>
                  <a:pt x="368300" y="663575"/>
                </a:lnTo>
                <a:lnTo>
                  <a:pt x="355600" y="650875"/>
                </a:lnTo>
                <a:lnTo>
                  <a:pt x="339725" y="612775"/>
                </a:lnTo>
                <a:lnTo>
                  <a:pt x="85725" y="457200"/>
                </a:lnTo>
                <a:lnTo>
                  <a:pt x="34925" y="473075"/>
                </a:lnTo>
                <a:lnTo>
                  <a:pt x="9525" y="460375"/>
                </a:lnTo>
                <a:lnTo>
                  <a:pt x="25400" y="409575"/>
                </a:lnTo>
                <a:lnTo>
                  <a:pt x="0" y="403225"/>
                </a:lnTo>
                <a:lnTo>
                  <a:pt x="0" y="174625"/>
                </a:lnTo>
                <a:lnTo>
                  <a:pt x="63500" y="219075"/>
                </a:lnTo>
                <a:close/>
              </a:path>
            </a:pathLst>
          </a:custGeom>
        </p:spPr>
      </p:pic>
      <p:sp>
        <p:nvSpPr>
          <p:cNvPr id="30" name="矢印: 右 29">
            <a:extLst>
              <a:ext uri="{FF2B5EF4-FFF2-40B4-BE49-F238E27FC236}">
                <a16:creationId xmlns:a16="http://schemas.microsoft.com/office/drawing/2014/main" id="{472AEEBF-8D56-A827-EDAC-BEBA6F71B7D5}"/>
              </a:ext>
            </a:extLst>
          </p:cNvPr>
          <p:cNvSpPr/>
          <p:nvPr/>
        </p:nvSpPr>
        <p:spPr>
          <a:xfrm>
            <a:off x="10389704" y="2491409"/>
            <a:ext cx="218661" cy="215297"/>
          </a:xfrm>
          <a:prstGeom prst="rightArrow">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1" name="矢印: 右 30">
            <a:extLst>
              <a:ext uri="{FF2B5EF4-FFF2-40B4-BE49-F238E27FC236}">
                <a16:creationId xmlns:a16="http://schemas.microsoft.com/office/drawing/2014/main" id="{80E8BAED-E440-C559-365F-EA6125B3B5A0}"/>
              </a:ext>
            </a:extLst>
          </p:cNvPr>
          <p:cNvSpPr/>
          <p:nvPr/>
        </p:nvSpPr>
        <p:spPr>
          <a:xfrm>
            <a:off x="10389703" y="3467316"/>
            <a:ext cx="218661" cy="215297"/>
          </a:xfrm>
          <a:prstGeom prst="rightArrow">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2" name="テキスト ボックス 31">
            <a:extLst>
              <a:ext uri="{FF2B5EF4-FFF2-40B4-BE49-F238E27FC236}">
                <a16:creationId xmlns:a16="http://schemas.microsoft.com/office/drawing/2014/main" id="{75FC9F89-60A7-5113-B2A3-0B717D56B315}"/>
              </a:ext>
            </a:extLst>
          </p:cNvPr>
          <p:cNvSpPr txBox="1"/>
          <p:nvPr/>
        </p:nvSpPr>
        <p:spPr>
          <a:xfrm>
            <a:off x="10661373" y="2398326"/>
            <a:ext cx="543739" cy="307777"/>
          </a:xfrm>
          <a:prstGeom prst="rect">
            <a:avLst/>
          </a:prstGeom>
          <a:noFill/>
        </p:spPr>
        <p:txBody>
          <a:bodyPr wrap="none" rtlCol="0">
            <a:spAutoFit/>
          </a:bodyPr>
          <a:lstStyle/>
          <a:p>
            <a:r>
              <a:rPr lang="ja-JP" altLang="en-US" sz="1400" dirty="0"/>
              <a:t>無し</a:t>
            </a:r>
            <a:endParaRPr kumimoji="1" lang="ja-JP" altLang="en-US" sz="1400" dirty="0"/>
          </a:p>
        </p:txBody>
      </p:sp>
      <p:sp>
        <p:nvSpPr>
          <p:cNvPr id="33" name="テキスト ボックス 32">
            <a:extLst>
              <a:ext uri="{FF2B5EF4-FFF2-40B4-BE49-F238E27FC236}">
                <a16:creationId xmlns:a16="http://schemas.microsoft.com/office/drawing/2014/main" id="{89FAE332-4F17-CBEB-49A8-B7D2F7862B50}"/>
              </a:ext>
            </a:extLst>
          </p:cNvPr>
          <p:cNvSpPr txBox="1"/>
          <p:nvPr/>
        </p:nvSpPr>
        <p:spPr>
          <a:xfrm>
            <a:off x="10608364" y="3390298"/>
            <a:ext cx="543739" cy="307777"/>
          </a:xfrm>
          <a:prstGeom prst="rect">
            <a:avLst/>
          </a:prstGeom>
          <a:noFill/>
        </p:spPr>
        <p:txBody>
          <a:bodyPr wrap="none" rtlCol="0">
            <a:spAutoFit/>
          </a:bodyPr>
          <a:lstStyle/>
          <a:p>
            <a:r>
              <a:rPr lang="ja-JP" altLang="en-US" sz="1400" dirty="0"/>
              <a:t>無し</a:t>
            </a:r>
          </a:p>
        </p:txBody>
      </p:sp>
      <p:sp>
        <p:nvSpPr>
          <p:cNvPr id="34" name="矢印: 右 33">
            <a:extLst>
              <a:ext uri="{FF2B5EF4-FFF2-40B4-BE49-F238E27FC236}">
                <a16:creationId xmlns:a16="http://schemas.microsoft.com/office/drawing/2014/main" id="{598697D5-64CF-4D1D-A8AD-8334B8C9455F}"/>
              </a:ext>
            </a:extLst>
          </p:cNvPr>
          <p:cNvSpPr/>
          <p:nvPr/>
        </p:nvSpPr>
        <p:spPr>
          <a:xfrm>
            <a:off x="10398219" y="4294333"/>
            <a:ext cx="218661" cy="215297"/>
          </a:xfrm>
          <a:prstGeom prst="rightArrow">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5" name="テキスト ボックス 34">
            <a:extLst>
              <a:ext uri="{FF2B5EF4-FFF2-40B4-BE49-F238E27FC236}">
                <a16:creationId xmlns:a16="http://schemas.microsoft.com/office/drawing/2014/main" id="{1E588454-CA74-46A0-B054-897E2F163563}"/>
              </a:ext>
            </a:extLst>
          </p:cNvPr>
          <p:cNvSpPr txBox="1"/>
          <p:nvPr/>
        </p:nvSpPr>
        <p:spPr>
          <a:xfrm>
            <a:off x="10608364" y="4146915"/>
            <a:ext cx="822661" cy="523220"/>
          </a:xfrm>
          <a:prstGeom prst="rect">
            <a:avLst/>
          </a:prstGeom>
          <a:noFill/>
        </p:spPr>
        <p:txBody>
          <a:bodyPr wrap="none" rtlCol="0">
            <a:spAutoFit/>
          </a:bodyPr>
          <a:lstStyle/>
          <a:p>
            <a:r>
              <a:rPr kumimoji="1" lang="en-US" altLang="ja-JP" sz="1400" dirty="0"/>
              <a:t>2</a:t>
            </a:r>
            <a:r>
              <a:rPr kumimoji="1" lang="ja-JP" altLang="en-US" sz="1400" dirty="0"/>
              <a:t>倍以上</a:t>
            </a:r>
            <a:endParaRPr kumimoji="1" lang="en-US" altLang="ja-JP" sz="1400" dirty="0"/>
          </a:p>
          <a:p>
            <a:r>
              <a:rPr kumimoji="1" lang="ja-JP" altLang="en-US" sz="1400" dirty="0"/>
              <a:t>物理機</a:t>
            </a:r>
            <a:endParaRPr kumimoji="1" lang="en-US" altLang="ja-JP" sz="1400" dirty="0"/>
          </a:p>
        </p:txBody>
      </p:sp>
      <p:sp>
        <p:nvSpPr>
          <p:cNvPr id="36" name="テキスト ボックス 35">
            <a:extLst>
              <a:ext uri="{FF2B5EF4-FFF2-40B4-BE49-F238E27FC236}">
                <a16:creationId xmlns:a16="http://schemas.microsoft.com/office/drawing/2014/main" id="{C668E814-B83B-F0BA-03EA-0EEA8DCF523E}"/>
              </a:ext>
            </a:extLst>
          </p:cNvPr>
          <p:cNvSpPr txBox="1"/>
          <p:nvPr/>
        </p:nvSpPr>
        <p:spPr>
          <a:xfrm>
            <a:off x="10388638" y="1772550"/>
            <a:ext cx="1261884" cy="307777"/>
          </a:xfrm>
          <a:prstGeom prst="rect">
            <a:avLst/>
          </a:prstGeom>
          <a:noFill/>
        </p:spPr>
        <p:txBody>
          <a:bodyPr wrap="none" rtlCol="0">
            <a:spAutoFit/>
          </a:bodyPr>
          <a:lstStyle/>
          <a:p>
            <a:r>
              <a:rPr kumimoji="1" lang="ja-JP" altLang="en-US" sz="1400" b="1" dirty="0"/>
              <a:t>スペック変化</a:t>
            </a:r>
          </a:p>
        </p:txBody>
      </p:sp>
      <p:sp>
        <p:nvSpPr>
          <p:cNvPr id="37" name="矢印: 右 36">
            <a:extLst>
              <a:ext uri="{FF2B5EF4-FFF2-40B4-BE49-F238E27FC236}">
                <a16:creationId xmlns:a16="http://schemas.microsoft.com/office/drawing/2014/main" id="{6B21348E-96EE-29D2-363A-26EE603F6103}"/>
              </a:ext>
            </a:extLst>
          </p:cNvPr>
          <p:cNvSpPr/>
          <p:nvPr/>
        </p:nvSpPr>
        <p:spPr>
          <a:xfrm>
            <a:off x="10388638" y="5063743"/>
            <a:ext cx="218661" cy="215297"/>
          </a:xfrm>
          <a:prstGeom prst="rightArrow">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8" name="テキスト ボックス 37">
            <a:extLst>
              <a:ext uri="{FF2B5EF4-FFF2-40B4-BE49-F238E27FC236}">
                <a16:creationId xmlns:a16="http://schemas.microsoft.com/office/drawing/2014/main" id="{07C17263-8662-703E-945D-B9F8B62F55F9}"/>
              </a:ext>
            </a:extLst>
          </p:cNvPr>
          <p:cNvSpPr txBox="1"/>
          <p:nvPr/>
        </p:nvSpPr>
        <p:spPr>
          <a:xfrm>
            <a:off x="10598783" y="4916325"/>
            <a:ext cx="822661" cy="523220"/>
          </a:xfrm>
          <a:prstGeom prst="rect">
            <a:avLst/>
          </a:prstGeom>
          <a:noFill/>
        </p:spPr>
        <p:txBody>
          <a:bodyPr wrap="none" rtlCol="0">
            <a:spAutoFit/>
          </a:bodyPr>
          <a:lstStyle/>
          <a:p>
            <a:r>
              <a:rPr kumimoji="1" lang="en-US" altLang="ja-JP" sz="1400" dirty="0"/>
              <a:t>2</a:t>
            </a:r>
            <a:r>
              <a:rPr kumimoji="1" lang="ja-JP" altLang="en-US" sz="1400" dirty="0"/>
              <a:t>倍以上</a:t>
            </a:r>
            <a:endParaRPr kumimoji="1" lang="en-US" altLang="ja-JP" sz="1400" dirty="0"/>
          </a:p>
          <a:p>
            <a:r>
              <a:rPr kumimoji="1" lang="ja-JP" altLang="en-US" sz="1400" dirty="0"/>
              <a:t>物理機</a:t>
            </a:r>
          </a:p>
        </p:txBody>
      </p:sp>
      <p:sp>
        <p:nvSpPr>
          <p:cNvPr id="39" name="矢印: 右 38">
            <a:extLst>
              <a:ext uri="{FF2B5EF4-FFF2-40B4-BE49-F238E27FC236}">
                <a16:creationId xmlns:a16="http://schemas.microsoft.com/office/drawing/2014/main" id="{42AF8438-BEA7-2EA0-1A2F-E30CEEB21719}"/>
              </a:ext>
            </a:extLst>
          </p:cNvPr>
          <p:cNvSpPr/>
          <p:nvPr/>
        </p:nvSpPr>
        <p:spPr>
          <a:xfrm>
            <a:off x="10377415" y="5738918"/>
            <a:ext cx="218661" cy="215297"/>
          </a:xfrm>
          <a:prstGeom prst="rightArrow">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0" name="テキスト ボックス 39">
            <a:extLst>
              <a:ext uri="{FF2B5EF4-FFF2-40B4-BE49-F238E27FC236}">
                <a16:creationId xmlns:a16="http://schemas.microsoft.com/office/drawing/2014/main" id="{C6F0D871-FDAE-D108-1707-8B8082A24A44}"/>
              </a:ext>
            </a:extLst>
          </p:cNvPr>
          <p:cNvSpPr txBox="1"/>
          <p:nvPr/>
        </p:nvSpPr>
        <p:spPr>
          <a:xfrm>
            <a:off x="10587560" y="5552773"/>
            <a:ext cx="822661" cy="523220"/>
          </a:xfrm>
          <a:prstGeom prst="rect">
            <a:avLst/>
          </a:prstGeom>
          <a:noFill/>
        </p:spPr>
        <p:txBody>
          <a:bodyPr wrap="none" rtlCol="0">
            <a:spAutoFit/>
          </a:bodyPr>
          <a:lstStyle/>
          <a:p>
            <a:r>
              <a:rPr kumimoji="1" lang="en-US" altLang="ja-JP" sz="1400" dirty="0"/>
              <a:t>2</a:t>
            </a:r>
            <a:r>
              <a:rPr kumimoji="1" lang="ja-JP" altLang="en-US" sz="1400" dirty="0"/>
              <a:t>倍以上</a:t>
            </a:r>
            <a:endParaRPr kumimoji="1" lang="en-US" altLang="ja-JP" sz="1400" dirty="0"/>
          </a:p>
          <a:p>
            <a:r>
              <a:rPr kumimoji="1" lang="ja-JP" altLang="en-US" sz="1400" dirty="0"/>
              <a:t>物理機</a:t>
            </a:r>
          </a:p>
        </p:txBody>
      </p:sp>
      <p:sp>
        <p:nvSpPr>
          <p:cNvPr id="41" name="矢印: 右 40">
            <a:extLst>
              <a:ext uri="{FF2B5EF4-FFF2-40B4-BE49-F238E27FC236}">
                <a16:creationId xmlns:a16="http://schemas.microsoft.com/office/drawing/2014/main" id="{201C1BBB-5576-4240-AE4E-976BD594D52C}"/>
              </a:ext>
            </a:extLst>
          </p:cNvPr>
          <p:cNvSpPr/>
          <p:nvPr/>
        </p:nvSpPr>
        <p:spPr>
          <a:xfrm>
            <a:off x="10366192" y="6359476"/>
            <a:ext cx="218661" cy="215297"/>
          </a:xfrm>
          <a:prstGeom prst="rightArrow">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2" name="テキスト ボックス 41">
            <a:extLst>
              <a:ext uri="{FF2B5EF4-FFF2-40B4-BE49-F238E27FC236}">
                <a16:creationId xmlns:a16="http://schemas.microsoft.com/office/drawing/2014/main" id="{8129CD39-A6BA-AD1E-4EFA-D39005A3BC7F}"/>
              </a:ext>
            </a:extLst>
          </p:cNvPr>
          <p:cNvSpPr txBox="1"/>
          <p:nvPr/>
        </p:nvSpPr>
        <p:spPr>
          <a:xfrm>
            <a:off x="10576337" y="6173331"/>
            <a:ext cx="822661" cy="523220"/>
          </a:xfrm>
          <a:prstGeom prst="rect">
            <a:avLst/>
          </a:prstGeom>
          <a:noFill/>
        </p:spPr>
        <p:txBody>
          <a:bodyPr wrap="none" rtlCol="0">
            <a:spAutoFit/>
          </a:bodyPr>
          <a:lstStyle/>
          <a:p>
            <a:r>
              <a:rPr kumimoji="1" lang="en-US" altLang="ja-JP" sz="1400" dirty="0"/>
              <a:t>2</a:t>
            </a:r>
            <a:r>
              <a:rPr kumimoji="1" lang="ja-JP" altLang="en-US" sz="1400" dirty="0"/>
              <a:t>倍以上</a:t>
            </a:r>
            <a:endParaRPr kumimoji="1" lang="en-US" altLang="ja-JP" sz="1400" dirty="0"/>
          </a:p>
          <a:p>
            <a:r>
              <a:rPr kumimoji="1" lang="ja-JP" altLang="en-US" sz="1400" dirty="0"/>
              <a:t>物理機</a:t>
            </a:r>
          </a:p>
        </p:txBody>
      </p:sp>
      <p:sp>
        <p:nvSpPr>
          <p:cNvPr id="44" name="吹き出し: 四角形 43">
            <a:extLst>
              <a:ext uri="{FF2B5EF4-FFF2-40B4-BE49-F238E27FC236}">
                <a16:creationId xmlns:a16="http://schemas.microsoft.com/office/drawing/2014/main" id="{AC11F6DF-9D04-A9D9-582B-879A0C333E2A}"/>
              </a:ext>
            </a:extLst>
          </p:cNvPr>
          <p:cNvSpPr/>
          <p:nvPr/>
        </p:nvSpPr>
        <p:spPr>
          <a:xfrm>
            <a:off x="7949833" y="3715191"/>
            <a:ext cx="2930400" cy="640800"/>
          </a:xfrm>
          <a:prstGeom prst="wedgeRectCallou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buFont typeface="Wingdings" panose="05000000000000000000" pitchFamily="2" charset="2"/>
              <a:buChar char="Ø"/>
            </a:pPr>
            <a:r>
              <a:rPr kumimoji="1" lang="en-US" altLang="ja-JP" sz="1200" dirty="0"/>
              <a:t>PI</a:t>
            </a:r>
            <a:r>
              <a:rPr lang="ja-JP" altLang="en-US" sz="1200" dirty="0"/>
              <a:t>の圧縮アルゴリズムを利用</a:t>
            </a:r>
            <a:endParaRPr lang="en-US" altLang="ja-JP" sz="1200" dirty="0"/>
          </a:p>
          <a:p>
            <a:pPr marL="171450" indent="-171450">
              <a:buFont typeface="Wingdings" panose="05000000000000000000" pitchFamily="2" charset="2"/>
              <a:buChar char="Ø"/>
            </a:pPr>
            <a:r>
              <a:rPr kumimoji="1" lang="ja-JP" altLang="en-US" sz="1200" dirty="0"/>
              <a:t>価値ある低い頻度データだけを親局に長期的に保存</a:t>
            </a:r>
          </a:p>
        </p:txBody>
      </p:sp>
    </p:spTree>
    <p:extLst>
      <p:ext uri="{BB962C8B-B14F-4D97-AF65-F5344CB8AC3E}">
        <p14:creationId xmlns:p14="http://schemas.microsoft.com/office/powerpoint/2010/main" val="197192404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139F1DD-E0A2-28AB-4D7F-4573BB13B6B3}"/>
              </a:ext>
            </a:extLst>
          </p:cNvPr>
          <p:cNvSpPr>
            <a:spLocks noGrp="1"/>
          </p:cNvSpPr>
          <p:nvPr>
            <p:ph type="title"/>
          </p:nvPr>
        </p:nvSpPr>
        <p:spPr/>
        <p:txBody>
          <a:bodyPr/>
          <a:lstStyle/>
          <a:p>
            <a:r>
              <a:rPr kumimoji="1" lang="ja-JP" altLang="en-US" dirty="0">
                <a:latin typeface="Microsoft YaHei" panose="020B0503020204020204" pitchFamily="34" charset="-122"/>
                <a:ea typeface="Microsoft YaHei" panose="020B0503020204020204" pitchFamily="34" charset="-122"/>
              </a:rPr>
              <a:t>認証認可の設ーー</a:t>
            </a:r>
            <a:r>
              <a:rPr lang="ja-JP" altLang="en-US" dirty="0"/>
              <a:t> </a:t>
            </a:r>
            <a:r>
              <a:rPr lang="en-US" altLang="ja-JP" dirty="0"/>
              <a:t>ISA/IEC62443</a:t>
            </a:r>
            <a:r>
              <a:rPr lang="ja-JP" altLang="en-US" dirty="0"/>
              <a:t>を準ずる</a:t>
            </a:r>
            <a:br>
              <a:rPr kumimoji="1" lang="en-US" altLang="ja-JP" dirty="0">
                <a:latin typeface="Microsoft YaHei" panose="020B0503020204020204" pitchFamily="34" charset="-122"/>
                <a:ea typeface="Microsoft YaHei" panose="020B0503020204020204" pitchFamily="34" charset="-122"/>
              </a:rPr>
            </a:br>
            <a:r>
              <a:rPr kumimoji="1" lang="en-US" altLang="zh-CN" dirty="0">
                <a:latin typeface="Microsoft YaHei" panose="020B0503020204020204" pitchFamily="34" charset="-122"/>
                <a:ea typeface="Microsoft YaHei" panose="020B0503020204020204" pitchFamily="34" charset="-122"/>
              </a:rPr>
              <a:t>Design the authentication and  authorization</a:t>
            </a:r>
            <a:endParaRPr kumimoji="1" lang="ja-JP" altLang="en-US" dirty="0">
              <a:latin typeface="Microsoft YaHei" panose="020B0503020204020204" pitchFamily="34" charset="-122"/>
              <a:ea typeface="Microsoft YaHei" panose="020B0503020204020204" pitchFamily="34" charset="-122"/>
            </a:endParaRPr>
          </a:p>
        </p:txBody>
      </p:sp>
      <p:sp>
        <p:nvSpPr>
          <p:cNvPr id="4" name="テキスト ボックス 3">
            <a:extLst>
              <a:ext uri="{FF2B5EF4-FFF2-40B4-BE49-F238E27FC236}">
                <a16:creationId xmlns:a16="http://schemas.microsoft.com/office/drawing/2014/main" id="{6E6BAA20-64D4-5E8C-0164-9BB7502F16B7}"/>
              </a:ext>
            </a:extLst>
          </p:cNvPr>
          <p:cNvSpPr txBox="1"/>
          <p:nvPr/>
        </p:nvSpPr>
        <p:spPr>
          <a:xfrm>
            <a:off x="159026" y="924339"/>
            <a:ext cx="3863838" cy="2067340"/>
          </a:xfrm>
          <a:prstGeom prst="rect">
            <a:avLst/>
          </a:prstGeom>
          <a:noFill/>
        </p:spPr>
        <p:txBody>
          <a:bodyPr wrap="square" rtlCol="0">
            <a:spAutoFit/>
          </a:bodyPr>
          <a:lstStyle/>
          <a:p>
            <a:r>
              <a:rPr lang="en-US" altLang="ja-JP" dirty="0">
                <a:latin typeface="Microsoft YaHei" panose="020B0503020204020204" pitchFamily="34" charset="-122"/>
                <a:ea typeface="Microsoft YaHei" panose="020B0503020204020204" pitchFamily="34" charset="-122"/>
              </a:rPr>
              <a:t>“Windows AD </a:t>
            </a:r>
            <a:r>
              <a:rPr lang="ja-JP" altLang="en-US" dirty="0">
                <a:latin typeface="Microsoft YaHei" panose="020B0503020204020204" pitchFamily="34" charset="-122"/>
                <a:ea typeface="Microsoft YaHei" panose="020B0503020204020204" pitchFamily="34" charset="-122"/>
              </a:rPr>
              <a:t>做身份”</a:t>
            </a:r>
          </a:p>
          <a:p>
            <a:r>
              <a:rPr lang="ja-JP" altLang="en-US" dirty="0">
                <a:latin typeface="Microsoft YaHei" panose="020B0503020204020204" pitchFamily="34" charset="-122"/>
                <a:ea typeface="Microsoft YaHei" panose="020B0503020204020204" pitchFamily="34" charset="-122"/>
              </a:rPr>
              <a:t>“</a:t>
            </a:r>
            <a:r>
              <a:rPr lang="en-US" altLang="ja-JP" dirty="0">
                <a:latin typeface="Microsoft YaHei" panose="020B0503020204020204" pitchFamily="34" charset="-122"/>
                <a:ea typeface="Microsoft YaHei" panose="020B0503020204020204" pitchFamily="34" charset="-122"/>
              </a:rPr>
              <a:t>PI Identity </a:t>
            </a:r>
            <a:r>
              <a:rPr lang="ja-JP" altLang="en-US" dirty="0">
                <a:latin typeface="Microsoft YaHei" panose="020B0503020204020204" pitchFamily="34" charset="-122"/>
                <a:ea typeface="Microsoft YaHei" panose="020B0503020204020204" pitchFamily="34" charset="-122"/>
              </a:rPr>
              <a:t>做权限”</a:t>
            </a:r>
          </a:p>
          <a:p>
            <a:r>
              <a:rPr lang="ja-JP" altLang="en-US" dirty="0">
                <a:latin typeface="Microsoft YaHei" panose="020B0503020204020204" pitchFamily="34" charset="-122"/>
                <a:ea typeface="Microsoft YaHei" panose="020B0503020204020204" pitchFamily="34" charset="-122"/>
              </a:rPr>
              <a:t>“</a:t>
            </a:r>
            <a:r>
              <a:rPr lang="en-US" altLang="ja-JP" dirty="0">
                <a:latin typeface="Microsoft YaHei" panose="020B0503020204020204" pitchFamily="34" charset="-122"/>
                <a:ea typeface="Microsoft YaHei" panose="020B0503020204020204" pitchFamily="34" charset="-122"/>
              </a:rPr>
              <a:t>PI Mapping </a:t>
            </a:r>
            <a:r>
              <a:rPr lang="ja-JP" altLang="en-US" dirty="0">
                <a:latin typeface="Microsoft YaHei" panose="020B0503020204020204" pitchFamily="34" charset="-122"/>
                <a:ea typeface="Microsoft YaHei" panose="020B0503020204020204" pitchFamily="34" charset="-122"/>
              </a:rPr>
              <a:t>做桥接”</a:t>
            </a:r>
          </a:p>
          <a:p>
            <a:r>
              <a:rPr lang="ja-JP" altLang="en-US" dirty="0">
                <a:latin typeface="Microsoft YaHei" panose="020B0503020204020204" pitchFamily="34" charset="-122"/>
                <a:ea typeface="Microsoft YaHei" panose="020B0503020204020204" pitchFamily="34" charset="-122"/>
              </a:rPr>
              <a:t>“服务账号与人员账号彻底分离”</a:t>
            </a:r>
          </a:p>
          <a:p>
            <a:r>
              <a:rPr lang="ja-JP" altLang="en-US" dirty="0">
                <a:latin typeface="Microsoft YaHei" panose="020B0503020204020204" pitchFamily="34" charset="-122"/>
                <a:ea typeface="Microsoft YaHei" panose="020B0503020204020204" pitchFamily="34" charset="-122"/>
              </a:rPr>
              <a:t>“各层级最小权限”</a:t>
            </a:r>
          </a:p>
          <a:p>
            <a:r>
              <a:rPr lang="ja-JP" altLang="en-US" dirty="0">
                <a:latin typeface="Microsoft YaHei" panose="020B0503020204020204" pitchFamily="34" charset="-122"/>
                <a:ea typeface="Microsoft YaHei" panose="020B0503020204020204" pitchFamily="34" charset="-122"/>
              </a:rPr>
              <a:t>“禁止直接给 </a:t>
            </a:r>
            <a:r>
              <a:rPr lang="en-US" altLang="ja-JP" dirty="0">
                <a:latin typeface="Microsoft YaHei" panose="020B0503020204020204" pitchFamily="34" charset="-122"/>
                <a:ea typeface="Microsoft YaHei" panose="020B0503020204020204" pitchFamily="34" charset="-122"/>
              </a:rPr>
              <a:t>Windows </a:t>
            </a:r>
            <a:r>
              <a:rPr lang="ja-JP" altLang="en-US" dirty="0">
                <a:latin typeface="Microsoft YaHei" panose="020B0503020204020204" pitchFamily="34" charset="-122"/>
                <a:ea typeface="Microsoft YaHei" panose="020B0503020204020204" pitchFamily="34" charset="-122"/>
              </a:rPr>
              <a:t>用户权限”</a:t>
            </a:r>
          </a:p>
          <a:p>
            <a:r>
              <a:rPr lang="ja-JP" altLang="en-US" dirty="0">
                <a:latin typeface="Microsoft YaHei" panose="020B0503020204020204" pitchFamily="34" charset="-122"/>
                <a:ea typeface="Microsoft YaHei" panose="020B0503020204020204" pitchFamily="34" charset="-122"/>
              </a:rPr>
              <a:t>“禁止大量 </a:t>
            </a:r>
            <a:r>
              <a:rPr lang="en-US" altLang="ja-JP" dirty="0">
                <a:latin typeface="Microsoft YaHei" panose="020B0503020204020204" pitchFamily="34" charset="-122"/>
                <a:ea typeface="Microsoft YaHei" panose="020B0503020204020204" pitchFamily="34" charset="-122"/>
              </a:rPr>
              <a:t>PI Trust”</a:t>
            </a:r>
            <a:endParaRPr kumimoji="1" lang="ja-JP" altLang="en-US" dirty="0">
              <a:latin typeface="Microsoft YaHei" panose="020B0503020204020204" pitchFamily="34" charset="-122"/>
              <a:ea typeface="Microsoft YaHei" panose="020B0503020204020204" pitchFamily="34" charset="-122"/>
            </a:endParaRPr>
          </a:p>
        </p:txBody>
      </p:sp>
      <p:sp>
        <p:nvSpPr>
          <p:cNvPr id="7" name="テキスト ボックス 6">
            <a:extLst>
              <a:ext uri="{FF2B5EF4-FFF2-40B4-BE49-F238E27FC236}">
                <a16:creationId xmlns:a16="http://schemas.microsoft.com/office/drawing/2014/main" id="{4A531127-A6DC-36FB-C08E-53459F599D18}"/>
              </a:ext>
            </a:extLst>
          </p:cNvPr>
          <p:cNvSpPr txBox="1"/>
          <p:nvPr/>
        </p:nvSpPr>
        <p:spPr>
          <a:xfrm>
            <a:off x="4022863" y="769490"/>
            <a:ext cx="7655616" cy="646331"/>
          </a:xfrm>
          <a:prstGeom prst="rect">
            <a:avLst/>
          </a:prstGeom>
          <a:noFill/>
        </p:spPr>
        <p:txBody>
          <a:bodyPr wrap="square">
            <a:spAutoFit/>
          </a:bodyPr>
          <a:lstStyle/>
          <a:p>
            <a:r>
              <a:rPr lang="ja-JP" altLang="en-US" dirty="0"/>
              <a:t>所有 </a:t>
            </a:r>
            <a:r>
              <a:rPr lang="en-US" altLang="ja-JP" dirty="0"/>
              <a:t>PI </a:t>
            </a:r>
            <a:r>
              <a:rPr lang="ja-JP" altLang="en-US" dirty="0"/>
              <a:t>服务必须使用 </a:t>
            </a:r>
            <a:r>
              <a:rPr lang="en-US" altLang="ja-JP" dirty="0"/>
              <a:t>Domain Service Account</a:t>
            </a:r>
          </a:p>
          <a:p>
            <a:r>
              <a:rPr lang="zh-CN" altLang="en-US" dirty="0"/>
              <a:t>推荐使用 </a:t>
            </a:r>
            <a:r>
              <a:rPr lang="en-US" altLang="zh-CN" dirty="0" err="1"/>
              <a:t>gMSA</a:t>
            </a:r>
            <a:r>
              <a:rPr lang="zh-CN" altLang="en-US" dirty="0"/>
              <a:t>（强烈推荐）</a:t>
            </a:r>
            <a:r>
              <a:rPr lang="ja-JP" altLang="en-US" dirty="0"/>
              <a:t>ー</a:t>
            </a:r>
            <a:r>
              <a:rPr lang="en-US" altLang="ja-JP" dirty="0"/>
              <a:t>Group Managed Service Account</a:t>
            </a:r>
            <a:endParaRPr lang="ja-JP" altLang="en-US" dirty="0"/>
          </a:p>
        </p:txBody>
      </p:sp>
      <p:sp>
        <p:nvSpPr>
          <p:cNvPr id="9" name="テキスト ボックス 8">
            <a:extLst>
              <a:ext uri="{FF2B5EF4-FFF2-40B4-BE49-F238E27FC236}">
                <a16:creationId xmlns:a16="http://schemas.microsoft.com/office/drawing/2014/main" id="{6B766675-A301-1962-0FA4-7B2BF27509A1}"/>
              </a:ext>
            </a:extLst>
          </p:cNvPr>
          <p:cNvSpPr txBox="1"/>
          <p:nvPr/>
        </p:nvSpPr>
        <p:spPr>
          <a:xfrm>
            <a:off x="4142133" y="1618781"/>
            <a:ext cx="6097656" cy="3416320"/>
          </a:xfrm>
          <a:prstGeom prst="rect">
            <a:avLst/>
          </a:prstGeom>
          <a:noFill/>
        </p:spPr>
        <p:txBody>
          <a:bodyPr wrap="square">
            <a:spAutoFit/>
          </a:bodyPr>
          <a:lstStyle/>
          <a:p>
            <a:r>
              <a:rPr lang="en-US" altLang="zh-CN" b="1" dirty="0"/>
              <a:t>OU</a:t>
            </a:r>
            <a:r>
              <a:rPr lang="zh-CN" altLang="en-US" b="1" dirty="0"/>
              <a:t>（组织单元）设计</a:t>
            </a:r>
            <a:endParaRPr lang="en-US" altLang="zh-CN" b="1" dirty="0"/>
          </a:p>
          <a:p>
            <a:pPr lvl="1"/>
            <a:r>
              <a:rPr lang="fr-FR" altLang="ja-JP" dirty="0"/>
              <a:t>OU=Servers</a:t>
            </a:r>
          </a:p>
          <a:p>
            <a:pPr lvl="1"/>
            <a:r>
              <a:rPr lang="fr-FR" altLang="ja-JP" dirty="0"/>
              <a:t>    OU=HQ</a:t>
            </a:r>
          </a:p>
          <a:p>
            <a:pPr lvl="1"/>
            <a:r>
              <a:rPr lang="fr-FR" altLang="ja-JP" dirty="0"/>
              <a:t>    OU=SubCenters</a:t>
            </a:r>
          </a:p>
          <a:p>
            <a:pPr lvl="1"/>
            <a:r>
              <a:rPr lang="fr-FR" altLang="ja-JP" dirty="0"/>
              <a:t>    OU=Plants</a:t>
            </a:r>
          </a:p>
          <a:p>
            <a:pPr lvl="1"/>
            <a:endParaRPr lang="fr-FR" altLang="ja-JP" dirty="0"/>
          </a:p>
          <a:p>
            <a:pPr lvl="1"/>
            <a:r>
              <a:rPr lang="fr-FR" altLang="ja-JP" dirty="0"/>
              <a:t>OU=ServiceAccounts</a:t>
            </a:r>
          </a:p>
          <a:p>
            <a:pPr lvl="1"/>
            <a:endParaRPr lang="fr-FR" altLang="ja-JP" dirty="0"/>
          </a:p>
          <a:p>
            <a:pPr lvl="1"/>
            <a:r>
              <a:rPr lang="fr-FR" altLang="ja-JP" dirty="0"/>
              <a:t>OU=Users</a:t>
            </a:r>
          </a:p>
          <a:p>
            <a:pPr lvl="1"/>
            <a:endParaRPr lang="fr-FR" altLang="ja-JP" dirty="0"/>
          </a:p>
          <a:p>
            <a:pPr lvl="1"/>
            <a:r>
              <a:rPr lang="fr-FR" altLang="ja-JP" dirty="0"/>
              <a:t>OU=Groups</a:t>
            </a:r>
          </a:p>
          <a:p>
            <a:pPr lvl="1"/>
            <a:r>
              <a:rPr lang="fr-FR" altLang="ja-JP" dirty="0"/>
              <a:t>    OU=PI</a:t>
            </a:r>
            <a:endParaRPr lang="ja-JP" altLang="en-US" dirty="0"/>
          </a:p>
        </p:txBody>
      </p:sp>
      <p:sp>
        <p:nvSpPr>
          <p:cNvPr id="13" name="テキスト ボックス 12">
            <a:extLst>
              <a:ext uri="{FF2B5EF4-FFF2-40B4-BE49-F238E27FC236}">
                <a16:creationId xmlns:a16="http://schemas.microsoft.com/office/drawing/2014/main" id="{8B80A37B-2D8A-1BA1-DF30-3D2B2F3774B4}"/>
              </a:ext>
            </a:extLst>
          </p:cNvPr>
          <p:cNvSpPr txBox="1"/>
          <p:nvPr/>
        </p:nvSpPr>
        <p:spPr>
          <a:xfrm>
            <a:off x="8415959" y="1895780"/>
            <a:ext cx="2954407" cy="2862322"/>
          </a:xfrm>
          <a:prstGeom prst="rect">
            <a:avLst/>
          </a:prstGeom>
          <a:noFill/>
        </p:spPr>
        <p:txBody>
          <a:bodyPr wrap="square">
            <a:spAutoFit/>
          </a:bodyPr>
          <a:lstStyle/>
          <a:p>
            <a:r>
              <a:rPr lang="zh-CN" altLang="en-US" dirty="0"/>
              <a:t>总体方案</a:t>
            </a:r>
            <a:endParaRPr lang="en-US" altLang="zh-CN" dirty="0"/>
          </a:p>
          <a:p>
            <a:r>
              <a:rPr lang="en-US" altLang="ja-JP" dirty="0"/>
              <a:t>AD User</a:t>
            </a:r>
            <a:br>
              <a:rPr lang="en-US" altLang="ja-JP" dirty="0"/>
            </a:br>
            <a:r>
              <a:rPr lang="en-US" altLang="ja-JP" dirty="0"/>
              <a:t>↓</a:t>
            </a:r>
            <a:br>
              <a:rPr lang="en-US" altLang="ja-JP" dirty="0"/>
            </a:br>
            <a:r>
              <a:rPr lang="en-US" altLang="ja-JP" dirty="0"/>
              <a:t>AD Group</a:t>
            </a:r>
            <a:br>
              <a:rPr lang="en-US" altLang="ja-JP" dirty="0"/>
            </a:br>
            <a:r>
              <a:rPr lang="en-US" altLang="ja-JP" dirty="0"/>
              <a:t>↓</a:t>
            </a:r>
            <a:br>
              <a:rPr lang="en-US" altLang="ja-JP" dirty="0"/>
            </a:br>
            <a:r>
              <a:rPr lang="en-US" altLang="ja-JP" dirty="0"/>
              <a:t>PI Mapping</a:t>
            </a:r>
            <a:br>
              <a:rPr lang="en-US" altLang="ja-JP" dirty="0"/>
            </a:br>
            <a:r>
              <a:rPr lang="en-US" altLang="ja-JP" dirty="0"/>
              <a:t>↓</a:t>
            </a:r>
            <a:br>
              <a:rPr lang="en-US" altLang="ja-JP" dirty="0"/>
            </a:br>
            <a:r>
              <a:rPr lang="en-US" altLang="ja-JP" dirty="0"/>
              <a:t>PI Identity</a:t>
            </a:r>
            <a:br>
              <a:rPr lang="en-US" altLang="ja-JP" dirty="0"/>
            </a:br>
            <a:r>
              <a:rPr lang="en-US" altLang="ja-JP" dirty="0"/>
              <a:t>↓</a:t>
            </a:r>
            <a:br>
              <a:rPr lang="en-US" altLang="ja-JP" dirty="0"/>
            </a:br>
            <a:r>
              <a:rPr lang="en-US" altLang="ja-JP" dirty="0"/>
              <a:t>AF/DA Security</a:t>
            </a:r>
            <a:endParaRPr lang="ja-JP" altLang="en-US" dirty="0"/>
          </a:p>
        </p:txBody>
      </p:sp>
      <p:sp>
        <p:nvSpPr>
          <p:cNvPr id="15" name="テキスト ボックス 14">
            <a:extLst>
              <a:ext uri="{FF2B5EF4-FFF2-40B4-BE49-F238E27FC236}">
                <a16:creationId xmlns:a16="http://schemas.microsoft.com/office/drawing/2014/main" id="{78CEF036-2667-35DA-6993-0213F518B434}"/>
              </a:ext>
            </a:extLst>
          </p:cNvPr>
          <p:cNvSpPr txBox="1"/>
          <p:nvPr/>
        </p:nvSpPr>
        <p:spPr>
          <a:xfrm>
            <a:off x="432888" y="5035101"/>
            <a:ext cx="6097656" cy="1477328"/>
          </a:xfrm>
          <a:prstGeom prst="rect">
            <a:avLst/>
          </a:prstGeom>
          <a:noFill/>
        </p:spPr>
        <p:txBody>
          <a:bodyPr wrap="square">
            <a:spAutoFit/>
          </a:bodyPr>
          <a:lstStyle/>
          <a:p>
            <a:pPr>
              <a:buNone/>
            </a:pPr>
            <a:r>
              <a:rPr lang="ja-JP" altLang="en-US" dirty="0"/>
              <a:t>服务体系：</a:t>
            </a:r>
          </a:p>
          <a:p>
            <a:pPr rtl="0">
              <a:buNone/>
            </a:pPr>
            <a:r>
              <a:rPr lang="ja-JP" altLang="en-US" dirty="0">
                <a:latin typeface="Courier New" panose="02070309020205020404" pitchFamily="49" charset="0"/>
              </a:rPr>
              <a:t>全部采用 </a:t>
            </a:r>
            <a:r>
              <a:rPr lang="en-US" altLang="ja-JP" dirty="0">
                <a:latin typeface="Courier New" panose="02070309020205020404" pitchFamily="49" charset="0"/>
              </a:rPr>
              <a:t>Domain Service Account / </a:t>
            </a:r>
            <a:r>
              <a:rPr lang="en-US" altLang="ja-JP" dirty="0" err="1">
                <a:latin typeface="Courier New" panose="02070309020205020404" pitchFamily="49" charset="0"/>
              </a:rPr>
              <a:t>gMSA</a:t>
            </a:r>
            <a:endParaRPr lang="en-US" altLang="ja-JP" dirty="0">
              <a:latin typeface="Courier New" panose="02070309020205020404" pitchFamily="49" charset="0"/>
            </a:endParaRPr>
          </a:p>
          <a:p>
            <a:pPr rtl="0">
              <a:buNone/>
            </a:pPr>
            <a:endParaRPr lang="en-US" altLang="ja-JP" dirty="0">
              <a:latin typeface="Courier New" panose="02070309020205020404" pitchFamily="49" charset="0"/>
            </a:endParaRPr>
          </a:p>
          <a:p>
            <a:pPr>
              <a:buNone/>
            </a:pPr>
            <a:r>
              <a:rPr lang="ja-JP" altLang="en-US" dirty="0"/>
              <a:t>访问体系：</a:t>
            </a:r>
          </a:p>
          <a:p>
            <a:pPr rtl="0">
              <a:buNone/>
            </a:pPr>
            <a:r>
              <a:rPr lang="en-US" altLang="ja-JP" dirty="0">
                <a:latin typeface="Courier New" panose="02070309020205020404" pitchFamily="49" charset="0"/>
              </a:rPr>
              <a:t>Kerberos SSO + KCD</a:t>
            </a:r>
          </a:p>
        </p:txBody>
      </p:sp>
    </p:spTree>
    <p:extLst>
      <p:ext uri="{BB962C8B-B14F-4D97-AF65-F5344CB8AC3E}">
        <p14:creationId xmlns:p14="http://schemas.microsoft.com/office/powerpoint/2010/main" val="85339936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7CDBD23-D601-C65B-C5FB-21F459C05021}"/>
              </a:ext>
            </a:extLst>
          </p:cNvPr>
          <p:cNvSpPr>
            <a:spLocks noGrp="1"/>
          </p:cNvSpPr>
          <p:nvPr>
            <p:ph type="title"/>
          </p:nvPr>
        </p:nvSpPr>
        <p:spPr/>
        <p:txBody>
          <a:bodyPr/>
          <a:lstStyle/>
          <a:p>
            <a:r>
              <a:rPr lang="ja-JP" altLang="en-US" dirty="0">
                <a:latin typeface="Microsoft YaHei" panose="020B0503020204020204" pitchFamily="34" charset="-122"/>
                <a:ea typeface="Microsoft YaHei" panose="020B0503020204020204" pitchFamily="34" charset="-122"/>
              </a:rPr>
              <a:t>認証認可の設計</a:t>
            </a:r>
            <a:r>
              <a:rPr lang="en-US" altLang="ja-JP" dirty="0">
                <a:latin typeface="Microsoft YaHei" panose="020B0503020204020204" pitchFamily="34" charset="-122"/>
                <a:ea typeface="Microsoft YaHei" panose="020B0503020204020204" pitchFamily="34" charset="-122"/>
              </a:rPr>
              <a:t>—windows AD</a:t>
            </a:r>
            <a:br>
              <a:rPr lang="en-US" altLang="ja-JP" dirty="0">
                <a:latin typeface="Microsoft YaHei" panose="020B0503020204020204" pitchFamily="34" charset="-122"/>
                <a:ea typeface="Microsoft YaHei" panose="020B0503020204020204" pitchFamily="34" charset="-122"/>
              </a:rPr>
            </a:br>
            <a:r>
              <a:rPr lang="en-US" altLang="zh-CN" dirty="0">
                <a:latin typeface="Microsoft YaHei" panose="020B0503020204020204" pitchFamily="34" charset="-122"/>
                <a:ea typeface="Microsoft YaHei" panose="020B0503020204020204" pitchFamily="34" charset="-122"/>
              </a:rPr>
              <a:t>Design the authentication and  authorization—windows AD</a:t>
            </a:r>
            <a:endParaRPr kumimoji="1" lang="ja-JP" altLang="en-US" dirty="0"/>
          </a:p>
        </p:txBody>
      </p:sp>
      <p:sp>
        <p:nvSpPr>
          <p:cNvPr id="4" name="テキスト ボックス 3">
            <a:extLst>
              <a:ext uri="{FF2B5EF4-FFF2-40B4-BE49-F238E27FC236}">
                <a16:creationId xmlns:a16="http://schemas.microsoft.com/office/drawing/2014/main" id="{ACB1B6BC-C4E3-CAD6-117B-36E1D531B3AD}"/>
              </a:ext>
            </a:extLst>
          </p:cNvPr>
          <p:cNvSpPr txBox="1"/>
          <p:nvPr/>
        </p:nvSpPr>
        <p:spPr>
          <a:xfrm>
            <a:off x="226115" y="1008028"/>
            <a:ext cx="9076911" cy="369332"/>
          </a:xfrm>
          <a:prstGeom prst="rect">
            <a:avLst/>
          </a:prstGeom>
          <a:noFill/>
        </p:spPr>
        <p:txBody>
          <a:bodyPr wrap="square">
            <a:spAutoFit/>
          </a:bodyPr>
          <a:lstStyle/>
          <a:p>
            <a:r>
              <a:rPr lang="ja-JP" altLang="en-US" dirty="0"/>
              <a:t>唯一な</a:t>
            </a:r>
            <a:r>
              <a:rPr lang="en-US" altLang="ja-JP" dirty="0"/>
              <a:t>Domain</a:t>
            </a:r>
            <a:r>
              <a:rPr lang="ja-JP" altLang="en-US" dirty="0"/>
              <a:t>（</a:t>
            </a:r>
            <a:r>
              <a:rPr lang="en-US" altLang="ja-JP" dirty="0"/>
              <a:t> AD Forest </a:t>
            </a:r>
            <a:r>
              <a:rPr lang="ja-JP" altLang="en-US" dirty="0"/>
              <a:t>）：</a:t>
            </a:r>
            <a:r>
              <a:rPr lang="en-US" altLang="zh-CN" dirty="0"/>
              <a:t>Chudengr.</a:t>
            </a:r>
            <a:r>
              <a:rPr lang="en-US" altLang="ja-JP" dirty="0"/>
              <a:t>hydro.co.jp</a:t>
            </a:r>
            <a:endParaRPr lang="ja-JP" altLang="en-US" dirty="0"/>
          </a:p>
        </p:txBody>
      </p:sp>
      <p:sp>
        <p:nvSpPr>
          <p:cNvPr id="6" name="テキスト ボックス 5">
            <a:extLst>
              <a:ext uri="{FF2B5EF4-FFF2-40B4-BE49-F238E27FC236}">
                <a16:creationId xmlns:a16="http://schemas.microsoft.com/office/drawing/2014/main" id="{E9B1E05C-2451-4B89-406C-BA148CC11FA3}"/>
              </a:ext>
            </a:extLst>
          </p:cNvPr>
          <p:cNvSpPr txBox="1"/>
          <p:nvPr/>
        </p:nvSpPr>
        <p:spPr>
          <a:xfrm>
            <a:off x="6679511" y="1629444"/>
            <a:ext cx="4655655" cy="2585323"/>
          </a:xfrm>
          <a:prstGeom prst="rect">
            <a:avLst/>
          </a:prstGeom>
          <a:noFill/>
        </p:spPr>
        <p:txBody>
          <a:bodyPr wrap="square">
            <a:spAutoFit/>
          </a:bodyPr>
          <a:lstStyle/>
          <a:p>
            <a:r>
              <a:rPr lang="en-US" altLang="ja-JP" dirty="0" err="1"/>
              <a:t>GRP_PI_HQ_Admin</a:t>
            </a:r>
            <a:br>
              <a:rPr lang="en-US" altLang="ja-JP" dirty="0"/>
            </a:br>
            <a:r>
              <a:rPr lang="en-US" altLang="ja-JP" dirty="0" err="1"/>
              <a:t>GRP_PI_HQ_Engineer</a:t>
            </a:r>
            <a:br>
              <a:rPr lang="en-US" altLang="ja-JP" dirty="0"/>
            </a:br>
            <a:r>
              <a:rPr lang="en-US" altLang="ja-JP" dirty="0" err="1"/>
              <a:t>GRP_PI_HQ_Viewer</a:t>
            </a:r>
            <a:br>
              <a:rPr lang="en-US" altLang="ja-JP" dirty="0"/>
            </a:br>
            <a:br>
              <a:rPr lang="en-US" altLang="ja-JP" dirty="0"/>
            </a:br>
            <a:r>
              <a:rPr lang="en-US" altLang="ja-JP" dirty="0" err="1"/>
              <a:t>GRP_PI_SubCenterA_Engineer</a:t>
            </a:r>
            <a:br>
              <a:rPr lang="en-US" altLang="ja-JP" dirty="0"/>
            </a:br>
            <a:r>
              <a:rPr lang="en-US" altLang="ja-JP" dirty="0" err="1"/>
              <a:t>GRP_PI_SubCenterA_Viewer</a:t>
            </a:r>
            <a:br>
              <a:rPr lang="en-US" altLang="ja-JP" dirty="0"/>
            </a:br>
            <a:br>
              <a:rPr lang="en-US" altLang="ja-JP" dirty="0"/>
            </a:br>
            <a:r>
              <a:rPr lang="en-US" altLang="ja-JP" dirty="0" err="1"/>
              <a:t>GRP_PI_Plant_Operator</a:t>
            </a:r>
            <a:br>
              <a:rPr lang="en-US" altLang="ja-JP" dirty="0"/>
            </a:br>
            <a:r>
              <a:rPr lang="en-US" altLang="ja-JP" dirty="0" err="1"/>
              <a:t>GRP_PI_Plant_Maintenance</a:t>
            </a:r>
            <a:endParaRPr lang="ja-JP" altLang="en-US" dirty="0"/>
          </a:p>
        </p:txBody>
      </p:sp>
      <p:sp>
        <p:nvSpPr>
          <p:cNvPr id="7" name="矢印: 右 6">
            <a:extLst>
              <a:ext uri="{FF2B5EF4-FFF2-40B4-BE49-F238E27FC236}">
                <a16:creationId xmlns:a16="http://schemas.microsoft.com/office/drawing/2014/main" id="{A920D9A7-E99B-77B8-4B45-B0391C24D988}"/>
              </a:ext>
            </a:extLst>
          </p:cNvPr>
          <p:cNvSpPr/>
          <p:nvPr/>
        </p:nvSpPr>
        <p:spPr>
          <a:xfrm>
            <a:off x="5953539" y="1736965"/>
            <a:ext cx="437322" cy="36933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テキスト ボックス 7">
            <a:extLst>
              <a:ext uri="{FF2B5EF4-FFF2-40B4-BE49-F238E27FC236}">
                <a16:creationId xmlns:a16="http://schemas.microsoft.com/office/drawing/2014/main" id="{66A19AF6-EEBA-F9CE-DA0C-C4CAAF9FDBCC}"/>
              </a:ext>
            </a:extLst>
          </p:cNvPr>
          <p:cNvSpPr txBox="1"/>
          <p:nvPr/>
        </p:nvSpPr>
        <p:spPr>
          <a:xfrm>
            <a:off x="3621984" y="1736965"/>
            <a:ext cx="2331555" cy="369332"/>
          </a:xfrm>
          <a:prstGeom prst="rect">
            <a:avLst/>
          </a:prstGeom>
          <a:noFill/>
        </p:spPr>
        <p:txBody>
          <a:bodyPr wrap="square">
            <a:spAutoFit/>
          </a:bodyPr>
          <a:lstStyle/>
          <a:p>
            <a:r>
              <a:rPr lang="ja-JP" altLang="en-US" dirty="0"/>
              <a:t>ロールでグループ化</a:t>
            </a:r>
          </a:p>
        </p:txBody>
      </p:sp>
      <p:sp>
        <p:nvSpPr>
          <p:cNvPr id="9" name="テキスト ボックス 8">
            <a:extLst>
              <a:ext uri="{FF2B5EF4-FFF2-40B4-BE49-F238E27FC236}">
                <a16:creationId xmlns:a16="http://schemas.microsoft.com/office/drawing/2014/main" id="{B9074A7E-8D48-F022-ABA3-DB5695A12E11}"/>
              </a:ext>
            </a:extLst>
          </p:cNvPr>
          <p:cNvSpPr txBox="1"/>
          <p:nvPr/>
        </p:nvSpPr>
        <p:spPr>
          <a:xfrm>
            <a:off x="6679511" y="4466851"/>
            <a:ext cx="4655655" cy="2031325"/>
          </a:xfrm>
          <a:prstGeom prst="rect">
            <a:avLst/>
          </a:prstGeom>
          <a:noFill/>
        </p:spPr>
        <p:txBody>
          <a:bodyPr wrap="square">
            <a:spAutoFit/>
          </a:bodyPr>
          <a:lstStyle/>
          <a:p>
            <a:r>
              <a:rPr lang="en-US" altLang="ja-JP" dirty="0" err="1"/>
              <a:t>GRP_SVC_PIDataArchive</a:t>
            </a:r>
            <a:endParaRPr lang="en-US" altLang="ja-JP" dirty="0"/>
          </a:p>
          <a:p>
            <a:r>
              <a:rPr lang="en-US" altLang="ja-JP" dirty="0"/>
              <a:t>GRP_SVC_PIAF</a:t>
            </a:r>
          </a:p>
          <a:p>
            <a:r>
              <a:rPr lang="en-US" altLang="ja-JP" dirty="0" err="1"/>
              <a:t>GRP_SVC_PIVision</a:t>
            </a:r>
            <a:endParaRPr lang="en-US" altLang="ja-JP" dirty="0"/>
          </a:p>
          <a:p>
            <a:r>
              <a:rPr lang="en-US" altLang="ja-JP" dirty="0" err="1"/>
              <a:t>GRP_SVC_PIWebAPI</a:t>
            </a:r>
            <a:endParaRPr lang="en-US" altLang="ja-JP" dirty="0"/>
          </a:p>
          <a:p>
            <a:r>
              <a:rPr lang="en-US" altLang="ja-JP" dirty="0" err="1"/>
              <a:t>GRP_SVC_MQTTBroker</a:t>
            </a:r>
            <a:endParaRPr lang="en-US" altLang="ja-JP" dirty="0"/>
          </a:p>
          <a:p>
            <a:r>
              <a:rPr lang="en-US" altLang="ja-JP" dirty="0" err="1"/>
              <a:t>GRP_SVC_PIConnector</a:t>
            </a:r>
            <a:endParaRPr lang="en-US" altLang="ja-JP" dirty="0"/>
          </a:p>
          <a:p>
            <a:r>
              <a:rPr lang="en-US" altLang="ja-JP" dirty="0" err="1"/>
              <a:t>GRP_SVC_EdgeGateway</a:t>
            </a:r>
            <a:endParaRPr lang="ja-JP" altLang="en-US" dirty="0"/>
          </a:p>
        </p:txBody>
      </p:sp>
      <p:sp>
        <p:nvSpPr>
          <p:cNvPr id="10" name="矢印: 右 9">
            <a:extLst>
              <a:ext uri="{FF2B5EF4-FFF2-40B4-BE49-F238E27FC236}">
                <a16:creationId xmlns:a16="http://schemas.microsoft.com/office/drawing/2014/main" id="{BA155C7D-9C9B-FB25-012E-4E4218433D81}"/>
              </a:ext>
            </a:extLst>
          </p:cNvPr>
          <p:cNvSpPr/>
          <p:nvPr/>
        </p:nvSpPr>
        <p:spPr>
          <a:xfrm>
            <a:off x="6096000" y="4567038"/>
            <a:ext cx="437322" cy="36933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テキスト ボックス 10">
            <a:extLst>
              <a:ext uri="{FF2B5EF4-FFF2-40B4-BE49-F238E27FC236}">
                <a16:creationId xmlns:a16="http://schemas.microsoft.com/office/drawing/2014/main" id="{027F1EF6-62DC-28ED-C362-735FC5F9DEE1}"/>
              </a:ext>
            </a:extLst>
          </p:cNvPr>
          <p:cNvSpPr txBox="1"/>
          <p:nvPr/>
        </p:nvSpPr>
        <p:spPr>
          <a:xfrm>
            <a:off x="3621983" y="4567038"/>
            <a:ext cx="2474017" cy="369332"/>
          </a:xfrm>
          <a:prstGeom prst="rect">
            <a:avLst/>
          </a:prstGeom>
          <a:noFill/>
        </p:spPr>
        <p:txBody>
          <a:bodyPr wrap="square">
            <a:spAutoFit/>
          </a:bodyPr>
          <a:lstStyle/>
          <a:p>
            <a:r>
              <a:rPr lang="ja-JP" altLang="en-US" dirty="0"/>
              <a:t>サービスでグループ化</a:t>
            </a:r>
          </a:p>
        </p:txBody>
      </p:sp>
      <p:sp>
        <p:nvSpPr>
          <p:cNvPr id="13" name="テキスト ボックス 12">
            <a:extLst>
              <a:ext uri="{FF2B5EF4-FFF2-40B4-BE49-F238E27FC236}">
                <a16:creationId xmlns:a16="http://schemas.microsoft.com/office/drawing/2014/main" id="{0472A432-9341-A1AA-0B05-3524C7EC94D2}"/>
              </a:ext>
            </a:extLst>
          </p:cNvPr>
          <p:cNvSpPr txBox="1"/>
          <p:nvPr/>
        </p:nvSpPr>
        <p:spPr>
          <a:xfrm>
            <a:off x="226115" y="1444778"/>
            <a:ext cx="1886366" cy="369332"/>
          </a:xfrm>
          <a:prstGeom prst="rect">
            <a:avLst/>
          </a:prstGeom>
          <a:noFill/>
        </p:spPr>
        <p:txBody>
          <a:bodyPr wrap="square">
            <a:spAutoFit/>
          </a:bodyPr>
          <a:lstStyle/>
          <a:p>
            <a:r>
              <a:rPr lang="en-US" altLang="ja-JP" dirty="0"/>
              <a:t>OT AD</a:t>
            </a:r>
            <a:r>
              <a:rPr lang="ja-JP" altLang="en-US" dirty="0"/>
              <a:t>を新規</a:t>
            </a:r>
          </a:p>
        </p:txBody>
      </p:sp>
    </p:spTree>
    <p:extLst>
      <p:ext uri="{BB962C8B-B14F-4D97-AF65-F5344CB8AC3E}">
        <p14:creationId xmlns:p14="http://schemas.microsoft.com/office/powerpoint/2010/main" val="287914514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0225A87-03CD-4BA4-8498-2FC3D1777E79}"/>
              </a:ext>
            </a:extLst>
          </p:cNvPr>
          <p:cNvSpPr>
            <a:spLocks noGrp="1"/>
          </p:cNvSpPr>
          <p:nvPr>
            <p:ph type="title"/>
          </p:nvPr>
        </p:nvSpPr>
        <p:spPr/>
        <p:txBody>
          <a:bodyPr/>
          <a:lstStyle/>
          <a:p>
            <a:r>
              <a:rPr lang="en-US" altLang="ja-JP" dirty="0"/>
              <a:t>PI Data Archive Identity </a:t>
            </a:r>
            <a:r>
              <a:rPr lang="ja-JP" altLang="en-US" dirty="0"/>
              <a:t>設計</a:t>
            </a:r>
            <a:br>
              <a:rPr lang="en-US" altLang="ja-JP" dirty="0"/>
            </a:br>
            <a:r>
              <a:rPr lang="en-US" altLang="ja-JP" dirty="0"/>
              <a:t>The design of PI DA Identity</a:t>
            </a:r>
            <a:endParaRPr kumimoji="1" lang="ja-JP" altLang="en-US" dirty="0"/>
          </a:p>
        </p:txBody>
      </p:sp>
      <p:sp>
        <p:nvSpPr>
          <p:cNvPr id="4" name="テキスト ボックス 3">
            <a:extLst>
              <a:ext uri="{FF2B5EF4-FFF2-40B4-BE49-F238E27FC236}">
                <a16:creationId xmlns:a16="http://schemas.microsoft.com/office/drawing/2014/main" id="{52AC5938-E3D7-76D7-FC14-76C6605E72DD}"/>
              </a:ext>
            </a:extLst>
          </p:cNvPr>
          <p:cNvSpPr txBox="1"/>
          <p:nvPr/>
        </p:nvSpPr>
        <p:spPr>
          <a:xfrm>
            <a:off x="432888" y="908638"/>
            <a:ext cx="4069538" cy="3877985"/>
          </a:xfrm>
          <a:prstGeom prst="rect">
            <a:avLst/>
          </a:prstGeom>
          <a:noFill/>
        </p:spPr>
        <p:txBody>
          <a:bodyPr wrap="square">
            <a:spAutoFit/>
          </a:bodyPr>
          <a:lstStyle/>
          <a:p>
            <a:pPr marL="342900" indent="-342900">
              <a:buAutoNum type="arabicPeriod"/>
            </a:pPr>
            <a:r>
              <a:rPr lang="en-US" altLang="ja-JP" dirty="0"/>
              <a:t>PI Identity </a:t>
            </a:r>
            <a:r>
              <a:rPr lang="ja-JP" altLang="en-US" dirty="0"/>
              <a:t>分层</a:t>
            </a:r>
            <a:endParaRPr lang="en-US" altLang="ja-JP" dirty="0"/>
          </a:p>
          <a:p>
            <a:pPr lvl="1"/>
            <a:r>
              <a:rPr lang="en-US" altLang="ja-JP" sz="1600" dirty="0" err="1"/>
              <a:t>PI_HQ_Admin</a:t>
            </a:r>
            <a:endParaRPr lang="en-US" altLang="ja-JP" sz="1600" dirty="0"/>
          </a:p>
          <a:p>
            <a:pPr lvl="1"/>
            <a:r>
              <a:rPr lang="en-US" altLang="ja-JP" sz="1600" dirty="0" err="1"/>
              <a:t>PI_HQ_Engineer</a:t>
            </a:r>
            <a:endParaRPr lang="en-US" altLang="ja-JP" sz="1600" dirty="0"/>
          </a:p>
          <a:p>
            <a:pPr lvl="1"/>
            <a:r>
              <a:rPr lang="en-US" altLang="ja-JP" sz="1600" dirty="0" err="1"/>
              <a:t>PI_HQ_ReadOnly</a:t>
            </a:r>
            <a:endParaRPr lang="en-US" altLang="ja-JP" sz="1600" dirty="0"/>
          </a:p>
          <a:p>
            <a:pPr lvl="1"/>
            <a:endParaRPr lang="en-US" altLang="ja-JP" sz="1600" dirty="0"/>
          </a:p>
          <a:p>
            <a:pPr lvl="1"/>
            <a:r>
              <a:rPr lang="en-US" altLang="ja-JP" sz="1600" dirty="0" err="1"/>
              <a:t>PI_SubCenter_Engineer</a:t>
            </a:r>
            <a:endParaRPr lang="en-US" altLang="ja-JP" sz="1600" dirty="0"/>
          </a:p>
          <a:p>
            <a:pPr lvl="1"/>
            <a:r>
              <a:rPr lang="en-US" altLang="ja-JP" sz="1600" dirty="0" err="1"/>
              <a:t>PI_SubCenter_ReadOnly</a:t>
            </a:r>
            <a:endParaRPr lang="en-US" altLang="ja-JP" sz="1600" dirty="0"/>
          </a:p>
          <a:p>
            <a:pPr lvl="1"/>
            <a:endParaRPr lang="en-US" altLang="ja-JP" sz="1600" dirty="0"/>
          </a:p>
          <a:p>
            <a:pPr lvl="1"/>
            <a:r>
              <a:rPr lang="en-US" altLang="ja-JP" sz="1600" dirty="0" err="1"/>
              <a:t>PI_Plant_Operator</a:t>
            </a:r>
            <a:endParaRPr lang="en-US" altLang="ja-JP" sz="1600" dirty="0"/>
          </a:p>
          <a:p>
            <a:pPr lvl="1"/>
            <a:r>
              <a:rPr lang="en-US" altLang="ja-JP" sz="1600" dirty="0" err="1"/>
              <a:t>PI_Plant_ReadOnly</a:t>
            </a:r>
            <a:endParaRPr lang="en-US" altLang="ja-JP" sz="1600" dirty="0"/>
          </a:p>
          <a:p>
            <a:pPr lvl="1"/>
            <a:endParaRPr lang="en-US" altLang="ja-JP" sz="1600" dirty="0"/>
          </a:p>
          <a:p>
            <a:pPr lvl="1"/>
            <a:r>
              <a:rPr lang="en-US" altLang="ja-JP" sz="1600" dirty="0" err="1"/>
              <a:t>PI_Interface</a:t>
            </a:r>
            <a:endParaRPr lang="en-US" altLang="ja-JP" sz="1600" dirty="0"/>
          </a:p>
          <a:p>
            <a:pPr lvl="1"/>
            <a:r>
              <a:rPr lang="en-US" altLang="ja-JP" sz="1600" dirty="0" err="1"/>
              <a:t>PI_Connector</a:t>
            </a:r>
            <a:endParaRPr lang="en-US" altLang="ja-JP" sz="1600" dirty="0"/>
          </a:p>
          <a:p>
            <a:pPr lvl="1"/>
            <a:r>
              <a:rPr lang="en-US" altLang="ja-JP" sz="1600" dirty="0"/>
              <a:t>PI_MQTT</a:t>
            </a:r>
          </a:p>
          <a:p>
            <a:pPr lvl="1"/>
            <a:r>
              <a:rPr lang="en-US" altLang="ja-JP" sz="1600" dirty="0" err="1"/>
              <a:t>PI_Relay</a:t>
            </a:r>
            <a:endParaRPr lang="ja-JP" altLang="en-US" dirty="0"/>
          </a:p>
        </p:txBody>
      </p:sp>
      <p:sp>
        <p:nvSpPr>
          <p:cNvPr id="6" name="テキスト ボックス 5">
            <a:extLst>
              <a:ext uri="{FF2B5EF4-FFF2-40B4-BE49-F238E27FC236}">
                <a16:creationId xmlns:a16="http://schemas.microsoft.com/office/drawing/2014/main" id="{1D1881A6-C487-5848-4246-7C3F29C23EF8}"/>
              </a:ext>
            </a:extLst>
          </p:cNvPr>
          <p:cNvSpPr txBox="1"/>
          <p:nvPr/>
        </p:nvSpPr>
        <p:spPr>
          <a:xfrm>
            <a:off x="4929808" y="908638"/>
            <a:ext cx="6097656" cy="369332"/>
          </a:xfrm>
          <a:prstGeom prst="rect">
            <a:avLst/>
          </a:prstGeom>
          <a:noFill/>
        </p:spPr>
        <p:txBody>
          <a:bodyPr wrap="square">
            <a:spAutoFit/>
          </a:bodyPr>
          <a:lstStyle/>
          <a:p>
            <a:r>
              <a:rPr lang="en-US" altLang="ja-JP" dirty="0"/>
              <a:t>2. Windows Mapping</a:t>
            </a:r>
          </a:p>
        </p:txBody>
      </p:sp>
      <p:graphicFrame>
        <p:nvGraphicFramePr>
          <p:cNvPr id="9" name="表 8">
            <a:extLst>
              <a:ext uri="{FF2B5EF4-FFF2-40B4-BE49-F238E27FC236}">
                <a16:creationId xmlns:a16="http://schemas.microsoft.com/office/drawing/2014/main" id="{43A68BF8-601A-01B5-D51E-DEA7A9F478E0}"/>
              </a:ext>
            </a:extLst>
          </p:cNvPr>
          <p:cNvGraphicFramePr>
            <a:graphicFrameLocks noGrp="1"/>
          </p:cNvGraphicFramePr>
          <p:nvPr>
            <p:extLst>
              <p:ext uri="{D42A27DB-BD31-4B8C-83A1-F6EECF244321}">
                <p14:modId xmlns:p14="http://schemas.microsoft.com/office/powerpoint/2010/main" val="1541042726"/>
              </p:ext>
            </p:extLst>
          </p:nvPr>
        </p:nvGraphicFramePr>
        <p:xfrm>
          <a:off x="4929808" y="1431035"/>
          <a:ext cx="7444410" cy="1341120"/>
        </p:xfrm>
        <a:graphic>
          <a:graphicData uri="http://schemas.openxmlformats.org/drawingml/2006/table">
            <a:tbl>
              <a:tblPr/>
              <a:tblGrid>
                <a:gridCol w="3722205">
                  <a:extLst>
                    <a:ext uri="{9D8B030D-6E8A-4147-A177-3AD203B41FA5}">
                      <a16:colId xmlns:a16="http://schemas.microsoft.com/office/drawing/2014/main" val="4103585261"/>
                    </a:ext>
                  </a:extLst>
                </a:gridCol>
                <a:gridCol w="3722205">
                  <a:extLst>
                    <a:ext uri="{9D8B030D-6E8A-4147-A177-3AD203B41FA5}">
                      <a16:colId xmlns:a16="http://schemas.microsoft.com/office/drawing/2014/main" val="3920050822"/>
                    </a:ext>
                  </a:extLst>
                </a:gridCol>
              </a:tblGrid>
              <a:tr h="0">
                <a:tc>
                  <a:txBody>
                    <a:bodyPr/>
                    <a:lstStyle/>
                    <a:p>
                      <a:pPr>
                        <a:buNone/>
                      </a:pPr>
                      <a:r>
                        <a:rPr lang="en-US" sz="1600"/>
                        <a:t>Windows Group</a:t>
                      </a:r>
                    </a:p>
                  </a:txBody>
                  <a:tcPr anchor="ctr">
                    <a:lnL>
                      <a:noFill/>
                    </a:lnL>
                    <a:lnR>
                      <a:noFill/>
                    </a:lnR>
                    <a:lnT>
                      <a:noFill/>
                    </a:lnT>
                    <a:lnB>
                      <a:noFill/>
                    </a:lnB>
                    <a:noFill/>
                  </a:tcPr>
                </a:tc>
                <a:tc>
                  <a:txBody>
                    <a:bodyPr/>
                    <a:lstStyle/>
                    <a:p>
                      <a:pPr>
                        <a:buNone/>
                      </a:pPr>
                      <a:r>
                        <a:rPr lang="en-US" sz="1600"/>
                        <a:t>PI Identity</a:t>
                      </a:r>
                    </a:p>
                  </a:txBody>
                  <a:tcPr anchor="ctr">
                    <a:lnL>
                      <a:noFill/>
                    </a:lnL>
                    <a:lnR>
                      <a:noFill/>
                    </a:lnR>
                    <a:lnT>
                      <a:noFill/>
                    </a:lnT>
                    <a:lnB>
                      <a:noFill/>
                    </a:lnB>
                    <a:noFill/>
                  </a:tcPr>
                </a:tc>
                <a:extLst>
                  <a:ext uri="{0D108BD9-81ED-4DB2-BD59-A6C34878D82A}">
                    <a16:rowId xmlns:a16="http://schemas.microsoft.com/office/drawing/2014/main" val="908937698"/>
                  </a:ext>
                </a:extLst>
              </a:tr>
              <a:tr h="0">
                <a:tc>
                  <a:txBody>
                    <a:bodyPr/>
                    <a:lstStyle/>
                    <a:p>
                      <a:pPr>
                        <a:buNone/>
                      </a:pPr>
                      <a:r>
                        <a:rPr lang="en-US" sz="1600" dirty="0" err="1"/>
                        <a:t>GRP_PI_HQ_Admin</a:t>
                      </a:r>
                      <a:endParaRPr lang="en-US" sz="1600" dirty="0"/>
                    </a:p>
                  </a:txBody>
                  <a:tcPr anchor="ctr">
                    <a:lnL>
                      <a:noFill/>
                    </a:lnL>
                    <a:lnR>
                      <a:noFill/>
                    </a:lnR>
                    <a:lnT>
                      <a:noFill/>
                    </a:lnT>
                    <a:lnB>
                      <a:noFill/>
                    </a:lnB>
                    <a:noFill/>
                  </a:tcPr>
                </a:tc>
                <a:tc>
                  <a:txBody>
                    <a:bodyPr/>
                    <a:lstStyle/>
                    <a:p>
                      <a:pPr>
                        <a:buNone/>
                      </a:pPr>
                      <a:r>
                        <a:rPr lang="en-US" sz="1600"/>
                        <a:t>PI_HQ_Admin</a:t>
                      </a:r>
                    </a:p>
                  </a:txBody>
                  <a:tcPr anchor="ctr">
                    <a:lnL>
                      <a:noFill/>
                    </a:lnL>
                    <a:lnR>
                      <a:noFill/>
                    </a:lnR>
                    <a:lnT>
                      <a:noFill/>
                    </a:lnT>
                    <a:lnB>
                      <a:noFill/>
                    </a:lnB>
                    <a:noFill/>
                  </a:tcPr>
                </a:tc>
                <a:extLst>
                  <a:ext uri="{0D108BD9-81ED-4DB2-BD59-A6C34878D82A}">
                    <a16:rowId xmlns:a16="http://schemas.microsoft.com/office/drawing/2014/main" val="3481219222"/>
                  </a:ext>
                </a:extLst>
              </a:tr>
              <a:tr h="0">
                <a:tc>
                  <a:txBody>
                    <a:bodyPr/>
                    <a:lstStyle/>
                    <a:p>
                      <a:pPr>
                        <a:buNone/>
                      </a:pPr>
                      <a:r>
                        <a:rPr lang="en-US" sz="1600"/>
                        <a:t>GRP_PI_HQ_Engineer</a:t>
                      </a:r>
                    </a:p>
                  </a:txBody>
                  <a:tcPr anchor="ctr">
                    <a:lnL>
                      <a:noFill/>
                    </a:lnL>
                    <a:lnR>
                      <a:noFill/>
                    </a:lnR>
                    <a:lnT>
                      <a:noFill/>
                    </a:lnT>
                    <a:lnB>
                      <a:noFill/>
                    </a:lnB>
                    <a:noFill/>
                  </a:tcPr>
                </a:tc>
                <a:tc>
                  <a:txBody>
                    <a:bodyPr/>
                    <a:lstStyle/>
                    <a:p>
                      <a:pPr>
                        <a:buNone/>
                      </a:pPr>
                      <a:r>
                        <a:rPr lang="en-US" sz="1600" dirty="0" err="1"/>
                        <a:t>PI_HQ_Engineer</a:t>
                      </a:r>
                      <a:endParaRPr lang="en-US" sz="1600" dirty="0"/>
                    </a:p>
                  </a:txBody>
                  <a:tcPr anchor="ctr">
                    <a:lnL>
                      <a:noFill/>
                    </a:lnL>
                    <a:lnR>
                      <a:noFill/>
                    </a:lnR>
                    <a:lnT>
                      <a:noFill/>
                    </a:lnT>
                    <a:lnB>
                      <a:noFill/>
                    </a:lnB>
                    <a:noFill/>
                  </a:tcPr>
                </a:tc>
                <a:extLst>
                  <a:ext uri="{0D108BD9-81ED-4DB2-BD59-A6C34878D82A}">
                    <a16:rowId xmlns:a16="http://schemas.microsoft.com/office/drawing/2014/main" val="2908842045"/>
                  </a:ext>
                </a:extLst>
              </a:tr>
              <a:tr h="0">
                <a:tc>
                  <a:txBody>
                    <a:bodyPr/>
                    <a:lstStyle/>
                    <a:p>
                      <a:pPr>
                        <a:buNone/>
                      </a:pPr>
                      <a:r>
                        <a:rPr lang="en-US" sz="1600"/>
                        <a:t>GRP_PI_SubCenterA_Engineer</a:t>
                      </a:r>
                    </a:p>
                  </a:txBody>
                  <a:tcPr anchor="ctr">
                    <a:lnL>
                      <a:noFill/>
                    </a:lnL>
                    <a:lnR>
                      <a:noFill/>
                    </a:lnR>
                    <a:lnT>
                      <a:noFill/>
                    </a:lnT>
                    <a:lnB>
                      <a:noFill/>
                    </a:lnB>
                    <a:noFill/>
                  </a:tcPr>
                </a:tc>
                <a:tc>
                  <a:txBody>
                    <a:bodyPr/>
                    <a:lstStyle/>
                    <a:p>
                      <a:pPr>
                        <a:buNone/>
                      </a:pPr>
                      <a:r>
                        <a:rPr lang="en-US" sz="1600" dirty="0" err="1"/>
                        <a:t>PI_SubCenter_Engineer</a:t>
                      </a:r>
                      <a:endParaRPr lang="en-US" sz="1600" dirty="0"/>
                    </a:p>
                  </a:txBody>
                  <a:tcPr anchor="ctr">
                    <a:lnL>
                      <a:noFill/>
                    </a:lnL>
                    <a:lnR>
                      <a:noFill/>
                    </a:lnR>
                    <a:lnT>
                      <a:noFill/>
                    </a:lnT>
                    <a:lnB>
                      <a:noFill/>
                    </a:lnB>
                    <a:noFill/>
                  </a:tcPr>
                </a:tc>
                <a:extLst>
                  <a:ext uri="{0D108BD9-81ED-4DB2-BD59-A6C34878D82A}">
                    <a16:rowId xmlns:a16="http://schemas.microsoft.com/office/drawing/2014/main" val="2148252826"/>
                  </a:ext>
                </a:extLst>
              </a:tr>
            </a:tbl>
          </a:graphicData>
        </a:graphic>
      </p:graphicFrame>
    </p:spTree>
    <p:extLst>
      <p:ext uri="{BB962C8B-B14F-4D97-AF65-F5344CB8AC3E}">
        <p14:creationId xmlns:p14="http://schemas.microsoft.com/office/powerpoint/2010/main" val="34622848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B40FE69-2476-DEAD-86C1-3E077B779D6E}"/>
              </a:ext>
            </a:extLst>
          </p:cNvPr>
          <p:cNvSpPr>
            <a:spLocks noGrp="1"/>
          </p:cNvSpPr>
          <p:nvPr>
            <p:ph type="title"/>
          </p:nvPr>
        </p:nvSpPr>
        <p:spPr/>
        <p:txBody>
          <a:bodyPr/>
          <a:lstStyle/>
          <a:p>
            <a:r>
              <a:rPr kumimoji="1" lang="en-US" altLang="ja-JP" dirty="0"/>
              <a:t>PI DA </a:t>
            </a:r>
            <a:r>
              <a:rPr lang="en-US" altLang="ja-JP" dirty="0"/>
              <a:t>Data Security</a:t>
            </a:r>
            <a:r>
              <a:rPr lang="ja-JP" altLang="en-US" dirty="0"/>
              <a:t>設計</a:t>
            </a:r>
            <a:br>
              <a:rPr lang="en-US" altLang="ja-JP" dirty="0"/>
            </a:br>
            <a:r>
              <a:rPr lang="en-US" altLang="ja-JP" dirty="0"/>
              <a:t>The design of PI DA Data Security</a:t>
            </a:r>
            <a:br>
              <a:rPr lang="en-US" altLang="ja-JP" dirty="0"/>
            </a:br>
            <a:endParaRPr kumimoji="1" lang="ja-JP" altLang="en-US" dirty="0"/>
          </a:p>
        </p:txBody>
      </p:sp>
    </p:spTree>
    <p:extLst>
      <p:ext uri="{BB962C8B-B14F-4D97-AF65-F5344CB8AC3E}">
        <p14:creationId xmlns:p14="http://schemas.microsoft.com/office/powerpoint/2010/main" val="412951332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AEF7812-73CF-1B61-1217-8A642D1FCA71}"/>
              </a:ext>
            </a:extLst>
          </p:cNvPr>
          <p:cNvSpPr>
            <a:spLocks noGrp="1"/>
          </p:cNvSpPr>
          <p:nvPr>
            <p:ph type="title"/>
          </p:nvPr>
        </p:nvSpPr>
        <p:spPr/>
        <p:txBody>
          <a:bodyPr/>
          <a:lstStyle/>
          <a:p>
            <a:r>
              <a:rPr kumimoji="1" lang="en-US" altLang="ja-JP" dirty="0"/>
              <a:t>PI AF Security</a:t>
            </a:r>
            <a:r>
              <a:rPr kumimoji="1" lang="ja-JP" altLang="en-US" dirty="0"/>
              <a:t>　設計</a:t>
            </a:r>
          </a:p>
        </p:txBody>
      </p:sp>
      <p:sp>
        <p:nvSpPr>
          <p:cNvPr id="4" name="テキスト ボックス 3">
            <a:extLst>
              <a:ext uri="{FF2B5EF4-FFF2-40B4-BE49-F238E27FC236}">
                <a16:creationId xmlns:a16="http://schemas.microsoft.com/office/drawing/2014/main" id="{49A3D86D-61CA-59A0-AF34-764F30C3CE28}"/>
              </a:ext>
            </a:extLst>
          </p:cNvPr>
          <p:cNvSpPr txBox="1"/>
          <p:nvPr/>
        </p:nvSpPr>
        <p:spPr>
          <a:xfrm>
            <a:off x="265871" y="1067664"/>
            <a:ext cx="6097656" cy="2031325"/>
          </a:xfrm>
          <a:prstGeom prst="rect">
            <a:avLst/>
          </a:prstGeom>
          <a:noFill/>
        </p:spPr>
        <p:txBody>
          <a:bodyPr wrap="square">
            <a:spAutoFit/>
          </a:bodyPr>
          <a:lstStyle/>
          <a:p>
            <a:r>
              <a:rPr lang="ja-JP" altLang="en-US" b="1" dirty="0"/>
              <a:t>１．</a:t>
            </a:r>
            <a:r>
              <a:rPr lang="en-US" altLang="zh-CN" b="1" dirty="0"/>
              <a:t>AF </a:t>
            </a:r>
            <a:r>
              <a:rPr lang="zh-CN" altLang="en-US" b="1" dirty="0"/>
              <a:t>按组织结构建层级</a:t>
            </a:r>
            <a:endParaRPr lang="en-US" altLang="zh-CN" b="1" dirty="0"/>
          </a:p>
          <a:p>
            <a:pPr lvl="1"/>
            <a:r>
              <a:rPr lang="en-US" altLang="ja-JP" dirty="0"/>
              <a:t>Hydro</a:t>
            </a:r>
          </a:p>
          <a:p>
            <a:pPr lvl="1"/>
            <a:r>
              <a:rPr lang="en-US" altLang="ja-JP" dirty="0"/>
              <a:t> ├── HQ</a:t>
            </a:r>
          </a:p>
          <a:p>
            <a:pPr lvl="1"/>
            <a:r>
              <a:rPr lang="en-US" altLang="ja-JP" dirty="0"/>
              <a:t> ├── </a:t>
            </a:r>
            <a:r>
              <a:rPr lang="en-US" altLang="ja-JP" dirty="0" err="1"/>
              <a:t>SubCenterA</a:t>
            </a:r>
            <a:endParaRPr lang="en-US" altLang="ja-JP" dirty="0"/>
          </a:p>
          <a:p>
            <a:pPr lvl="1"/>
            <a:r>
              <a:rPr lang="en-US" altLang="ja-JP" dirty="0"/>
              <a:t> │     ├── Plant001</a:t>
            </a:r>
          </a:p>
          <a:p>
            <a:pPr lvl="1"/>
            <a:r>
              <a:rPr lang="en-US" altLang="ja-JP" dirty="0"/>
              <a:t> │     ├── Plant002</a:t>
            </a:r>
          </a:p>
          <a:p>
            <a:pPr lvl="1"/>
            <a:r>
              <a:rPr lang="en-US" altLang="ja-JP" dirty="0"/>
              <a:t> ├── </a:t>
            </a:r>
            <a:r>
              <a:rPr lang="en-US" altLang="ja-JP" dirty="0" err="1"/>
              <a:t>SubCenterB</a:t>
            </a:r>
            <a:endParaRPr lang="ja-JP" altLang="en-US" dirty="0"/>
          </a:p>
        </p:txBody>
      </p:sp>
      <p:sp>
        <p:nvSpPr>
          <p:cNvPr id="6" name="テキスト ボックス 5">
            <a:extLst>
              <a:ext uri="{FF2B5EF4-FFF2-40B4-BE49-F238E27FC236}">
                <a16:creationId xmlns:a16="http://schemas.microsoft.com/office/drawing/2014/main" id="{314F6221-182E-7925-9A6E-37541D7E7275}"/>
              </a:ext>
            </a:extLst>
          </p:cNvPr>
          <p:cNvSpPr txBox="1"/>
          <p:nvPr/>
        </p:nvSpPr>
        <p:spPr>
          <a:xfrm>
            <a:off x="5218026" y="968273"/>
            <a:ext cx="6097656" cy="369332"/>
          </a:xfrm>
          <a:prstGeom prst="rect">
            <a:avLst/>
          </a:prstGeom>
          <a:noFill/>
        </p:spPr>
        <p:txBody>
          <a:bodyPr wrap="square">
            <a:spAutoFit/>
          </a:bodyPr>
          <a:lstStyle/>
          <a:p>
            <a:r>
              <a:rPr lang="en-US" altLang="ja-JP" b="1" dirty="0"/>
              <a:t>2. AF Security</a:t>
            </a:r>
            <a:endParaRPr lang="ja-JP" altLang="en-US" b="1" dirty="0"/>
          </a:p>
        </p:txBody>
      </p:sp>
      <p:graphicFrame>
        <p:nvGraphicFramePr>
          <p:cNvPr id="7" name="表 6">
            <a:extLst>
              <a:ext uri="{FF2B5EF4-FFF2-40B4-BE49-F238E27FC236}">
                <a16:creationId xmlns:a16="http://schemas.microsoft.com/office/drawing/2014/main" id="{AAA8DA60-AD33-DD7A-1975-5FD793914894}"/>
              </a:ext>
            </a:extLst>
          </p:cNvPr>
          <p:cNvGraphicFramePr>
            <a:graphicFrameLocks noGrp="1"/>
          </p:cNvGraphicFramePr>
          <p:nvPr>
            <p:extLst>
              <p:ext uri="{D42A27DB-BD31-4B8C-83A1-F6EECF244321}">
                <p14:modId xmlns:p14="http://schemas.microsoft.com/office/powerpoint/2010/main" val="2057575765"/>
              </p:ext>
            </p:extLst>
          </p:nvPr>
        </p:nvGraphicFramePr>
        <p:xfrm>
          <a:off x="5102087" y="1471868"/>
          <a:ext cx="5999922" cy="1463040"/>
        </p:xfrm>
        <a:graphic>
          <a:graphicData uri="http://schemas.openxmlformats.org/drawingml/2006/table">
            <a:tbl>
              <a:tblPr/>
              <a:tblGrid>
                <a:gridCol w="2999961">
                  <a:extLst>
                    <a:ext uri="{9D8B030D-6E8A-4147-A177-3AD203B41FA5}">
                      <a16:colId xmlns:a16="http://schemas.microsoft.com/office/drawing/2014/main" val="1212132948"/>
                    </a:ext>
                  </a:extLst>
                </a:gridCol>
                <a:gridCol w="2999961">
                  <a:extLst>
                    <a:ext uri="{9D8B030D-6E8A-4147-A177-3AD203B41FA5}">
                      <a16:colId xmlns:a16="http://schemas.microsoft.com/office/drawing/2014/main" val="391335395"/>
                    </a:ext>
                  </a:extLst>
                </a:gridCol>
              </a:tblGrid>
              <a:tr h="0">
                <a:tc>
                  <a:txBody>
                    <a:bodyPr/>
                    <a:lstStyle/>
                    <a:p>
                      <a:pPr>
                        <a:buNone/>
                      </a:pPr>
                      <a:r>
                        <a:rPr lang="en-US"/>
                        <a:t>AF </a:t>
                      </a:r>
                      <a:r>
                        <a:rPr lang="ja-JP" altLang="en-US"/>
                        <a:t>区域</a:t>
                      </a:r>
                    </a:p>
                  </a:txBody>
                  <a:tcPr anchor="ctr">
                    <a:lnL>
                      <a:noFill/>
                    </a:lnL>
                    <a:lnR>
                      <a:noFill/>
                    </a:lnR>
                    <a:lnT>
                      <a:noFill/>
                    </a:lnT>
                    <a:lnB>
                      <a:noFill/>
                    </a:lnB>
                    <a:noFill/>
                  </a:tcPr>
                </a:tc>
                <a:tc>
                  <a:txBody>
                    <a:bodyPr/>
                    <a:lstStyle/>
                    <a:p>
                      <a:pPr>
                        <a:buNone/>
                      </a:pPr>
                      <a:r>
                        <a:rPr lang="ja-JP" altLang="en-US"/>
                        <a:t>权限组</a:t>
                      </a:r>
                    </a:p>
                  </a:txBody>
                  <a:tcPr anchor="ctr">
                    <a:lnL>
                      <a:noFill/>
                    </a:lnL>
                    <a:lnR>
                      <a:noFill/>
                    </a:lnR>
                    <a:lnT>
                      <a:noFill/>
                    </a:lnT>
                    <a:lnB>
                      <a:noFill/>
                    </a:lnB>
                    <a:noFill/>
                  </a:tcPr>
                </a:tc>
                <a:extLst>
                  <a:ext uri="{0D108BD9-81ED-4DB2-BD59-A6C34878D82A}">
                    <a16:rowId xmlns:a16="http://schemas.microsoft.com/office/drawing/2014/main" val="305480002"/>
                  </a:ext>
                </a:extLst>
              </a:tr>
              <a:tr h="0">
                <a:tc>
                  <a:txBody>
                    <a:bodyPr/>
                    <a:lstStyle/>
                    <a:p>
                      <a:pPr>
                        <a:buNone/>
                      </a:pPr>
                      <a:r>
                        <a:rPr lang="en-US"/>
                        <a:t>HQ</a:t>
                      </a:r>
                    </a:p>
                  </a:txBody>
                  <a:tcPr anchor="ctr">
                    <a:lnL>
                      <a:noFill/>
                    </a:lnL>
                    <a:lnR>
                      <a:noFill/>
                    </a:lnR>
                    <a:lnT>
                      <a:noFill/>
                    </a:lnT>
                    <a:lnB>
                      <a:noFill/>
                    </a:lnB>
                    <a:noFill/>
                  </a:tcPr>
                </a:tc>
                <a:tc>
                  <a:txBody>
                    <a:bodyPr/>
                    <a:lstStyle/>
                    <a:p>
                      <a:pPr>
                        <a:buNone/>
                      </a:pPr>
                      <a:r>
                        <a:rPr lang="en-US"/>
                        <a:t>HQ Admin</a:t>
                      </a:r>
                    </a:p>
                  </a:txBody>
                  <a:tcPr anchor="ctr">
                    <a:lnL>
                      <a:noFill/>
                    </a:lnL>
                    <a:lnR>
                      <a:noFill/>
                    </a:lnR>
                    <a:lnT>
                      <a:noFill/>
                    </a:lnT>
                    <a:lnB>
                      <a:noFill/>
                    </a:lnB>
                    <a:noFill/>
                  </a:tcPr>
                </a:tc>
                <a:extLst>
                  <a:ext uri="{0D108BD9-81ED-4DB2-BD59-A6C34878D82A}">
                    <a16:rowId xmlns:a16="http://schemas.microsoft.com/office/drawing/2014/main" val="908869950"/>
                  </a:ext>
                </a:extLst>
              </a:tr>
              <a:tr h="0">
                <a:tc>
                  <a:txBody>
                    <a:bodyPr/>
                    <a:lstStyle/>
                    <a:p>
                      <a:pPr>
                        <a:buNone/>
                      </a:pPr>
                      <a:r>
                        <a:rPr lang="en-US"/>
                        <a:t>SubCenterA</a:t>
                      </a:r>
                    </a:p>
                  </a:txBody>
                  <a:tcPr anchor="ctr">
                    <a:lnL>
                      <a:noFill/>
                    </a:lnL>
                    <a:lnR>
                      <a:noFill/>
                    </a:lnR>
                    <a:lnT>
                      <a:noFill/>
                    </a:lnT>
                    <a:lnB>
                      <a:noFill/>
                    </a:lnB>
                    <a:noFill/>
                  </a:tcPr>
                </a:tc>
                <a:tc>
                  <a:txBody>
                    <a:bodyPr/>
                    <a:lstStyle/>
                    <a:p>
                      <a:pPr>
                        <a:buNone/>
                      </a:pPr>
                      <a:r>
                        <a:rPr lang="en-US"/>
                        <a:t>SubCenterA Engineer</a:t>
                      </a:r>
                    </a:p>
                  </a:txBody>
                  <a:tcPr anchor="ctr">
                    <a:lnL>
                      <a:noFill/>
                    </a:lnL>
                    <a:lnR>
                      <a:noFill/>
                    </a:lnR>
                    <a:lnT>
                      <a:noFill/>
                    </a:lnT>
                    <a:lnB>
                      <a:noFill/>
                    </a:lnB>
                    <a:noFill/>
                  </a:tcPr>
                </a:tc>
                <a:extLst>
                  <a:ext uri="{0D108BD9-81ED-4DB2-BD59-A6C34878D82A}">
                    <a16:rowId xmlns:a16="http://schemas.microsoft.com/office/drawing/2014/main" val="1752868844"/>
                  </a:ext>
                </a:extLst>
              </a:tr>
              <a:tr h="0">
                <a:tc>
                  <a:txBody>
                    <a:bodyPr/>
                    <a:lstStyle/>
                    <a:p>
                      <a:pPr>
                        <a:buNone/>
                      </a:pPr>
                      <a:r>
                        <a:rPr lang="en-US" dirty="0"/>
                        <a:t>Plant001</a:t>
                      </a:r>
                    </a:p>
                  </a:txBody>
                  <a:tcPr anchor="ctr">
                    <a:lnL>
                      <a:noFill/>
                    </a:lnL>
                    <a:lnR>
                      <a:noFill/>
                    </a:lnR>
                    <a:lnT>
                      <a:noFill/>
                    </a:lnT>
                    <a:lnB>
                      <a:noFill/>
                    </a:lnB>
                    <a:noFill/>
                  </a:tcPr>
                </a:tc>
                <a:tc>
                  <a:txBody>
                    <a:bodyPr/>
                    <a:lstStyle/>
                    <a:p>
                      <a:pPr>
                        <a:buNone/>
                      </a:pPr>
                      <a:r>
                        <a:rPr lang="en-US" dirty="0"/>
                        <a:t>Plant001 Operator</a:t>
                      </a:r>
                    </a:p>
                  </a:txBody>
                  <a:tcPr anchor="ctr">
                    <a:lnL>
                      <a:noFill/>
                    </a:lnL>
                    <a:lnR>
                      <a:noFill/>
                    </a:lnR>
                    <a:lnT>
                      <a:noFill/>
                    </a:lnT>
                    <a:lnB>
                      <a:noFill/>
                    </a:lnB>
                    <a:noFill/>
                  </a:tcPr>
                </a:tc>
                <a:extLst>
                  <a:ext uri="{0D108BD9-81ED-4DB2-BD59-A6C34878D82A}">
                    <a16:rowId xmlns:a16="http://schemas.microsoft.com/office/drawing/2014/main" val="1804338233"/>
                  </a:ext>
                </a:extLst>
              </a:tr>
            </a:tbl>
          </a:graphicData>
        </a:graphic>
      </p:graphicFrame>
      <p:sp>
        <p:nvSpPr>
          <p:cNvPr id="10" name="テキスト ボックス 9">
            <a:extLst>
              <a:ext uri="{FF2B5EF4-FFF2-40B4-BE49-F238E27FC236}">
                <a16:creationId xmlns:a16="http://schemas.microsoft.com/office/drawing/2014/main" id="{DCFDFE54-9B5D-75F1-C161-D345A7C2D2A8}"/>
              </a:ext>
            </a:extLst>
          </p:cNvPr>
          <p:cNvSpPr txBox="1"/>
          <p:nvPr/>
        </p:nvSpPr>
        <p:spPr>
          <a:xfrm>
            <a:off x="4122254" y="85821"/>
            <a:ext cx="6097656" cy="646331"/>
          </a:xfrm>
          <a:prstGeom prst="rect">
            <a:avLst/>
          </a:prstGeom>
          <a:noFill/>
        </p:spPr>
        <p:txBody>
          <a:bodyPr wrap="square">
            <a:spAutoFit/>
          </a:bodyPr>
          <a:lstStyle/>
          <a:p>
            <a:r>
              <a:rPr lang="ja-JP" altLang="en-US" dirty="0"/>
              <a:t>子局只能看自己的站</a:t>
            </a:r>
          </a:p>
          <a:p>
            <a:r>
              <a:rPr lang="ja-JP" altLang="en-US" dirty="0"/>
              <a:t>母局能看全局</a:t>
            </a:r>
          </a:p>
        </p:txBody>
      </p:sp>
      <p:sp>
        <p:nvSpPr>
          <p:cNvPr id="12" name="テキスト ボックス 11">
            <a:extLst>
              <a:ext uri="{FF2B5EF4-FFF2-40B4-BE49-F238E27FC236}">
                <a16:creationId xmlns:a16="http://schemas.microsoft.com/office/drawing/2014/main" id="{4AEA7F4A-FD8B-F914-A1DD-A6C5C2CFBDD7}"/>
              </a:ext>
            </a:extLst>
          </p:cNvPr>
          <p:cNvSpPr txBox="1"/>
          <p:nvPr/>
        </p:nvSpPr>
        <p:spPr>
          <a:xfrm>
            <a:off x="4817993" y="4009647"/>
            <a:ext cx="6097656" cy="369332"/>
          </a:xfrm>
          <a:prstGeom prst="rect">
            <a:avLst/>
          </a:prstGeom>
          <a:noFill/>
        </p:spPr>
        <p:txBody>
          <a:bodyPr wrap="square">
            <a:spAutoFit/>
          </a:bodyPr>
          <a:lstStyle/>
          <a:p>
            <a:r>
              <a:rPr lang="en-US" altLang="ja-JP" dirty="0"/>
              <a:t>3. PI Vision </a:t>
            </a:r>
            <a:r>
              <a:rPr lang="ja-JP" altLang="en-US" dirty="0"/>
              <a:t>直接继承 </a:t>
            </a:r>
            <a:r>
              <a:rPr lang="en-US" altLang="ja-JP" dirty="0"/>
              <a:t>AF Security</a:t>
            </a:r>
            <a:endParaRPr lang="ja-JP" altLang="en-US" dirty="0"/>
          </a:p>
        </p:txBody>
      </p:sp>
    </p:spTree>
    <p:extLst>
      <p:ext uri="{BB962C8B-B14F-4D97-AF65-F5344CB8AC3E}">
        <p14:creationId xmlns:p14="http://schemas.microsoft.com/office/powerpoint/2010/main" val="92959496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56555BF-86F8-1D6A-A041-25D49BC7191D}"/>
              </a:ext>
            </a:extLst>
          </p:cNvPr>
          <p:cNvSpPr>
            <a:spLocks noGrp="1"/>
          </p:cNvSpPr>
          <p:nvPr>
            <p:ph type="title"/>
          </p:nvPr>
        </p:nvSpPr>
        <p:spPr/>
        <p:txBody>
          <a:bodyPr/>
          <a:lstStyle/>
          <a:p>
            <a:r>
              <a:rPr kumimoji="1" lang="en-US" altLang="ja-JP" dirty="0"/>
              <a:t>PI</a:t>
            </a:r>
            <a:r>
              <a:rPr kumimoji="1" lang="ja-JP" altLang="en-US" dirty="0"/>
              <a:t>　</a:t>
            </a:r>
            <a:r>
              <a:rPr kumimoji="1" lang="en-US" altLang="ja-JP" dirty="0"/>
              <a:t>Vision</a:t>
            </a:r>
            <a:r>
              <a:rPr kumimoji="1" lang="ja-JP" altLang="en-US" dirty="0"/>
              <a:t>　</a:t>
            </a:r>
            <a:r>
              <a:rPr kumimoji="1" lang="en-US" altLang="ja-JP" dirty="0"/>
              <a:t>Security</a:t>
            </a:r>
            <a:r>
              <a:rPr kumimoji="1" lang="ja-JP" altLang="en-US" dirty="0"/>
              <a:t>設計</a:t>
            </a:r>
          </a:p>
        </p:txBody>
      </p:sp>
      <p:sp>
        <p:nvSpPr>
          <p:cNvPr id="4" name="テキスト ボックス 3">
            <a:extLst>
              <a:ext uri="{FF2B5EF4-FFF2-40B4-BE49-F238E27FC236}">
                <a16:creationId xmlns:a16="http://schemas.microsoft.com/office/drawing/2014/main" id="{5236EC65-7E50-E846-8A9F-F59A5D1F2E2C}"/>
              </a:ext>
            </a:extLst>
          </p:cNvPr>
          <p:cNvSpPr txBox="1"/>
          <p:nvPr/>
        </p:nvSpPr>
        <p:spPr>
          <a:xfrm>
            <a:off x="432888" y="1117359"/>
            <a:ext cx="6097656" cy="369332"/>
          </a:xfrm>
          <a:prstGeom prst="rect">
            <a:avLst/>
          </a:prstGeom>
          <a:noFill/>
        </p:spPr>
        <p:txBody>
          <a:bodyPr wrap="square">
            <a:spAutoFit/>
          </a:bodyPr>
          <a:lstStyle/>
          <a:p>
            <a:r>
              <a:rPr lang="en-US" altLang="ja-JP" dirty="0"/>
              <a:t>PI Vision SSO </a:t>
            </a:r>
            <a:r>
              <a:rPr lang="ja-JP" altLang="en-US" dirty="0"/>
              <a:t>设计</a:t>
            </a:r>
          </a:p>
        </p:txBody>
      </p:sp>
      <p:sp>
        <p:nvSpPr>
          <p:cNvPr id="6" name="テキスト ボックス 5">
            <a:extLst>
              <a:ext uri="{FF2B5EF4-FFF2-40B4-BE49-F238E27FC236}">
                <a16:creationId xmlns:a16="http://schemas.microsoft.com/office/drawing/2014/main" id="{F0DFA82D-75BB-7DF1-4713-A6DC2C596B0C}"/>
              </a:ext>
            </a:extLst>
          </p:cNvPr>
          <p:cNvSpPr txBox="1"/>
          <p:nvPr/>
        </p:nvSpPr>
        <p:spPr>
          <a:xfrm>
            <a:off x="432888" y="1683890"/>
            <a:ext cx="6097656" cy="2308324"/>
          </a:xfrm>
          <a:prstGeom prst="rect">
            <a:avLst/>
          </a:prstGeom>
          <a:noFill/>
        </p:spPr>
        <p:txBody>
          <a:bodyPr wrap="square">
            <a:spAutoFit/>
          </a:bodyPr>
          <a:lstStyle/>
          <a:p>
            <a:pPr marL="342900" indent="-342900">
              <a:buAutoNum type="arabicPeriod"/>
            </a:pPr>
            <a:r>
              <a:rPr lang="ja-JP" altLang="en-US" dirty="0"/>
              <a:t>全部采用 </a:t>
            </a:r>
            <a:r>
              <a:rPr lang="en-US" altLang="ja-JP" dirty="0"/>
              <a:t>Windows Integrated Authentication</a:t>
            </a:r>
          </a:p>
          <a:p>
            <a:r>
              <a:rPr lang="en-US" altLang="ja-JP" dirty="0"/>
              <a:t>Kerberos SSO</a:t>
            </a:r>
          </a:p>
          <a:p>
            <a:endParaRPr lang="en-US" altLang="zh-CN" dirty="0"/>
          </a:p>
          <a:p>
            <a:r>
              <a:rPr lang="zh-CN" altLang="en-US" dirty="0">
                <a:solidFill>
                  <a:srgbClr val="FF0000"/>
                </a:solidFill>
              </a:rPr>
              <a:t>不要用</a:t>
            </a:r>
            <a:endParaRPr lang="en-US" altLang="zh-CN" dirty="0">
              <a:solidFill>
                <a:srgbClr val="FF0000"/>
              </a:solidFill>
            </a:endParaRPr>
          </a:p>
          <a:p>
            <a:r>
              <a:rPr lang="en-US" altLang="ja-JP" dirty="0"/>
              <a:t>Basic Auth</a:t>
            </a:r>
            <a:br>
              <a:rPr lang="en-US" altLang="ja-JP" dirty="0"/>
            </a:br>
            <a:r>
              <a:rPr lang="ja-JP" altLang="en-US" dirty="0"/>
              <a:t>匿名</a:t>
            </a:r>
            <a:endParaRPr lang="en-US" altLang="ja-JP" dirty="0"/>
          </a:p>
          <a:p>
            <a:endParaRPr lang="en-US" altLang="ja-JP" dirty="0"/>
          </a:p>
          <a:p>
            <a:endParaRPr lang="ja-JP" altLang="en-US" dirty="0"/>
          </a:p>
        </p:txBody>
      </p:sp>
    </p:spTree>
    <p:extLst>
      <p:ext uri="{BB962C8B-B14F-4D97-AF65-F5344CB8AC3E}">
        <p14:creationId xmlns:p14="http://schemas.microsoft.com/office/powerpoint/2010/main" val="172984056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2A7C92A-BAE6-008D-298E-62755CB63161}"/>
              </a:ext>
            </a:extLst>
          </p:cNvPr>
          <p:cNvSpPr>
            <a:spLocks noGrp="1"/>
          </p:cNvSpPr>
          <p:nvPr>
            <p:ph type="title"/>
          </p:nvPr>
        </p:nvSpPr>
        <p:spPr/>
        <p:txBody>
          <a:bodyPr/>
          <a:lstStyle/>
          <a:p>
            <a:r>
              <a:rPr kumimoji="1" lang="ja-JP" altLang="en-US" dirty="0"/>
              <a:t>ファイアウォール設計</a:t>
            </a:r>
          </a:p>
        </p:txBody>
      </p:sp>
      <p:sp>
        <p:nvSpPr>
          <p:cNvPr id="4" name="テキスト ボックス 3">
            <a:extLst>
              <a:ext uri="{FF2B5EF4-FFF2-40B4-BE49-F238E27FC236}">
                <a16:creationId xmlns:a16="http://schemas.microsoft.com/office/drawing/2014/main" id="{DDA84217-3269-9ECF-AE1D-19388BC0EFC6}"/>
              </a:ext>
            </a:extLst>
          </p:cNvPr>
          <p:cNvSpPr txBox="1"/>
          <p:nvPr/>
        </p:nvSpPr>
        <p:spPr>
          <a:xfrm>
            <a:off x="325506" y="1097481"/>
            <a:ext cx="6097656" cy="369332"/>
          </a:xfrm>
          <a:prstGeom prst="rect">
            <a:avLst/>
          </a:prstGeom>
          <a:noFill/>
        </p:spPr>
        <p:txBody>
          <a:bodyPr wrap="square">
            <a:spAutoFit/>
          </a:bodyPr>
          <a:lstStyle/>
          <a:p>
            <a:r>
              <a:rPr lang="en-US" altLang="ja-JP" dirty="0"/>
              <a:t>1. </a:t>
            </a:r>
            <a:r>
              <a:rPr lang="ja-JP" altLang="en-US" dirty="0"/>
              <a:t>禁止 </a:t>
            </a:r>
            <a:r>
              <a:rPr lang="en-US" altLang="ja-JP" dirty="0"/>
              <a:t>ANY-ANY</a:t>
            </a:r>
            <a:endParaRPr lang="ja-JP" altLang="en-US" dirty="0"/>
          </a:p>
        </p:txBody>
      </p:sp>
      <p:sp>
        <p:nvSpPr>
          <p:cNvPr id="6" name="テキスト ボックス 5">
            <a:extLst>
              <a:ext uri="{FF2B5EF4-FFF2-40B4-BE49-F238E27FC236}">
                <a16:creationId xmlns:a16="http://schemas.microsoft.com/office/drawing/2014/main" id="{2AE0F0A9-038B-E2A4-E52B-396A5D149AB1}"/>
              </a:ext>
            </a:extLst>
          </p:cNvPr>
          <p:cNvSpPr txBox="1"/>
          <p:nvPr/>
        </p:nvSpPr>
        <p:spPr>
          <a:xfrm>
            <a:off x="524289" y="1899273"/>
            <a:ext cx="6097656" cy="2031325"/>
          </a:xfrm>
          <a:prstGeom prst="rect">
            <a:avLst/>
          </a:prstGeom>
          <a:noFill/>
        </p:spPr>
        <p:txBody>
          <a:bodyPr wrap="square">
            <a:spAutoFit/>
          </a:bodyPr>
          <a:lstStyle/>
          <a:p>
            <a:pPr>
              <a:buNone/>
            </a:pPr>
            <a:r>
              <a:rPr lang="zh-CN" altLang="en-US" b="1" dirty="0"/>
              <a:t>子局 → 母局</a:t>
            </a:r>
          </a:p>
          <a:p>
            <a:pPr>
              <a:buNone/>
            </a:pPr>
            <a:r>
              <a:rPr lang="zh-CN" altLang="en-US" dirty="0"/>
              <a:t>推荐单向：</a:t>
            </a:r>
            <a:endParaRPr lang="en-US" altLang="zh-CN" dirty="0"/>
          </a:p>
          <a:p>
            <a:pPr>
              <a:buNone/>
            </a:pPr>
            <a:r>
              <a:rPr lang="en-US" altLang="ja-JP" dirty="0"/>
              <a:t>MQTT 8883</a:t>
            </a:r>
            <a:br>
              <a:rPr lang="en-US" altLang="ja-JP" dirty="0"/>
            </a:br>
            <a:r>
              <a:rPr lang="en-US" altLang="ja-JP" dirty="0"/>
              <a:t>PI Relay</a:t>
            </a:r>
          </a:p>
          <a:p>
            <a:pPr>
              <a:buNone/>
            </a:pPr>
            <a:r>
              <a:rPr lang="zh-CN" altLang="en-US" dirty="0"/>
              <a:t> </a:t>
            </a:r>
            <a:endParaRPr lang="en-US" altLang="zh-CN" dirty="0"/>
          </a:p>
          <a:p>
            <a:pPr>
              <a:buNone/>
            </a:pPr>
            <a:endParaRPr lang="en-US" altLang="zh-CN" dirty="0"/>
          </a:p>
          <a:p>
            <a:pPr>
              <a:buNone/>
            </a:pPr>
            <a:r>
              <a:rPr lang="zh-CN" altLang="en-US" dirty="0"/>
              <a:t>避免</a:t>
            </a:r>
            <a:r>
              <a:rPr lang="ja-JP" altLang="en-US" dirty="0"/>
              <a:t>母局主动拉 </a:t>
            </a:r>
            <a:r>
              <a:rPr lang="en-US" altLang="ja-JP" dirty="0"/>
              <a:t>OPC</a:t>
            </a:r>
            <a:endParaRPr lang="en-US" altLang="zh-CN" dirty="0"/>
          </a:p>
        </p:txBody>
      </p:sp>
      <p:sp>
        <p:nvSpPr>
          <p:cNvPr id="8" name="テキスト ボックス 7">
            <a:extLst>
              <a:ext uri="{FF2B5EF4-FFF2-40B4-BE49-F238E27FC236}">
                <a16:creationId xmlns:a16="http://schemas.microsoft.com/office/drawing/2014/main" id="{E47F58F4-E995-AC12-0519-46584AF07185}"/>
              </a:ext>
            </a:extLst>
          </p:cNvPr>
          <p:cNvSpPr txBox="1"/>
          <p:nvPr/>
        </p:nvSpPr>
        <p:spPr>
          <a:xfrm>
            <a:off x="6348619" y="941947"/>
            <a:ext cx="5190711" cy="923330"/>
          </a:xfrm>
          <a:prstGeom prst="rect">
            <a:avLst/>
          </a:prstGeom>
          <a:noFill/>
        </p:spPr>
        <p:txBody>
          <a:bodyPr wrap="square">
            <a:spAutoFit/>
          </a:bodyPr>
          <a:lstStyle/>
          <a:p>
            <a:r>
              <a:rPr lang="en-US" altLang="ja-JP" dirty="0"/>
              <a:t>DMZ </a:t>
            </a:r>
            <a:r>
              <a:rPr lang="ja-JP" altLang="en-US" dirty="0"/>
              <a:t>到 </a:t>
            </a:r>
            <a:r>
              <a:rPr lang="en-US" altLang="ja-JP" dirty="0"/>
              <a:t>Inner DMZ</a:t>
            </a:r>
          </a:p>
          <a:p>
            <a:endParaRPr lang="en-US" altLang="ja-JP" dirty="0"/>
          </a:p>
          <a:p>
            <a:r>
              <a:rPr lang="ja-JP" altLang="en-US" dirty="0"/>
              <a:t>只允许：</a:t>
            </a:r>
          </a:p>
        </p:txBody>
      </p:sp>
      <p:graphicFrame>
        <p:nvGraphicFramePr>
          <p:cNvPr id="9" name="表 8">
            <a:extLst>
              <a:ext uri="{FF2B5EF4-FFF2-40B4-BE49-F238E27FC236}">
                <a16:creationId xmlns:a16="http://schemas.microsoft.com/office/drawing/2014/main" id="{C344DC6A-33E6-1729-6245-9D3C34F95755}"/>
              </a:ext>
            </a:extLst>
          </p:cNvPr>
          <p:cNvGraphicFramePr>
            <a:graphicFrameLocks noGrp="1"/>
          </p:cNvGraphicFramePr>
          <p:nvPr>
            <p:extLst>
              <p:ext uri="{D42A27DB-BD31-4B8C-83A1-F6EECF244321}">
                <p14:modId xmlns:p14="http://schemas.microsoft.com/office/powerpoint/2010/main" val="3566125814"/>
              </p:ext>
            </p:extLst>
          </p:nvPr>
        </p:nvGraphicFramePr>
        <p:xfrm>
          <a:off x="6348619" y="1965960"/>
          <a:ext cx="5319092" cy="1463040"/>
        </p:xfrm>
        <a:graphic>
          <a:graphicData uri="http://schemas.openxmlformats.org/drawingml/2006/table">
            <a:tbl>
              <a:tblPr/>
              <a:tblGrid>
                <a:gridCol w="2659546">
                  <a:extLst>
                    <a:ext uri="{9D8B030D-6E8A-4147-A177-3AD203B41FA5}">
                      <a16:colId xmlns:a16="http://schemas.microsoft.com/office/drawing/2014/main" val="2295813946"/>
                    </a:ext>
                  </a:extLst>
                </a:gridCol>
                <a:gridCol w="2659546">
                  <a:extLst>
                    <a:ext uri="{9D8B030D-6E8A-4147-A177-3AD203B41FA5}">
                      <a16:colId xmlns:a16="http://schemas.microsoft.com/office/drawing/2014/main" val="1726804661"/>
                    </a:ext>
                  </a:extLst>
                </a:gridCol>
              </a:tblGrid>
              <a:tr h="0">
                <a:tc>
                  <a:txBody>
                    <a:bodyPr/>
                    <a:lstStyle/>
                    <a:p>
                      <a:pPr>
                        <a:buNone/>
                      </a:pPr>
                      <a:r>
                        <a:rPr lang="ja-JP" altLang="en-US"/>
                        <a:t>服务</a:t>
                      </a:r>
                    </a:p>
                  </a:txBody>
                  <a:tcPr anchor="ctr">
                    <a:lnL>
                      <a:noFill/>
                    </a:lnL>
                    <a:lnR>
                      <a:noFill/>
                    </a:lnR>
                    <a:lnT>
                      <a:noFill/>
                    </a:lnT>
                    <a:lnB>
                      <a:noFill/>
                    </a:lnB>
                    <a:noFill/>
                  </a:tcPr>
                </a:tc>
                <a:tc>
                  <a:txBody>
                    <a:bodyPr/>
                    <a:lstStyle/>
                    <a:p>
                      <a:pPr>
                        <a:buNone/>
                      </a:pPr>
                      <a:r>
                        <a:rPr lang="ja-JP" altLang="en-US"/>
                        <a:t>端口</a:t>
                      </a:r>
                    </a:p>
                  </a:txBody>
                  <a:tcPr anchor="ctr">
                    <a:lnL>
                      <a:noFill/>
                    </a:lnL>
                    <a:lnR>
                      <a:noFill/>
                    </a:lnR>
                    <a:lnT>
                      <a:noFill/>
                    </a:lnT>
                    <a:lnB>
                      <a:noFill/>
                    </a:lnB>
                    <a:noFill/>
                  </a:tcPr>
                </a:tc>
                <a:extLst>
                  <a:ext uri="{0D108BD9-81ED-4DB2-BD59-A6C34878D82A}">
                    <a16:rowId xmlns:a16="http://schemas.microsoft.com/office/drawing/2014/main" val="1767485592"/>
                  </a:ext>
                </a:extLst>
              </a:tr>
              <a:tr h="0">
                <a:tc>
                  <a:txBody>
                    <a:bodyPr/>
                    <a:lstStyle/>
                    <a:p>
                      <a:pPr>
                        <a:buNone/>
                      </a:pPr>
                      <a:r>
                        <a:rPr lang="en-US"/>
                        <a:t>AF SDK</a:t>
                      </a:r>
                    </a:p>
                  </a:txBody>
                  <a:tcPr anchor="ctr">
                    <a:lnL>
                      <a:noFill/>
                    </a:lnL>
                    <a:lnR>
                      <a:noFill/>
                    </a:lnR>
                    <a:lnT>
                      <a:noFill/>
                    </a:lnT>
                    <a:lnB>
                      <a:noFill/>
                    </a:lnB>
                    <a:noFill/>
                  </a:tcPr>
                </a:tc>
                <a:tc>
                  <a:txBody>
                    <a:bodyPr/>
                    <a:lstStyle/>
                    <a:p>
                      <a:pPr>
                        <a:buNone/>
                      </a:pPr>
                      <a:r>
                        <a:rPr lang="en-US" altLang="ja-JP"/>
                        <a:t>5457</a:t>
                      </a:r>
                    </a:p>
                  </a:txBody>
                  <a:tcPr anchor="ctr">
                    <a:lnL>
                      <a:noFill/>
                    </a:lnL>
                    <a:lnR>
                      <a:noFill/>
                    </a:lnR>
                    <a:lnT>
                      <a:noFill/>
                    </a:lnT>
                    <a:lnB>
                      <a:noFill/>
                    </a:lnB>
                    <a:noFill/>
                  </a:tcPr>
                </a:tc>
                <a:extLst>
                  <a:ext uri="{0D108BD9-81ED-4DB2-BD59-A6C34878D82A}">
                    <a16:rowId xmlns:a16="http://schemas.microsoft.com/office/drawing/2014/main" val="1553591033"/>
                  </a:ext>
                </a:extLst>
              </a:tr>
              <a:tr h="0">
                <a:tc>
                  <a:txBody>
                    <a:bodyPr/>
                    <a:lstStyle/>
                    <a:p>
                      <a:pPr>
                        <a:buNone/>
                      </a:pPr>
                      <a:r>
                        <a:rPr lang="en-US"/>
                        <a:t>PI DA</a:t>
                      </a:r>
                    </a:p>
                  </a:txBody>
                  <a:tcPr anchor="ctr">
                    <a:lnL>
                      <a:noFill/>
                    </a:lnL>
                    <a:lnR>
                      <a:noFill/>
                    </a:lnR>
                    <a:lnT>
                      <a:noFill/>
                    </a:lnT>
                    <a:lnB>
                      <a:noFill/>
                    </a:lnB>
                    <a:noFill/>
                  </a:tcPr>
                </a:tc>
                <a:tc>
                  <a:txBody>
                    <a:bodyPr/>
                    <a:lstStyle/>
                    <a:p>
                      <a:pPr>
                        <a:buNone/>
                      </a:pPr>
                      <a:r>
                        <a:rPr lang="en-US" altLang="ja-JP"/>
                        <a:t>5450</a:t>
                      </a:r>
                    </a:p>
                  </a:txBody>
                  <a:tcPr anchor="ctr">
                    <a:lnL>
                      <a:noFill/>
                    </a:lnL>
                    <a:lnR>
                      <a:noFill/>
                    </a:lnR>
                    <a:lnT>
                      <a:noFill/>
                    </a:lnT>
                    <a:lnB>
                      <a:noFill/>
                    </a:lnB>
                    <a:noFill/>
                  </a:tcPr>
                </a:tc>
                <a:extLst>
                  <a:ext uri="{0D108BD9-81ED-4DB2-BD59-A6C34878D82A}">
                    <a16:rowId xmlns:a16="http://schemas.microsoft.com/office/drawing/2014/main" val="1155549081"/>
                  </a:ext>
                </a:extLst>
              </a:tr>
              <a:tr h="0">
                <a:tc>
                  <a:txBody>
                    <a:bodyPr/>
                    <a:lstStyle/>
                    <a:p>
                      <a:pPr>
                        <a:buNone/>
                      </a:pPr>
                      <a:r>
                        <a:rPr lang="en-US"/>
                        <a:t>SQL</a:t>
                      </a:r>
                    </a:p>
                  </a:txBody>
                  <a:tcPr anchor="ctr">
                    <a:lnL>
                      <a:noFill/>
                    </a:lnL>
                    <a:lnR>
                      <a:noFill/>
                    </a:lnR>
                    <a:lnT>
                      <a:noFill/>
                    </a:lnT>
                    <a:lnB>
                      <a:noFill/>
                    </a:lnB>
                    <a:noFill/>
                  </a:tcPr>
                </a:tc>
                <a:tc>
                  <a:txBody>
                    <a:bodyPr/>
                    <a:lstStyle/>
                    <a:p>
                      <a:pPr>
                        <a:buNone/>
                      </a:pPr>
                      <a:r>
                        <a:rPr lang="en-US" altLang="ja-JP" dirty="0"/>
                        <a:t>1433</a:t>
                      </a:r>
                    </a:p>
                  </a:txBody>
                  <a:tcPr anchor="ctr">
                    <a:lnL>
                      <a:noFill/>
                    </a:lnL>
                    <a:lnR>
                      <a:noFill/>
                    </a:lnR>
                    <a:lnT>
                      <a:noFill/>
                    </a:lnT>
                    <a:lnB>
                      <a:noFill/>
                    </a:lnB>
                    <a:noFill/>
                  </a:tcPr>
                </a:tc>
                <a:extLst>
                  <a:ext uri="{0D108BD9-81ED-4DB2-BD59-A6C34878D82A}">
                    <a16:rowId xmlns:a16="http://schemas.microsoft.com/office/drawing/2014/main" val="93466433"/>
                  </a:ext>
                </a:extLst>
              </a:tr>
            </a:tbl>
          </a:graphicData>
        </a:graphic>
      </p:graphicFrame>
    </p:spTree>
    <p:extLst>
      <p:ext uri="{BB962C8B-B14F-4D97-AF65-F5344CB8AC3E}">
        <p14:creationId xmlns:p14="http://schemas.microsoft.com/office/powerpoint/2010/main" val="88235868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681C92F-98BF-7457-4AD0-A516FB05E518}"/>
              </a:ext>
            </a:extLst>
          </p:cNvPr>
          <p:cNvSpPr>
            <a:spLocks noGrp="1"/>
          </p:cNvSpPr>
          <p:nvPr>
            <p:ph type="title"/>
          </p:nvPr>
        </p:nvSpPr>
        <p:spPr/>
        <p:txBody>
          <a:bodyPr/>
          <a:lstStyle/>
          <a:p>
            <a:r>
              <a:rPr kumimoji="1" lang="ja-JP" altLang="en-US" dirty="0"/>
              <a:t>セキュリティー将来</a:t>
            </a:r>
          </a:p>
        </p:txBody>
      </p:sp>
      <p:sp>
        <p:nvSpPr>
          <p:cNvPr id="4" name="テキスト ボックス 3">
            <a:extLst>
              <a:ext uri="{FF2B5EF4-FFF2-40B4-BE49-F238E27FC236}">
                <a16:creationId xmlns:a16="http://schemas.microsoft.com/office/drawing/2014/main" id="{2B8517BA-897D-86D8-E945-7AB8CC211177}"/>
              </a:ext>
            </a:extLst>
          </p:cNvPr>
          <p:cNvSpPr txBox="1"/>
          <p:nvPr/>
        </p:nvSpPr>
        <p:spPr>
          <a:xfrm>
            <a:off x="432888" y="833015"/>
            <a:ext cx="6097656" cy="2031325"/>
          </a:xfrm>
          <a:prstGeom prst="rect">
            <a:avLst/>
          </a:prstGeom>
          <a:noFill/>
        </p:spPr>
        <p:txBody>
          <a:bodyPr wrap="square">
            <a:spAutoFit/>
          </a:bodyPr>
          <a:lstStyle/>
          <a:p>
            <a:pPr>
              <a:buNone/>
            </a:pPr>
            <a:r>
              <a:rPr lang="zh-CN" altLang="en-US" b="1" dirty="0"/>
              <a:t>十一、未来扩展建议（</a:t>
            </a:r>
            <a:r>
              <a:rPr lang="en-US" altLang="zh-CN" b="1" dirty="0"/>
              <a:t>201 </a:t>
            </a:r>
            <a:r>
              <a:rPr lang="zh-CN" altLang="en-US" b="1" dirty="0"/>
              <a:t>个站点很关键）</a:t>
            </a:r>
          </a:p>
          <a:p>
            <a:pPr>
              <a:buNone/>
            </a:pPr>
            <a:r>
              <a:rPr lang="en-US" altLang="zh-CN" b="1" dirty="0"/>
              <a:t>1. </a:t>
            </a:r>
            <a:r>
              <a:rPr lang="zh-CN" altLang="en-US" b="1" dirty="0"/>
              <a:t>不要为每个站创建单独用户</a:t>
            </a:r>
          </a:p>
          <a:p>
            <a:pPr>
              <a:buNone/>
            </a:pPr>
            <a:r>
              <a:rPr lang="zh-CN" altLang="en-US" dirty="0"/>
              <a:t>应该：</a:t>
            </a:r>
          </a:p>
          <a:p>
            <a:pPr rtl="0">
              <a:buNone/>
            </a:pPr>
            <a:r>
              <a:rPr lang="zh-CN" altLang="en-US" dirty="0">
                <a:latin typeface="Courier New" panose="02070309020205020404" pitchFamily="49" charset="0"/>
              </a:rPr>
              <a:t>按角色</a:t>
            </a:r>
            <a:br>
              <a:rPr lang="zh-CN" altLang="en-US" dirty="0">
                <a:latin typeface="Courier New" panose="02070309020205020404" pitchFamily="49" charset="0"/>
              </a:rPr>
            </a:br>
            <a:r>
              <a:rPr lang="zh-CN" altLang="en-US" dirty="0">
                <a:latin typeface="Courier New" panose="02070309020205020404" pitchFamily="49" charset="0"/>
              </a:rPr>
              <a:t>按区域</a:t>
            </a:r>
            <a:br>
              <a:rPr lang="zh-CN" altLang="en-US" dirty="0">
                <a:latin typeface="Courier New" panose="02070309020205020404" pitchFamily="49" charset="0"/>
              </a:rPr>
            </a:br>
            <a:r>
              <a:rPr lang="zh-CN" altLang="en-US" dirty="0">
                <a:latin typeface="Courier New" panose="02070309020205020404" pitchFamily="49" charset="0"/>
              </a:rPr>
              <a:t>按组织</a:t>
            </a:r>
          </a:p>
          <a:p>
            <a:pPr>
              <a:buNone/>
            </a:pPr>
            <a:r>
              <a:rPr lang="zh-CN" altLang="en-US" dirty="0"/>
              <a:t>管理。</a:t>
            </a:r>
          </a:p>
        </p:txBody>
      </p:sp>
      <p:sp>
        <p:nvSpPr>
          <p:cNvPr id="6" name="テキスト ボックス 5">
            <a:extLst>
              <a:ext uri="{FF2B5EF4-FFF2-40B4-BE49-F238E27FC236}">
                <a16:creationId xmlns:a16="http://schemas.microsoft.com/office/drawing/2014/main" id="{7108A7FF-68E5-3418-E223-5A700FF6EAAF}"/>
              </a:ext>
            </a:extLst>
          </p:cNvPr>
          <p:cNvSpPr txBox="1"/>
          <p:nvPr/>
        </p:nvSpPr>
        <p:spPr>
          <a:xfrm>
            <a:off x="514350" y="3323847"/>
            <a:ext cx="6097656" cy="369332"/>
          </a:xfrm>
          <a:prstGeom prst="rect">
            <a:avLst/>
          </a:prstGeom>
          <a:noFill/>
        </p:spPr>
        <p:txBody>
          <a:bodyPr wrap="square">
            <a:spAutoFit/>
          </a:bodyPr>
          <a:lstStyle/>
          <a:p>
            <a:r>
              <a:rPr lang="en-US" altLang="zh-CN" dirty="0"/>
              <a:t>2. </a:t>
            </a:r>
            <a:r>
              <a:rPr lang="zh-CN" altLang="en-US" dirty="0"/>
              <a:t>命名规范必须提前统一</a:t>
            </a:r>
            <a:endParaRPr lang="ja-JP" altLang="en-US" dirty="0"/>
          </a:p>
        </p:txBody>
      </p:sp>
      <p:sp>
        <p:nvSpPr>
          <p:cNvPr id="8" name="テキスト ボックス 7">
            <a:extLst>
              <a:ext uri="{FF2B5EF4-FFF2-40B4-BE49-F238E27FC236}">
                <a16:creationId xmlns:a16="http://schemas.microsoft.com/office/drawing/2014/main" id="{CE89D5F5-4ED1-0441-0689-834A46907475}"/>
              </a:ext>
            </a:extLst>
          </p:cNvPr>
          <p:cNvSpPr txBox="1"/>
          <p:nvPr/>
        </p:nvSpPr>
        <p:spPr>
          <a:xfrm>
            <a:off x="713132" y="3968020"/>
            <a:ext cx="1533111" cy="369332"/>
          </a:xfrm>
          <a:prstGeom prst="rect">
            <a:avLst/>
          </a:prstGeom>
          <a:noFill/>
        </p:spPr>
        <p:txBody>
          <a:bodyPr wrap="square">
            <a:spAutoFit/>
          </a:bodyPr>
          <a:lstStyle/>
          <a:p>
            <a:r>
              <a:rPr lang="en-US" altLang="ja-JP" dirty="0"/>
              <a:t>PI Points</a:t>
            </a:r>
            <a:endParaRPr lang="ja-JP" altLang="en-US" dirty="0"/>
          </a:p>
        </p:txBody>
      </p:sp>
      <p:sp>
        <p:nvSpPr>
          <p:cNvPr id="10" name="テキスト ボックス 9">
            <a:extLst>
              <a:ext uri="{FF2B5EF4-FFF2-40B4-BE49-F238E27FC236}">
                <a16:creationId xmlns:a16="http://schemas.microsoft.com/office/drawing/2014/main" id="{DDD21A20-31D1-9AED-C139-A8CC578983B5}"/>
              </a:ext>
            </a:extLst>
          </p:cNvPr>
          <p:cNvSpPr txBox="1"/>
          <p:nvPr/>
        </p:nvSpPr>
        <p:spPr>
          <a:xfrm>
            <a:off x="3396698" y="3968020"/>
            <a:ext cx="6097656" cy="369332"/>
          </a:xfrm>
          <a:prstGeom prst="rect">
            <a:avLst/>
          </a:prstGeom>
          <a:noFill/>
        </p:spPr>
        <p:txBody>
          <a:bodyPr wrap="square">
            <a:spAutoFit/>
          </a:bodyPr>
          <a:lstStyle/>
          <a:p>
            <a:r>
              <a:rPr lang="ja-JP" altLang="en-US" dirty="0"/>
              <a:t>SC01_PLANT001_GEN01_POWER</a:t>
            </a:r>
          </a:p>
        </p:txBody>
      </p:sp>
      <p:sp>
        <p:nvSpPr>
          <p:cNvPr id="11" name="矢印: 右 10">
            <a:extLst>
              <a:ext uri="{FF2B5EF4-FFF2-40B4-BE49-F238E27FC236}">
                <a16:creationId xmlns:a16="http://schemas.microsoft.com/office/drawing/2014/main" id="{4B651D7C-660C-E936-C112-C62247318488}"/>
              </a:ext>
            </a:extLst>
          </p:cNvPr>
          <p:cNvSpPr/>
          <p:nvPr/>
        </p:nvSpPr>
        <p:spPr>
          <a:xfrm>
            <a:off x="2821470" y="3968020"/>
            <a:ext cx="308113" cy="282187"/>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テキスト ボックス 12">
            <a:extLst>
              <a:ext uri="{FF2B5EF4-FFF2-40B4-BE49-F238E27FC236}">
                <a16:creationId xmlns:a16="http://schemas.microsoft.com/office/drawing/2014/main" id="{3C87E3EF-49C5-4616-2053-02CFB1DB918B}"/>
              </a:ext>
            </a:extLst>
          </p:cNvPr>
          <p:cNvSpPr txBox="1"/>
          <p:nvPr/>
        </p:nvSpPr>
        <p:spPr>
          <a:xfrm>
            <a:off x="704436" y="4963803"/>
            <a:ext cx="1671016" cy="369332"/>
          </a:xfrm>
          <a:prstGeom prst="rect">
            <a:avLst/>
          </a:prstGeom>
          <a:noFill/>
        </p:spPr>
        <p:txBody>
          <a:bodyPr wrap="square">
            <a:spAutoFit/>
          </a:bodyPr>
          <a:lstStyle/>
          <a:p>
            <a:r>
              <a:rPr lang="en-US" altLang="ja-JP" dirty="0"/>
              <a:t>AF Elements</a:t>
            </a:r>
            <a:endParaRPr lang="ja-JP" altLang="en-US" dirty="0"/>
          </a:p>
        </p:txBody>
      </p:sp>
      <p:sp>
        <p:nvSpPr>
          <p:cNvPr id="14" name="矢印: 右 13">
            <a:extLst>
              <a:ext uri="{FF2B5EF4-FFF2-40B4-BE49-F238E27FC236}">
                <a16:creationId xmlns:a16="http://schemas.microsoft.com/office/drawing/2014/main" id="{15CB8A0A-F326-578F-C41F-EAF923BFBFFD}"/>
              </a:ext>
            </a:extLst>
          </p:cNvPr>
          <p:cNvSpPr/>
          <p:nvPr/>
        </p:nvSpPr>
        <p:spPr>
          <a:xfrm>
            <a:off x="2821469" y="5029636"/>
            <a:ext cx="308113" cy="282187"/>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テキスト ボックス 15">
            <a:extLst>
              <a:ext uri="{FF2B5EF4-FFF2-40B4-BE49-F238E27FC236}">
                <a16:creationId xmlns:a16="http://schemas.microsoft.com/office/drawing/2014/main" id="{2C808900-7B02-E32F-8BED-FF50C9CD1633}"/>
              </a:ext>
            </a:extLst>
          </p:cNvPr>
          <p:cNvSpPr txBox="1"/>
          <p:nvPr/>
        </p:nvSpPr>
        <p:spPr>
          <a:xfrm>
            <a:off x="3563178" y="4942491"/>
            <a:ext cx="6097656" cy="369332"/>
          </a:xfrm>
          <a:prstGeom prst="rect">
            <a:avLst/>
          </a:prstGeom>
          <a:noFill/>
        </p:spPr>
        <p:txBody>
          <a:bodyPr wrap="square">
            <a:spAutoFit/>
          </a:bodyPr>
          <a:lstStyle/>
          <a:p>
            <a:r>
              <a:rPr lang="ja-JP" altLang="en-US" dirty="0"/>
              <a:t>/SubCenterA/Plant001/Turbine01</a:t>
            </a:r>
          </a:p>
        </p:txBody>
      </p:sp>
      <p:sp>
        <p:nvSpPr>
          <p:cNvPr id="18" name="テキスト ボックス 17">
            <a:extLst>
              <a:ext uri="{FF2B5EF4-FFF2-40B4-BE49-F238E27FC236}">
                <a16:creationId xmlns:a16="http://schemas.microsoft.com/office/drawing/2014/main" id="{F31039DE-9A23-EE00-01D8-36AA7111EB45}"/>
              </a:ext>
            </a:extLst>
          </p:cNvPr>
          <p:cNvSpPr txBox="1"/>
          <p:nvPr/>
        </p:nvSpPr>
        <p:spPr>
          <a:xfrm>
            <a:off x="704436" y="5673809"/>
            <a:ext cx="1144242" cy="369332"/>
          </a:xfrm>
          <a:prstGeom prst="rect">
            <a:avLst/>
          </a:prstGeom>
          <a:noFill/>
        </p:spPr>
        <p:txBody>
          <a:bodyPr wrap="square">
            <a:spAutoFit/>
          </a:bodyPr>
          <a:lstStyle/>
          <a:p>
            <a:r>
              <a:rPr lang="en-US" altLang="ja-JP" dirty="0"/>
              <a:t>Identity</a:t>
            </a:r>
            <a:endParaRPr lang="ja-JP" altLang="en-US" dirty="0"/>
          </a:p>
        </p:txBody>
      </p:sp>
      <p:sp>
        <p:nvSpPr>
          <p:cNvPr id="19" name="矢印: 右 18">
            <a:extLst>
              <a:ext uri="{FF2B5EF4-FFF2-40B4-BE49-F238E27FC236}">
                <a16:creationId xmlns:a16="http://schemas.microsoft.com/office/drawing/2014/main" id="{8B995222-0FCB-8110-4ADA-6468ED40DBBB}"/>
              </a:ext>
            </a:extLst>
          </p:cNvPr>
          <p:cNvSpPr/>
          <p:nvPr/>
        </p:nvSpPr>
        <p:spPr>
          <a:xfrm>
            <a:off x="2821468" y="5809065"/>
            <a:ext cx="308113" cy="282187"/>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テキスト ボックス 20">
            <a:extLst>
              <a:ext uri="{FF2B5EF4-FFF2-40B4-BE49-F238E27FC236}">
                <a16:creationId xmlns:a16="http://schemas.microsoft.com/office/drawing/2014/main" id="{6FC5BC8B-3A65-A55E-3978-308DAB5A4375}"/>
              </a:ext>
            </a:extLst>
          </p:cNvPr>
          <p:cNvSpPr txBox="1"/>
          <p:nvPr/>
        </p:nvSpPr>
        <p:spPr>
          <a:xfrm>
            <a:off x="3396698" y="5858475"/>
            <a:ext cx="6097656" cy="369332"/>
          </a:xfrm>
          <a:prstGeom prst="rect">
            <a:avLst/>
          </a:prstGeom>
          <a:noFill/>
        </p:spPr>
        <p:txBody>
          <a:bodyPr wrap="square">
            <a:spAutoFit/>
          </a:bodyPr>
          <a:lstStyle/>
          <a:p>
            <a:r>
              <a:rPr lang="ja-JP" altLang="en-US" dirty="0"/>
              <a:t>PI_SubCenterA_Engineer</a:t>
            </a:r>
          </a:p>
        </p:txBody>
      </p:sp>
    </p:spTree>
    <p:extLst>
      <p:ext uri="{BB962C8B-B14F-4D97-AF65-F5344CB8AC3E}">
        <p14:creationId xmlns:p14="http://schemas.microsoft.com/office/powerpoint/2010/main" val="143954066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F9AA3B-8259-8766-F062-678CDD9C02DD}"/>
            </a:ext>
          </a:extLst>
        </p:cNvPr>
        <p:cNvGrpSpPr/>
        <p:nvPr/>
      </p:nvGrpSpPr>
      <p:grpSpPr>
        <a:xfrm>
          <a:off x="0" y="0"/>
          <a:ext cx="0" cy="0"/>
          <a:chOff x="0" y="0"/>
          <a:chExt cx="0" cy="0"/>
        </a:xfrm>
      </p:grpSpPr>
      <p:sp>
        <p:nvSpPr>
          <p:cNvPr id="6" name="文本框 57">
            <a:extLst>
              <a:ext uri="{FF2B5EF4-FFF2-40B4-BE49-F238E27FC236}">
                <a16:creationId xmlns:a16="http://schemas.microsoft.com/office/drawing/2014/main" id="{DE8C194B-1AC5-A65C-4DC6-02918070128C}"/>
              </a:ext>
            </a:extLst>
          </p:cNvPr>
          <p:cNvSpPr txBox="1">
            <a:spLocks noChangeArrowheads="1"/>
          </p:cNvSpPr>
          <p:nvPr/>
        </p:nvSpPr>
        <p:spPr bwMode="auto">
          <a:xfrm>
            <a:off x="2089529" y="2991712"/>
            <a:ext cx="2099650" cy="6528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3642" b="1" kern="0">
                <a:solidFill>
                  <a:schemeClr val="tx2"/>
                </a:solidFill>
                <a:latin typeface="+mn-ea"/>
                <a:ea typeface="+mn-ea"/>
              </a:rPr>
              <a:t>目次</a:t>
            </a:r>
            <a:endParaRPr kumimoji="0" lang="zh-CN" altLang="en-US" sz="3642" b="1" i="0" u="none" strike="noStrike" kern="0" cap="none" spc="0" normalizeH="0" baseline="0" noProof="0">
              <a:ln>
                <a:noFill/>
              </a:ln>
              <a:solidFill>
                <a:schemeClr val="tx2"/>
              </a:solidFill>
              <a:effectLst/>
              <a:uLnTx/>
              <a:uFillTx/>
              <a:latin typeface="+mn-ea"/>
              <a:ea typeface="+mn-ea"/>
            </a:endParaRPr>
          </a:p>
        </p:txBody>
      </p:sp>
      <p:sp>
        <p:nvSpPr>
          <p:cNvPr id="5" name="文本框 56">
            <a:extLst>
              <a:ext uri="{FF2B5EF4-FFF2-40B4-BE49-F238E27FC236}">
                <a16:creationId xmlns:a16="http://schemas.microsoft.com/office/drawing/2014/main" id="{61D5786A-8E4D-69E3-E7E3-78BDCEA7BCAF}"/>
              </a:ext>
            </a:extLst>
          </p:cNvPr>
          <p:cNvSpPr txBox="1">
            <a:spLocks noChangeArrowheads="1"/>
          </p:cNvSpPr>
          <p:nvPr/>
        </p:nvSpPr>
        <p:spPr bwMode="auto">
          <a:xfrm>
            <a:off x="2162101" y="3553204"/>
            <a:ext cx="1423202" cy="3415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619" b="1" i="0" u="none" strike="noStrike" kern="0" cap="none" spc="0" normalizeH="0" baseline="0" noProof="0">
                <a:ln>
                  <a:noFill/>
                </a:ln>
                <a:solidFill>
                  <a:schemeClr val="tx2"/>
                </a:solidFill>
                <a:effectLst/>
                <a:uLnTx/>
                <a:uFillTx/>
                <a:latin typeface="+mn-ea"/>
                <a:ea typeface="+mn-ea"/>
              </a:rPr>
              <a:t>Contents</a:t>
            </a:r>
            <a:endParaRPr kumimoji="0" lang="zh-CN" altLang="en-US" sz="1619" b="1" i="0" u="none" strike="noStrike" kern="0" cap="none" spc="0" normalizeH="0" baseline="0" noProof="0">
              <a:ln>
                <a:noFill/>
              </a:ln>
              <a:solidFill>
                <a:schemeClr val="tx2"/>
              </a:solidFill>
              <a:effectLst/>
              <a:uLnTx/>
              <a:uFillTx/>
              <a:latin typeface="+mn-ea"/>
              <a:ea typeface="+mn-ea"/>
            </a:endParaRPr>
          </a:p>
        </p:txBody>
      </p:sp>
      <p:sp>
        <p:nvSpPr>
          <p:cNvPr id="9" name="Rectangle 6">
            <a:extLst>
              <a:ext uri="{FF2B5EF4-FFF2-40B4-BE49-F238E27FC236}">
                <a16:creationId xmlns:a16="http://schemas.microsoft.com/office/drawing/2014/main" id="{D8DE6374-C47E-026D-310C-84BD287937D8}"/>
              </a:ext>
            </a:extLst>
          </p:cNvPr>
          <p:cNvSpPr>
            <a:spLocks noChangeArrowheads="1"/>
          </p:cNvSpPr>
          <p:nvPr/>
        </p:nvSpPr>
        <p:spPr bwMode="auto">
          <a:xfrm>
            <a:off x="4015008" y="3134599"/>
            <a:ext cx="47196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buFont typeface="Wingdings" panose="05000000000000000000" pitchFamily="2" charset="2"/>
              <a:buChar char="l"/>
            </a:pPr>
            <a:r>
              <a:rPr kumimoji="0" lang="ja-JP" altLang="en-US" sz="2400" b="1">
                <a:solidFill>
                  <a:schemeClr val="bg1">
                    <a:lumMod val="65000"/>
                  </a:schemeClr>
                </a:solidFill>
                <a:latin typeface="+mn-ea"/>
              </a:rPr>
              <a:t>アーキテクチャ初案</a:t>
            </a:r>
            <a:endParaRPr kumimoji="0" lang="zh-CN" altLang="en-US" sz="2400" b="1">
              <a:solidFill>
                <a:schemeClr val="bg1">
                  <a:lumMod val="65000"/>
                </a:schemeClr>
              </a:solidFill>
              <a:latin typeface="+mn-ea"/>
            </a:endParaRPr>
          </a:p>
        </p:txBody>
      </p:sp>
      <p:sp>
        <p:nvSpPr>
          <p:cNvPr id="12" name="Rectangle 6">
            <a:extLst>
              <a:ext uri="{FF2B5EF4-FFF2-40B4-BE49-F238E27FC236}">
                <a16:creationId xmlns:a16="http://schemas.microsoft.com/office/drawing/2014/main" id="{FD0174E0-C8D7-07A2-81C9-DD4982150DFA}"/>
              </a:ext>
            </a:extLst>
          </p:cNvPr>
          <p:cNvSpPr>
            <a:spLocks noChangeArrowheads="1"/>
          </p:cNvSpPr>
          <p:nvPr/>
        </p:nvSpPr>
        <p:spPr bwMode="auto">
          <a:xfrm>
            <a:off x="4015008" y="3969130"/>
            <a:ext cx="47196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buFont typeface="Wingdings" panose="05000000000000000000" pitchFamily="2" charset="2"/>
              <a:buChar char="l"/>
            </a:pPr>
            <a:r>
              <a:rPr kumimoji="0" lang="en-US" altLang="ja-JP" sz="2400" b="1">
                <a:solidFill>
                  <a:srgbClr val="014097"/>
                </a:solidFill>
                <a:latin typeface="+mn-ea"/>
              </a:rPr>
              <a:t>Q</a:t>
            </a:r>
            <a:r>
              <a:rPr kumimoji="0" lang="ja-JP" altLang="en-US" sz="2400" b="1">
                <a:solidFill>
                  <a:srgbClr val="014097"/>
                </a:solidFill>
                <a:latin typeface="+mn-ea"/>
              </a:rPr>
              <a:t>＆</a:t>
            </a:r>
            <a:r>
              <a:rPr kumimoji="0" lang="en-US" altLang="ja-JP" sz="2400" b="1">
                <a:solidFill>
                  <a:srgbClr val="014097"/>
                </a:solidFill>
                <a:latin typeface="+mn-ea"/>
              </a:rPr>
              <a:t>A</a:t>
            </a:r>
            <a:endParaRPr kumimoji="0" lang="zh-CN" altLang="en-US" sz="2400" b="1">
              <a:solidFill>
                <a:srgbClr val="014097"/>
              </a:solidFill>
              <a:latin typeface="+mn-ea"/>
            </a:endParaRPr>
          </a:p>
        </p:txBody>
      </p:sp>
      <p:sp>
        <p:nvSpPr>
          <p:cNvPr id="15" name="Rectangle 6">
            <a:extLst>
              <a:ext uri="{FF2B5EF4-FFF2-40B4-BE49-F238E27FC236}">
                <a16:creationId xmlns:a16="http://schemas.microsoft.com/office/drawing/2014/main" id="{6DCC608A-9894-F3B8-C6B5-F14151AC2FEE}"/>
              </a:ext>
            </a:extLst>
          </p:cNvPr>
          <p:cNvSpPr>
            <a:spLocks noChangeArrowheads="1"/>
          </p:cNvSpPr>
          <p:nvPr/>
        </p:nvSpPr>
        <p:spPr bwMode="auto">
          <a:xfrm>
            <a:off x="4015008" y="2300068"/>
            <a:ext cx="47196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buFont typeface="Wingdings" panose="05000000000000000000" pitchFamily="2" charset="2"/>
              <a:buChar char="l"/>
            </a:pPr>
            <a:r>
              <a:rPr kumimoji="0" lang="en-US" altLang="ja-JP" sz="2400" b="1">
                <a:solidFill>
                  <a:schemeClr val="bg1">
                    <a:lumMod val="65000"/>
                  </a:schemeClr>
                </a:solidFill>
                <a:latin typeface="+mn-ea"/>
              </a:rPr>
              <a:t>DEMO</a:t>
            </a:r>
            <a:endParaRPr kumimoji="0" lang="zh-CN" altLang="en-US" sz="2400" b="1">
              <a:solidFill>
                <a:schemeClr val="bg1">
                  <a:lumMod val="65000"/>
                </a:schemeClr>
              </a:solidFill>
              <a:latin typeface="+mn-ea"/>
            </a:endParaRPr>
          </a:p>
        </p:txBody>
      </p:sp>
      <p:sp>
        <p:nvSpPr>
          <p:cNvPr id="18" name="Rectangle 6">
            <a:extLst>
              <a:ext uri="{FF2B5EF4-FFF2-40B4-BE49-F238E27FC236}">
                <a16:creationId xmlns:a16="http://schemas.microsoft.com/office/drawing/2014/main" id="{5CED79EE-7443-A400-B5DA-92149026ED1E}"/>
              </a:ext>
            </a:extLst>
          </p:cNvPr>
          <p:cNvSpPr>
            <a:spLocks noChangeArrowheads="1"/>
          </p:cNvSpPr>
          <p:nvPr/>
        </p:nvSpPr>
        <p:spPr bwMode="auto">
          <a:xfrm>
            <a:off x="4015008" y="1465537"/>
            <a:ext cx="4718973"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342900" indent="-342900">
              <a:buFont typeface="Wingdings" panose="05000000000000000000" pitchFamily="2" charset="2"/>
              <a:buChar char="l"/>
            </a:pPr>
            <a:r>
              <a:rPr kumimoji="0" lang="ja-JP" altLang="en-US" sz="2400" b="1">
                <a:solidFill>
                  <a:schemeClr val="bg1">
                    <a:lumMod val="65000"/>
                  </a:schemeClr>
                </a:solidFill>
                <a:latin typeface="+mn-ea"/>
                <a:ea typeface="+mn-ea"/>
              </a:rPr>
              <a:t>中部電力案件の現状確認</a:t>
            </a:r>
            <a:endParaRPr kumimoji="0" lang="zh-CN" altLang="en-US" sz="2400" b="1">
              <a:solidFill>
                <a:schemeClr val="bg1">
                  <a:lumMod val="65000"/>
                </a:schemeClr>
              </a:solidFill>
              <a:latin typeface="+mn-ea"/>
              <a:ea typeface="+mn-ea"/>
            </a:endParaRPr>
          </a:p>
        </p:txBody>
      </p:sp>
      <p:sp>
        <p:nvSpPr>
          <p:cNvPr id="21" name="Rectangle 6">
            <a:extLst>
              <a:ext uri="{FF2B5EF4-FFF2-40B4-BE49-F238E27FC236}">
                <a16:creationId xmlns:a16="http://schemas.microsoft.com/office/drawing/2014/main" id="{4C1F43DC-70FC-C4D2-7A99-972C698329C2}"/>
              </a:ext>
            </a:extLst>
          </p:cNvPr>
          <p:cNvSpPr>
            <a:spLocks noChangeArrowheads="1"/>
          </p:cNvSpPr>
          <p:nvPr/>
        </p:nvSpPr>
        <p:spPr bwMode="auto">
          <a:xfrm>
            <a:off x="4015008" y="4803661"/>
            <a:ext cx="47196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buFont typeface="Wingdings" panose="05000000000000000000" pitchFamily="2" charset="2"/>
              <a:buChar char="l"/>
            </a:pPr>
            <a:r>
              <a:rPr kumimoji="0" lang="ja-JP" altLang="en-US" sz="2400" b="1">
                <a:solidFill>
                  <a:schemeClr val="bg1">
                    <a:lumMod val="65000"/>
                  </a:schemeClr>
                </a:solidFill>
                <a:latin typeface="+mn-ea"/>
              </a:rPr>
              <a:t>次のステップ</a:t>
            </a:r>
            <a:endParaRPr kumimoji="0" lang="zh-CN" altLang="en-US" sz="2400" b="1">
              <a:solidFill>
                <a:schemeClr val="bg1">
                  <a:lumMod val="65000"/>
                </a:schemeClr>
              </a:solidFill>
              <a:latin typeface="+mn-ea"/>
            </a:endParaRPr>
          </a:p>
        </p:txBody>
      </p:sp>
    </p:spTree>
    <p:extLst>
      <p:ext uri="{BB962C8B-B14F-4D97-AF65-F5344CB8AC3E}">
        <p14:creationId xmlns:p14="http://schemas.microsoft.com/office/powerpoint/2010/main" val="249326044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043B84-07D2-5AD6-8E3C-9793D0C71F87}"/>
            </a:ext>
          </a:extLst>
        </p:cNvPr>
        <p:cNvGrpSpPr/>
        <p:nvPr/>
      </p:nvGrpSpPr>
      <p:grpSpPr>
        <a:xfrm>
          <a:off x="0" y="0"/>
          <a:ext cx="0" cy="0"/>
          <a:chOff x="0" y="0"/>
          <a:chExt cx="0" cy="0"/>
        </a:xfrm>
      </p:grpSpPr>
      <p:sp>
        <p:nvSpPr>
          <p:cNvPr id="3" name="タイトル 2">
            <a:extLst>
              <a:ext uri="{FF2B5EF4-FFF2-40B4-BE49-F238E27FC236}">
                <a16:creationId xmlns:a16="http://schemas.microsoft.com/office/drawing/2014/main" id="{8731B26A-CD94-FCE3-7842-AF4CEBE54AF2}"/>
              </a:ext>
            </a:extLst>
          </p:cNvPr>
          <p:cNvSpPr>
            <a:spLocks noGrp="1"/>
          </p:cNvSpPr>
          <p:nvPr>
            <p:ph type="title"/>
          </p:nvPr>
        </p:nvSpPr>
        <p:spPr>
          <a:xfrm>
            <a:off x="432888" y="52193"/>
            <a:ext cx="11493500" cy="626683"/>
          </a:xfrm>
        </p:spPr>
        <p:txBody>
          <a:bodyPr/>
          <a:lstStyle/>
          <a:p>
            <a:r>
              <a:rPr lang="ja-JP" altLang="en-US" sz="2000"/>
              <a:t>アーキテクチャ</a:t>
            </a:r>
            <a:r>
              <a:rPr lang="en-US" altLang="ja-JP" sz="2000"/>
              <a:t>/</a:t>
            </a:r>
            <a:r>
              <a:rPr lang="ja-JP" altLang="en-US" sz="2000"/>
              <a:t>議論したい事項</a:t>
            </a:r>
            <a:br>
              <a:rPr lang="ja-JP" altLang="en-US" sz="2000"/>
            </a:br>
            <a:r>
              <a:rPr lang="en-US" altLang="ja-JP" sz="2000"/>
              <a:t>Discussing of architecture or other things</a:t>
            </a:r>
            <a:endParaRPr lang="ja-JP" altLang="en-US" sz="2000"/>
          </a:p>
        </p:txBody>
      </p:sp>
    </p:spTree>
    <p:extLst>
      <p:ext uri="{BB962C8B-B14F-4D97-AF65-F5344CB8AC3E}">
        <p14:creationId xmlns:p14="http://schemas.microsoft.com/office/powerpoint/2010/main" val="320772845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2827E0-5108-8981-B5A9-58610F617E65}"/>
            </a:ext>
          </a:extLst>
        </p:cNvPr>
        <p:cNvGrpSpPr/>
        <p:nvPr/>
      </p:nvGrpSpPr>
      <p:grpSpPr>
        <a:xfrm>
          <a:off x="0" y="0"/>
          <a:ext cx="0" cy="0"/>
          <a:chOff x="0" y="0"/>
          <a:chExt cx="0" cy="0"/>
        </a:xfrm>
      </p:grpSpPr>
      <p:sp>
        <p:nvSpPr>
          <p:cNvPr id="6" name="文本框 57">
            <a:extLst>
              <a:ext uri="{FF2B5EF4-FFF2-40B4-BE49-F238E27FC236}">
                <a16:creationId xmlns:a16="http://schemas.microsoft.com/office/drawing/2014/main" id="{EB3EE219-7B07-A06D-875D-95417CA14E52}"/>
              </a:ext>
            </a:extLst>
          </p:cNvPr>
          <p:cNvSpPr txBox="1">
            <a:spLocks noChangeArrowheads="1"/>
          </p:cNvSpPr>
          <p:nvPr/>
        </p:nvSpPr>
        <p:spPr bwMode="auto">
          <a:xfrm>
            <a:off x="2089529" y="2991712"/>
            <a:ext cx="2099650" cy="6528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3642" b="1" kern="0">
                <a:solidFill>
                  <a:schemeClr val="tx2"/>
                </a:solidFill>
                <a:latin typeface="+mn-ea"/>
                <a:ea typeface="+mn-ea"/>
              </a:rPr>
              <a:t>目次</a:t>
            </a:r>
            <a:endParaRPr kumimoji="0" lang="zh-CN" altLang="en-US" sz="3642" b="1" i="0" u="none" strike="noStrike" kern="0" cap="none" spc="0" normalizeH="0" baseline="0" noProof="0">
              <a:ln>
                <a:noFill/>
              </a:ln>
              <a:solidFill>
                <a:schemeClr val="tx2"/>
              </a:solidFill>
              <a:effectLst/>
              <a:uLnTx/>
              <a:uFillTx/>
              <a:latin typeface="+mn-ea"/>
              <a:ea typeface="+mn-ea"/>
            </a:endParaRPr>
          </a:p>
        </p:txBody>
      </p:sp>
      <p:sp>
        <p:nvSpPr>
          <p:cNvPr id="5" name="文本框 56">
            <a:extLst>
              <a:ext uri="{FF2B5EF4-FFF2-40B4-BE49-F238E27FC236}">
                <a16:creationId xmlns:a16="http://schemas.microsoft.com/office/drawing/2014/main" id="{BAD8802E-7105-9472-0BC8-58483402D9FD}"/>
              </a:ext>
            </a:extLst>
          </p:cNvPr>
          <p:cNvSpPr txBox="1">
            <a:spLocks noChangeArrowheads="1"/>
          </p:cNvSpPr>
          <p:nvPr/>
        </p:nvSpPr>
        <p:spPr bwMode="auto">
          <a:xfrm>
            <a:off x="2162101" y="3553204"/>
            <a:ext cx="1423202" cy="3415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619" b="1" i="0" u="none" strike="noStrike" kern="0" cap="none" spc="0" normalizeH="0" baseline="0" noProof="0">
                <a:ln>
                  <a:noFill/>
                </a:ln>
                <a:solidFill>
                  <a:schemeClr val="tx2"/>
                </a:solidFill>
                <a:effectLst/>
                <a:uLnTx/>
                <a:uFillTx/>
                <a:latin typeface="+mn-ea"/>
                <a:ea typeface="+mn-ea"/>
              </a:rPr>
              <a:t>Contents</a:t>
            </a:r>
            <a:endParaRPr kumimoji="0" lang="zh-CN" altLang="en-US" sz="1619" b="1" i="0" u="none" strike="noStrike" kern="0" cap="none" spc="0" normalizeH="0" baseline="0" noProof="0">
              <a:ln>
                <a:noFill/>
              </a:ln>
              <a:solidFill>
                <a:schemeClr val="tx2"/>
              </a:solidFill>
              <a:effectLst/>
              <a:uLnTx/>
              <a:uFillTx/>
              <a:latin typeface="+mn-ea"/>
              <a:ea typeface="+mn-ea"/>
            </a:endParaRPr>
          </a:p>
        </p:txBody>
      </p:sp>
      <p:sp>
        <p:nvSpPr>
          <p:cNvPr id="9" name="Rectangle 6">
            <a:extLst>
              <a:ext uri="{FF2B5EF4-FFF2-40B4-BE49-F238E27FC236}">
                <a16:creationId xmlns:a16="http://schemas.microsoft.com/office/drawing/2014/main" id="{2158FDBE-F652-D4AC-7DD6-CABDEC897FCA}"/>
              </a:ext>
            </a:extLst>
          </p:cNvPr>
          <p:cNvSpPr>
            <a:spLocks noChangeArrowheads="1"/>
          </p:cNvSpPr>
          <p:nvPr/>
        </p:nvSpPr>
        <p:spPr bwMode="auto">
          <a:xfrm>
            <a:off x="4015008" y="3134599"/>
            <a:ext cx="47196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buFont typeface="Wingdings" panose="05000000000000000000" pitchFamily="2" charset="2"/>
              <a:buChar char="l"/>
            </a:pPr>
            <a:r>
              <a:rPr kumimoji="0" lang="ja-JP" altLang="en-US" sz="2400" b="1">
                <a:solidFill>
                  <a:schemeClr val="bg1">
                    <a:lumMod val="65000"/>
                  </a:schemeClr>
                </a:solidFill>
                <a:latin typeface="+mn-ea"/>
              </a:rPr>
              <a:t>アーキテクチャ初案</a:t>
            </a:r>
            <a:endParaRPr kumimoji="0" lang="zh-CN" altLang="en-US" sz="2400" b="1">
              <a:solidFill>
                <a:schemeClr val="bg1">
                  <a:lumMod val="65000"/>
                </a:schemeClr>
              </a:solidFill>
              <a:latin typeface="+mn-ea"/>
            </a:endParaRPr>
          </a:p>
        </p:txBody>
      </p:sp>
      <p:sp>
        <p:nvSpPr>
          <p:cNvPr id="12" name="Rectangle 6">
            <a:extLst>
              <a:ext uri="{FF2B5EF4-FFF2-40B4-BE49-F238E27FC236}">
                <a16:creationId xmlns:a16="http://schemas.microsoft.com/office/drawing/2014/main" id="{3600E907-11E9-4F20-242F-E2DD2204C713}"/>
              </a:ext>
            </a:extLst>
          </p:cNvPr>
          <p:cNvSpPr>
            <a:spLocks noChangeArrowheads="1"/>
          </p:cNvSpPr>
          <p:nvPr/>
        </p:nvSpPr>
        <p:spPr bwMode="auto">
          <a:xfrm>
            <a:off x="4015008" y="3969130"/>
            <a:ext cx="47196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buFont typeface="Wingdings" panose="05000000000000000000" pitchFamily="2" charset="2"/>
              <a:buChar char="l"/>
            </a:pPr>
            <a:r>
              <a:rPr kumimoji="0" lang="en-US" altLang="ja-JP" sz="2400" b="1">
                <a:solidFill>
                  <a:schemeClr val="bg1">
                    <a:lumMod val="65000"/>
                  </a:schemeClr>
                </a:solidFill>
                <a:latin typeface="+mn-ea"/>
              </a:rPr>
              <a:t>Q</a:t>
            </a:r>
            <a:r>
              <a:rPr kumimoji="0" lang="ja-JP" altLang="en-US" sz="2400" b="1">
                <a:solidFill>
                  <a:schemeClr val="bg1">
                    <a:lumMod val="65000"/>
                  </a:schemeClr>
                </a:solidFill>
                <a:latin typeface="+mn-ea"/>
              </a:rPr>
              <a:t>＆</a:t>
            </a:r>
            <a:r>
              <a:rPr kumimoji="0" lang="en-US" altLang="ja-JP" sz="2400" b="1">
                <a:solidFill>
                  <a:schemeClr val="bg1">
                    <a:lumMod val="65000"/>
                  </a:schemeClr>
                </a:solidFill>
                <a:latin typeface="+mn-ea"/>
              </a:rPr>
              <a:t>A</a:t>
            </a:r>
            <a:endParaRPr kumimoji="0" lang="zh-CN" altLang="en-US" sz="2400" b="1">
              <a:solidFill>
                <a:schemeClr val="bg1">
                  <a:lumMod val="65000"/>
                </a:schemeClr>
              </a:solidFill>
              <a:latin typeface="+mn-ea"/>
            </a:endParaRPr>
          </a:p>
        </p:txBody>
      </p:sp>
      <p:sp>
        <p:nvSpPr>
          <p:cNvPr id="15" name="Rectangle 6">
            <a:extLst>
              <a:ext uri="{FF2B5EF4-FFF2-40B4-BE49-F238E27FC236}">
                <a16:creationId xmlns:a16="http://schemas.microsoft.com/office/drawing/2014/main" id="{EDAB310D-E504-BA8C-3A72-80516BED20B9}"/>
              </a:ext>
            </a:extLst>
          </p:cNvPr>
          <p:cNvSpPr>
            <a:spLocks noChangeArrowheads="1"/>
          </p:cNvSpPr>
          <p:nvPr/>
        </p:nvSpPr>
        <p:spPr bwMode="auto">
          <a:xfrm>
            <a:off x="4015008" y="2300068"/>
            <a:ext cx="47196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buFont typeface="Wingdings" panose="05000000000000000000" pitchFamily="2" charset="2"/>
              <a:buChar char="l"/>
            </a:pPr>
            <a:r>
              <a:rPr kumimoji="0" lang="en-US" altLang="ja-JP" sz="2400" b="1">
                <a:solidFill>
                  <a:schemeClr val="bg1">
                    <a:lumMod val="65000"/>
                  </a:schemeClr>
                </a:solidFill>
                <a:latin typeface="+mn-ea"/>
              </a:rPr>
              <a:t>DEMO</a:t>
            </a:r>
            <a:endParaRPr kumimoji="0" lang="zh-CN" altLang="en-US" sz="2400" b="1">
              <a:solidFill>
                <a:schemeClr val="bg1">
                  <a:lumMod val="65000"/>
                </a:schemeClr>
              </a:solidFill>
              <a:latin typeface="+mn-ea"/>
            </a:endParaRPr>
          </a:p>
        </p:txBody>
      </p:sp>
      <p:sp>
        <p:nvSpPr>
          <p:cNvPr id="18" name="Rectangle 6">
            <a:extLst>
              <a:ext uri="{FF2B5EF4-FFF2-40B4-BE49-F238E27FC236}">
                <a16:creationId xmlns:a16="http://schemas.microsoft.com/office/drawing/2014/main" id="{6C2B5696-6C86-3BDB-C8F4-B6A8203E0C29}"/>
              </a:ext>
            </a:extLst>
          </p:cNvPr>
          <p:cNvSpPr>
            <a:spLocks noChangeArrowheads="1"/>
          </p:cNvSpPr>
          <p:nvPr/>
        </p:nvSpPr>
        <p:spPr bwMode="auto">
          <a:xfrm>
            <a:off x="4015008" y="1465537"/>
            <a:ext cx="4718973"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342900" indent="-342900">
              <a:buFont typeface="Wingdings" panose="05000000000000000000" pitchFamily="2" charset="2"/>
              <a:buChar char="l"/>
            </a:pPr>
            <a:r>
              <a:rPr kumimoji="0" lang="ja-JP" altLang="en-US" sz="2400" b="1">
                <a:solidFill>
                  <a:schemeClr val="bg1">
                    <a:lumMod val="65000"/>
                  </a:schemeClr>
                </a:solidFill>
                <a:latin typeface="+mn-ea"/>
                <a:ea typeface="+mn-ea"/>
              </a:rPr>
              <a:t>中部電力案件の現状確認</a:t>
            </a:r>
            <a:endParaRPr kumimoji="0" lang="zh-CN" altLang="en-US" sz="2400" b="1">
              <a:solidFill>
                <a:schemeClr val="bg1">
                  <a:lumMod val="65000"/>
                </a:schemeClr>
              </a:solidFill>
              <a:latin typeface="+mn-ea"/>
              <a:ea typeface="+mn-ea"/>
            </a:endParaRPr>
          </a:p>
        </p:txBody>
      </p:sp>
      <p:sp>
        <p:nvSpPr>
          <p:cNvPr id="21" name="Rectangle 6">
            <a:extLst>
              <a:ext uri="{FF2B5EF4-FFF2-40B4-BE49-F238E27FC236}">
                <a16:creationId xmlns:a16="http://schemas.microsoft.com/office/drawing/2014/main" id="{5ED25E7B-E6D6-B09E-19BA-E23802071FD5}"/>
              </a:ext>
            </a:extLst>
          </p:cNvPr>
          <p:cNvSpPr>
            <a:spLocks noChangeArrowheads="1"/>
          </p:cNvSpPr>
          <p:nvPr/>
        </p:nvSpPr>
        <p:spPr bwMode="auto">
          <a:xfrm>
            <a:off x="4015008" y="4803661"/>
            <a:ext cx="47196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buFont typeface="Wingdings" panose="05000000000000000000" pitchFamily="2" charset="2"/>
              <a:buChar char="l"/>
            </a:pPr>
            <a:r>
              <a:rPr kumimoji="0" lang="ja-JP" altLang="en-US" sz="2400" b="1">
                <a:solidFill>
                  <a:srgbClr val="014097"/>
                </a:solidFill>
                <a:latin typeface="+mn-ea"/>
              </a:rPr>
              <a:t>次のステップ</a:t>
            </a:r>
            <a:endParaRPr kumimoji="0" lang="zh-CN" altLang="en-US" sz="2400" b="1">
              <a:solidFill>
                <a:srgbClr val="014097"/>
              </a:solidFill>
              <a:latin typeface="+mn-ea"/>
            </a:endParaRPr>
          </a:p>
        </p:txBody>
      </p:sp>
    </p:spTree>
    <p:extLst>
      <p:ext uri="{BB962C8B-B14F-4D97-AF65-F5344CB8AC3E}">
        <p14:creationId xmlns:p14="http://schemas.microsoft.com/office/powerpoint/2010/main" val="276235986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0709CA-0B91-1ECF-96A3-C32A835364B1}"/>
            </a:ext>
          </a:extLst>
        </p:cNvPr>
        <p:cNvGrpSpPr/>
        <p:nvPr/>
      </p:nvGrpSpPr>
      <p:grpSpPr>
        <a:xfrm>
          <a:off x="0" y="0"/>
          <a:ext cx="0" cy="0"/>
          <a:chOff x="0" y="0"/>
          <a:chExt cx="0" cy="0"/>
        </a:xfrm>
      </p:grpSpPr>
      <p:sp>
        <p:nvSpPr>
          <p:cNvPr id="3" name="タイトル 2">
            <a:extLst>
              <a:ext uri="{FF2B5EF4-FFF2-40B4-BE49-F238E27FC236}">
                <a16:creationId xmlns:a16="http://schemas.microsoft.com/office/drawing/2014/main" id="{9FE1DE5F-7AF6-46BA-5BF9-9BAFAB55BE43}"/>
              </a:ext>
            </a:extLst>
          </p:cNvPr>
          <p:cNvSpPr>
            <a:spLocks noGrp="1"/>
          </p:cNvSpPr>
          <p:nvPr>
            <p:ph type="title"/>
          </p:nvPr>
        </p:nvSpPr>
        <p:spPr>
          <a:xfrm>
            <a:off x="432888" y="52193"/>
            <a:ext cx="11493500" cy="626683"/>
          </a:xfrm>
        </p:spPr>
        <p:txBody>
          <a:bodyPr/>
          <a:lstStyle/>
          <a:p>
            <a:r>
              <a:rPr lang="ja-JP" altLang="en-US" sz="2000"/>
              <a:t>次のステップ</a:t>
            </a:r>
            <a:br>
              <a:rPr lang="ja-JP" altLang="en-US" sz="2000"/>
            </a:br>
            <a:r>
              <a:rPr lang="en-US" altLang="ja-JP" sz="2000"/>
              <a:t>The next steps</a:t>
            </a:r>
            <a:endParaRPr lang="ja-JP" altLang="en-US" sz="2000"/>
          </a:p>
        </p:txBody>
      </p:sp>
    </p:spTree>
    <p:extLst>
      <p:ext uri="{BB962C8B-B14F-4D97-AF65-F5344CB8AC3E}">
        <p14:creationId xmlns:p14="http://schemas.microsoft.com/office/powerpoint/2010/main" val="263598657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E904C1F-9D2B-3FB1-6238-CE226BA5B95B}"/>
              </a:ext>
            </a:extLst>
          </p:cNvPr>
          <p:cNvSpPr>
            <a:spLocks noGrp="1"/>
          </p:cNvSpPr>
          <p:nvPr>
            <p:ph type="title"/>
          </p:nvPr>
        </p:nvSpPr>
        <p:spPr/>
        <p:txBody>
          <a:bodyPr/>
          <a:lstStyle/>
          <a:p>
            <a:r>
              <a:rPr kumimoji="1" lang="en-US" altLang="ja-JP" dirty="0"/>
              <a:t>PI License</a:t>
            </a:r>
            <a:r>
              <a:rPr kumimoji="1" lang="ja-JP" altLang="en-US" dirty="0"/>
              <a:t>に影響する項目</a:t>
            </a:r>
          </a:p>
        </p:txBody>
      </p:sp>
      <p:graphicFrame>
        <p:nvGraphicFramePr>
          <p:cNvPr id="3" name="表 2">
            <a:extLst>
              <a:ext uri="{FF2B5EF4-FFF2-40B4-BE49-F238E27FC236}">
                <a16:creationId xmlns:a16="http://schemas.microsoft.com/office/drawing/2014/main" id="{3178F154-767F-A12A-6348-97BC1CB38E60}"/>
              </a:ext>
            </a:extLst>
          </p:cNvPr>
          <p:cNvGraphicFramePr>
            <a:graphicFrameLocks noGrp="1"/>
          </p:cNvGraphicFramePr>
          <p:nvPr>
            <p:extLst>
              <p:ext uri="{D42A27DB-BD31-4B8C-83A1-F6EECF244321}">
                <p14:modId xmlns:p14="http://schemas.microsoft.com/office/powerpoint/2010/main" val="120052795"/>
              </p:ext>
            </p:extLst>
          </p:nvPr>
        </p:nvGraphicFramePr>
        <p:xfrm>
          <a:off x="432888" y="1048247"/>
          <a:ext cx="10515600" cy="2964974"/>
        </p:xfrm>
        <a:graphic>
          <a:graphicData uri="http://schemas.openxmlformats.org/drawingml/2006/table">
            <a:tbl>
              <a:tblPr>
                <a:tableStyleId>{8A107856-5554-42FB-B03E-39F5DBC370BA}</a:tableStyleId>
              </a:tblPr>
              <a:tblGrid>
                <a:gridCol w="5257800">
                  <a:extLst>
                    <a:ext uri="{9D8B030D-6E8A-4147-A177-3AD203B41FA5}">
                      <a16:colId xmlns:a16="http://schemas.microsoft.com/office/drawing/2014/main" val="576758502"/>
                    </a:ext>
                  </a:extLst>
                </a:gridCol>
                <a:gridCol w="5257800">
                  <a:extLst>
                    <a:ext uri="{9D8B030D-6E8A-4147-A177-3AD203B41FA5}">
                      <a16:colId xmlns:a16="http://schemas.microsoft.com/office/drawing/2014/main" val="858830313"/>
                    </a:ext>
                  </a:extLst>
                </a:gridCol>
              </a:tblGrid>
              <a:tr h="404654">
                <a:tc>
                  <a:txBody>
                    <a:bodyPr/>
                    <a:lstStyle/>
                    <a:p>
                      <a:pPr>
                        <a:buNone/>
                      </a:pPr>
                      <a:r>
                        <a:rPr lang="ja-JP" altLang="en-US" dirty="0"/>
                        <a:t>項目</a:t>
                      </a:r>
                    </a:p>
                  </a:txBody>
                  <a:tcPr anchor="ctr"/>
                </a:tc>
                <a:tc>
                  <a:txBody>
                    <a:bodyPr/>
                    <a:lstStyle/>
                    <a:p>
                      <a:pPr>
                        <a:buNone/>
                      </a:pPr>
                      <a:r>
                        <a:rPr lang="en-US" dirty="0"/>
                        <a:t>License</a:t>
                      </a:r>
                      <a:r>
                        <a:rPr lang="ja-JP" altLang="en-US" dirty="0"/>
                        <a:t>に影響するか非か</a:t>
                      </a:r>
                    </a:p>
                  </a:txBody>
                  <a:tcPr anchor="ctr"/>
                </a:tc>
                <a:extLst>
                  <a:ext uri="{0D108BD9-81ED-4DB2-BD59-A6C34878D82A}">
                    <a16:rowId xmlns:a16="http://schemas.microsoft.com/office/drawing/2014/main" val="2373111608"/>
                  </a:ext>
                </a:extLst>
              </a:tr>
              <a:tr h="0">
                <a:tc>
                  <a:txBody>
                    <a:bodyPr/>
                    <a:lstStyle/>
                    <a:p>
                      <a:pPr>
                        <a:buNone/>
                      </a:pPr>
                      <a:r>
                        <a:rPr lang="en-US" dirty="0"/>
                        <a:t>PI DA Server</a:t>
                      </a:r>
                      <a:r>
                        <a:rPr lang="ja-JP" altLang="en-US" dirty="0"/>
                        <a:t>数</a:t>
                      </a:r>
                    </a:p>
                  </a:txBody>
                  <a:tcPr anchor="ctr"/>
                </a:tc>
                <a:tc>
                  <a:txBody>
                    <a:bodyPr/>
                    <a:lstStyle/>
                    <a:p>
                      <a:pPr>
                        <a:buNone/>
                      </a:pPr>
                      <a:r>
                        <a:rPr lang="en-US" dirty="0"/>
                        <a:t>YES</a:t>
                      </a:r>
                    </a:p>
                  </a:txBody>
                  <a:tcPr anchor="ctr"/>
                </a:tc>
                <a:extLst>
                  <a:ext uri="{0D108BD9-81ED-4DB2-BD59-A6C34878D82A}">
                    <a16:rowId xmlns:a16="http://schemas.microsoft.com/office/drawing/2014/main" val="3342454247"/>
                  </a:ext>
                </a:extLst>
              </a:tr>
              <a:tr h="0">
                <a:tc>
                  <a:txBody>
                    <a:bodyPr/>
                    <a:lstStyle/>
                    <a:p>
                      <a:pPr>
                        <a:buNone/>
                      </a:pPr>
                      <a:r>
                        <a:rPr lang="en-US" altLang="ja-JP" dirty="0"/>
                        <a:t>DA</a:t>
                      </a:r>
                      <a:r>
                        <a:rPr lang="ja-JP" altLang="en-US" dirty="0"/>
                        <a:t>の</a:t>
                      </a:r>
                      <a:r>
                        <a:rPr lang="en-US" dirty="0"/>
                        <a:t>Tag</a:t>
                      </a:r>
                      <a:r>
                        <a:rPr lang="ja-JP" altLang="en-US" dirty="0"/>
                        <a:t>数</a:t>
                      </a:r>
                    </a:p>
                  </a:txBody>
                  <a:tcPr anchor="ctr"/>
                </a:tc>
                <a:tc>
                  <a:txBody>
                    <a:bodyPr/>
                    <a:lstStyle/>
                    <a:p>
                      <a:pPr>
                        <a:buNone/>
                      </a:pPr>
                      <a:r>
                        <a:rPr lang="en-US"/>
                        <a:t>YES</a:t>
                      </a:r>
                    </a:p>
                  </a:txBody>
                  <a:tcPr anchor="ctr"/>
                </a:tc>
                <a:extLst>
                  <a:ext uri="{0D108BD9-81ED-4DB2-BD59-A6C34878D82A}">
                    <a16:rowId xmlns:a16="http://schemas.microsoft.com/office/drawing/2014/main" val="3825851214"/>
                  </a:ext>
                </a:extLst>
              </a:tr>
              <a:tr h="0">
                <a:tc>
                  <a:txBody>
                    <a:bodyPr/>
                    <a:lstStyle/>
                    <a:p>
                      <a:pPr>
                        <a:buNone/>
                      </a:pPr>
                      <a:r>
                        <a:rPr lang="en-US" dirty="0"/>
                        <a:t>AF</a:t>
                      </a:r>
                      <a:r>
                        <a:rPr lang="ja-JP" altLang="en-US" dirty="0"/>
                        <a:t>ユーザー数</a:t>
                      </a:r>
                    </a:p>
                  </a:txBody>
                  <a:tcPr anchor="ctr"/>
                </a:tc>
                <a:tc>
                  <a:txBody>
                    <a:bodyPr/>
                    <a:lstStyle/>
                    <a:p>
                      <a:pPr>
                        <a:buNone/>
                      </a:pPr>
                      <a:r>
                        <a:rPr lang="ja-JP" altLang="en-US" dirty="0"/>
                        <a:t>状況による</a:t>
                      </a:r>
                    </a:p>
                  </a:txBody>
                  <a:tcPr anchor="ctr"/>
                </a:tc>
                <a:extLst>
                  <a:ext uri="{0D108BD9-81ED-4DB2-BD59-A6C34878D82A}">
                    <a16:rowId xmlns:a16="http://schemas.microsoft.com/office/drawing/2014/main" val="3996894211"/>
                  </a:ext>
                </a:extLst>
              </a:tr>
              <a:tr h="0">
                <a:tc>
                  <a:txBody>
                    <a:bodyPr/>
                    <a:lstStyle/>
                    <a:p>
                      <a:pPr>
                        <a:buNone/>
                      </a:pPr>
                      <a:r>
                        <a:rPr lang="en-US" dirty="0"/>
                        <a:t>Vision</a:t>
                      </a:r>
                      <a:r>
                        <a:rPr lang="ja-JP" altLang="en-US" dirty="0"/>
                        <a:t>ユーザー数</a:t>
                      </a:r>
                    </a:p>
                  </a:txBody>
                  <a:tcPr anchor="ctr"/>
                </a:tc>
                <a:tc>
                  <a:txBody>
                    <a:bodyPr/>
                    <a:lstStyle/>
                    <a:p>
                      <a:pPr>
                        <a:buNone/>
                      </a:pPr>
                      <a:r>
                        <a:rPr lang="en-US" dirty="0"/>
                        <a:t>YES</a:t>
                      </a:r>
                    </a:p>
                  </a:txBody>
                  <a:tcPr anchor="ctr"/>
                </a:tc>
                <a:extLst>
                  <a:ext uri="{0D108BD9-81ED-4DB2-BD59-A6C34878D82A}">
                    <a16:rowId xmlns:a16="http://schemas.microsoft.com/office/drawing/2014/main" val="4119684408"/>
                  </a:ext>
                </a:extLst>
              </a:tr>
              <a:tr h="0">
                <a:tc>
                  <a:txBody>
                    <a:bodyPr/>
                    <a:lstStyle/>
                    <a:p>
                      <a:pPr>
                        <a:buNone/>
                      </a:pPr>
                      <a:r>
                        <a:rPr lang="en-US" dirty="0"/>
                        <a:t>HA Collective</a:t>
                      </a:r>
                    </a:p>
                  </a:txBody>
                  <a:tcPr anchor="ctr"/>
                </a:tc>
                <a:tc>
                  <a:txBody>
                    <a:bodyPr/>
                    <a:lstStyle/>
                    <a:p>
                      <a:pPr>
                        <a:buNone/>
                      </a:pPr>
                      <a:r>
                        <a:rPr lang="en-US" altLang="ja-JP" dirty="0"/>
                        <a:t>YES</a:t>
                      </a:r>
                    </a:p>
                  </a:txBody>
                  <a:tcPr anchor="ctr"/>
                </a:tc>
                <a:extLst>
                  <a:ext uri="{0D108BD9-81ED-4DB2-BD59-A6C34878D82A}">
                    <a16:rowId xmlns:a16="http://schemas.microsoft.com/office/drawing/2014/main" val="1796926703"/>
                  </a:ext>
                </a:extLst>
              </a:tr>
              <a:tr h="0">
                <a:tc>
                  <a:txBody>
                    <a:bodyPr/>
                    <a:lstStyle/>
                    <a:p>
                      <a:pPr marL="0" marR="0" lvl="0" indent="0" defTabSz="914400" eaLnBrk="1" fontAlgn="auto" latinLnBrk="0" hangingPunct="1">
                        <a:lnSpc>
                          <a:spcPct val="100000"/>
                        </a:lnSpc>
                        <a:spcBef>
                          <a:spcPts val="0"/>
                        </a:spcBef>
                        <a:spcAft>
                          <a:spcPts val="0"/>
                        </a:spcAft>
                        <a:buClrTx/>
                        <a:buSzTx/>
                        <a:buFontTx/>
                        <a:buNone/>
                        <a:tabLst/>
                        <a:defRPr/>
                      </a:pPr>
                      <a:r>
                        <a:rPr lang="en-US" dirty="0"/>
                        <a:t>Interface/</a:t>
                      </a:r>
                      <a:r>
                        <a:rPr lang="en-US" altLang="ja-JP" dirty="0"/>
                        <a:t>Connector/Adapter</a:t>
                      </a:r>
                      <a:r>
                        <a:rPr lang="ja-JP" altLang="en-US" dirty="0"/>
                        <a:t>数</a:t>
                      </a:r>
                    </a:p>
                  </a:txBody>
                  <a:tcPr anchor="ctr"/>
                </a:tc>
                <a:tc>
                  <a:txBody>
                    <a:bodyPr/>
                    <a:lstStyle/>
                    <a:p>
                      <a:pPr>
                        <a:buNone/>
                      </a:pPr>
                      <a:r>
                        <a:rPr lang="ja-JP" altLang="en-US" dirty="0"/>
                        <a:t>状況による</a:t>
                      </a:r>
                    </a:p>
                  </a:txBody>
                  <a:tcPr anchor="ctr"/>
                </a:tc>
                <a:extLst>
                  <a:ext uri="{0D108BD9-81ED-4DB2-BD59-A6C34878D82A}">
                    <a16:rowId xmlns:a16="http://schemas.microsoft.com/office/drawing/2014/main" val="1934634820"/>
                  </a:ext>
                </a:extLst>
              </a:tr>
              <a:tr h="0">
                <a:tc>
                  <a:txBody>
                    <a:bodyPr/>
                    <a:lstStyle/>
                    <a:p>
                      <a:pPr>
                        <a:buNone/>
                      </a:pPr>
                      <a:r>
                        <a:rPr lang="en-US" altLang="ja-JP" dirty="0"/>
                        <a:t>PI Edge Data Store </a:t>
                      </a:r>
                      <a:r>
                        <a:rPr lang="en-US" altLang="zh-CN" dirty="0"/>
                        <a:t>Tag</a:t>
                      </a:r>
                      <a:r>
                        <a:rPr lang="ja-JP" altLang="en-US" dirty="0"/>
                        <a:t>数</a:t>
                      </a:r>
                      <a:endParaRPr lang="en-US" altLang="zh-CN" dirty="0"/>
                    </a:p>
                  </a:txBody>
                  <a:tcPr anchor="ctr"/>
                </a:tc>
                <a:tc>
                  <a:txBody>
                    <a:bodyPr/>
                    <a:lstStyle/>
                    <a:p>
                      <a:pPr>
                        <a:buNone/>
                      </a:pPr>
                      <a:r>
                        <a:rPr lang="en-US" altLang="ja-JP" dirty="0"/>
                        <a:t>YES</a:t>
                      </a:r>
                    </a:p>
                  </a:txBody>
                  <a:tcPr anchor="ctr"/>
                </a:tc>
                <a:extLst>
                  <a:ext uri="{0D108BD9-81ED-4DB2-BD59-A6C34878D82A}">
                    <a16:rowId xmlns:a16="http://schemas.microsoft.com/office/drawing/2014/main" val="1816411293"/>
                  </a:ext>
                </a:extLst>
              </a:tr>
            </a:tbl>
          </a:graphicData>
        </a:graphic>
      </p:graphicFrame>
      <p:sp>
        <p:nvSpPr>
          <p:cNvPr id="5" name="テキスト ボックス 4">
            <a:extLst>
              <a:ext uri="{FF2B5EF4-FFF2-40B4-BE49-F238E27FC236}">
                <a16:creationId xmlns:a16="http://schemas.microsoft.com/office/drawing/2014/main" id="{FFC5524C-8843-5307-3CD8-5FF33E37F09E}"/>
              </a:ext>
            </a:extLst>
          </p:cNvPr>
          <p:cNvSpPr txBox="1"/>
          <p:nvPr/>
        </p:nvSpPr>
        <p:spPr>
          <a:xfrm>
            <a:off x="496957" y="4344264"/>
            <a:ext cx="6096000" cy="369332"/>
          </a:xfrm>
          <a:prstGeom prst="rect">
            <a:avLst/>
          </a:prstGeom>
          <a:noFill/>
        </p:spPr>
        <p:txBody>
          <a:bodyPr wrap="square">
            <a:spAutoFit/>
          </a:bodyPr>
          <a:lstStyle/>
          <a:p>
            <a:r>
              <a:rPr lang="en-US" altLang="ja-JP" dirty="0"/>
              <a:t>Enterprise Agreement</a:t>
            </a:r>
            <a:r>
              <a:rPr lang="ja-JP" altLang="en-US" dirty="0"/>
              <a:t>（</a:t>
            </a:r>
            <a:r>
              <a:rPr lang="en-US" altLang="ja-JP" dirty="0"/>
              <a:t>EA</a:t>
            </a:r>
            <a:r>
              <a:rPr lang="ja-JP" altLang="en-US" dirty="0"/>
              <a:t>）方式の</a:t>
            </a:r>
            <a:r>
              <a:rPr lang="en-US" altLang="ja-JP" dirty="0"/>
              <a:t>License</a:t>
            </a:r>
            <a:r>
              <a:rPr lang="ja-JP" altLang="en-US" dirty="0"/>
              <a:t>を結ぶべき</a:t>
            </a:r>
          </a:p>
        </p:txBody>
      </p:sp>
    </p:spTree>
    <p:extLst>
      <p:ext uri="{BB962C8B-B14F-4D97-AF65-F5344CB8AC3E}">
        <p14:creationId xmlns:p14="http://schemas.microsoft.com/office/powerpoint/2010/main" val="373440114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B929AD3-56D3-0306-8B6A-A8415CB18B02}"/>
              </a:ext>
            </a:extLst>
          </p:cNvPr>
          <p:cNvSpPr>
            <a:spLocks noGrp="1"/>
          </p:cNvSpPr>
          <p:nvPr>
            <p:ph type="title"/>
          </p:nvPr>
        </p:nvSpPr>
        <p:spPr/>
        <p:txBody>
          <a:bodyPr/>
          <a:lstStyle/>
          <a:p>
            <a:r>
              <a:rPr lang="ja-JP" altLang="en-US" dirty="0"/>
              <a:t>クラシック</a:t>
            </a:r>
            <a:r>
              <a:rPr lang="en-US" altLang="ja-JP" dirty="0"/>
              <a:t>PI</a:t>
            </a:r>
            <a:r>
              <a:rPr lang="ja-JP" altLang="en-US" dirty="0"/>
              <a:t> デプロイ構成</a:t>
            </a:r>
            <a:endParaRPr kumimoji="1" lang="ja-JP" altLang="en-US" dirty="0"/>
          </a:p>
        </p:txBody>
      </p:sp>
      <p:pic>
        <p:nvPicPr>
          <p:cNvPr id="1026" name="Picture 2" descr="Tool architecture">
            <a:extLst>
              <a:ext uri="{FF2B5EF4-FFF2-40B4-BE49-F238E27FC236}">
                <a16:creationId xmlns:a16="http://schemas.microsoft.com/office/drawing/2014/main" id="{3E858902-ACFD-CC9B-1F64-3134D37BD92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01619" y="1470891"/>
            <a:ext cx="8077200" cy="4267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5478753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3C52F24-F2A9-F429-B84A-2C9A565A679C}"/>
              </a:ext>
            </a:extLst>
          </p:cNvPr>
          <p:cNvSpPr>
            <a:spLocks noGrp="1"/>
          </p:cNvSpPr>
          <p:nvPr>
            <p:ph type="title"/>
          </p:nvPr>
        </p:nvSpPr>
        <p:spPr/>
        <p:txBody>
          <a:bodyPr/>
          <a:lstStyle/>
          <a:p>
            <a:r>
              <a:rPr kumimoji="1" lang="ja-JP" altLang="en-US"/>
              <a:t>ある水力発電企業のネットワーク図</a:t>
            </a:r>
          </a:p>
        </p:txBody>
      </p:sp>
      <p:pic>
        <p:nvPicPr>
          <p:cNvPr id="4" name="図 3">
            <a:extLst>
              <a:ext uri="{FF2B5EF4-FFF2-40B4-BE49-F238E27FC236}">
                <a16:creationId xmlns:a16="http://schemas.microsoft.com/office/drawing/2014/main" id="{B90FC18D-CC3B-2C60-EA25-98297AA49154}"/>
              </a:ext>
            </a:extLst>
          </p:cNvPr>
          <p:cNvPicPr>
            <a:picLocks noChangeAspect="1"/>
          </p:cNvPicPr>
          <p:nvPr/>
        </p:nvPicPr>
        <p:blipFill>
          <a:blip r:embed="rId2"/>
          <a:stretch>
            <a:fillRect/>
          </a:stretch>
        </p:blipFill>
        <p:spPr>
          <a:xfrm>
            <a:off x="329188" y="858229"/>
            <a:ext cx="11250595" cy="5468113"/>
          </a:xfrm>
          <a:prstGeom prst="rect">
            <a:avLst/>
          </a:prstGeom>
        </p:spPr>
      </p:pic>
    </p:spTree>
    <p:extLst>
      <p:ext uri="{BB962C8B-B14F-4D97-AF65-F5344CB8AC3E}">
        <p14:creationId xmlns:p14="http://schemas.microsoft.com/office/powerpoint/2010/main" val="76672799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CECFA6C-4B0E-2846-12CE-17A876BF5201}"/>
              </a:ext>
            </a:extLst>
          </p:cNvPr>
          <p:cNvSpPr>
            <a:spLocks noGrp="1"/>
          </p:cNvSpPr>
          <p:nvPr>
            <p:ph type="title"/>
          </p:nvPr>
        </p:nvSpPr>
        <p:spPr/>
        <p:txBody>
          <a:bodyPr/>
          <a:lstStyle/>
          <a:p>
            <a:r>
              <a:rPr kumimoji="1" lang="ja-JP" altLang="en-US"/>
              <a:t>ある業者の</a:t>
            </a:r>
            <a:r>
              <a:rPr kumimoji="1" lang="en-US" altLang="ja-JP"/>
              <a:t>DCS</a:t>
            </a:r>
            <a:r>
              <a:rPr kumimoji="1" lang="ja-JP" altLang="en-US"/>
              <a:t>と遠距離モニタリングのネットワーク図</a:t>
            </a:r>
          </a:p>
        </p:txBody>
      </p:sp>
      <p:pic>
        <p:nvPicPr>
          <p:cNvPr id="6" name="図 5">
            <a:extLst>
              <a:ext uri="{FF2B5EF4-FFF2-40B4-BE49-F238E27FC236}">
                <a16:creationId xmlns:a16="http://schemas.microsoft.com/office/drawing/2014/main" id="{8939BCEE-7C3A-492C-6C3B-8791E18DE8B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7905" y="753921"/>
            <a:ext cx="8236096" cy="5700701"/>
          </a:xfrm>
          <a:prstGeom prst="rect">
            <a:avLst/>
          </a:prstGeom>
        </p:spPr>
      </p:pic>
    </p:spTree>
    <p:extLst>
      <p:ext uri="{BB962C8B-B14F-4D97-AF65-F5344CB8AC3E}">
        <p14:creationId xmlns:p14="http://schemas.microsoft.com/office/powerpoint/2010/main" val="319862315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A9CB342-F70B-48CD-BDB0-8C4D6698A3E2}"/>
              </a:ext>
            </a:extLst>
          </p:cNvPr>
          <p:cNvSpPr>
            <a:spLocks noGrp="1"/>
          </p:cNvSpPr>
          <p:nvPr>
            <p:ph type="title"/>
          </p:nvPr>
        </p:nvSpPr>
        <p:spPr/>
        <p:txBody>
          <a:bodyPr/>
          <a:lstStyle/>
          <a:p>
            <a:r>
              <a:rPr lang="en-US" altLang="ja-JP"/>
              <a:t>AWS</a:t>
            </a:r>
            <a:r>
              <a:rPr lang="ja-JP" altLang="en-US"/>
              <a:t>での</a:t>
            </a:r>
            <a:r>
              <a:rPr lang="en-US" altLang="ja-JP"/>
              <a:t>PI</a:t>
            </a:r>
            <a:r>
              <a:rPr lang="ja-JP" altLang="en-US"/>
              <a:t>構築案</a:t>
            </a:r>
            <a:endParaRPr kumimoji="1" lang="ja-JP" altLang="en-US"/>
          </a:p>
        </p:txBody>
      </p:sp>
      <p:pic>
        <p:nvPicPr>
          <p:cNvPr id="6" name="図 5">
            <a:extLst>
              <a:ext uri="{FF2B5EF4-FFF2-40B4-BE49-F238E27FC236}">
                <a16:creationId xmlns:a16="http://schemas.microsoft.com/office/drawing/2014/main" id="{CEAA68CB-BFD6-815B-0E83-272E47523BF4}"/>
              </a:ext>
            </a:extLst>
          </p:cNvPr>
          <p:cNvPicPr>
            <a:picLocks noChangeAspect="1"/>
          </p:cNvPicPr>
          <p:nvPr/>
        </p:nvPicPr>
        <p:blipFill>
          <a:blip r:embed="rId2"/>
          <a:srcRect r="1442"/>
          <a:stretch>
            <a:fillRect/>
          </a:stretch>
        </p:blipFill>
        <p:spPr>
          <a:xfrm>
            <a:off x="432887" y="812800"/>
            <a:ext cx="10819427" cy="6006862"/>
          </a:xfrm>
          <a:custGeom>
            <a:avLst/>
            <a:gdLst>
              <a:gd name="csX0" fmla="*/ 0 w 10628812"/>
              <a:gd name="csY0" fmla="*/ 0 h 5901034"/>
              <a:gd name="csX1" fmla="*/ 10628812 w 10628812"/>
              <a:gd name="csY1" fmla="*/ 0 h 5901034"/>
              <a:gd name="csX2" fmla="*/ 10628812 w 10628812"/>
              <a:gd name="csY2" fmla="*/ 5901034 h 5901034"/>
              <a:gd name="csX3" fmla="*/ 0 w 10628812"/>
              <a:gd name="csY3" fmla="*/ 5901034 h 5901034"/>
            </a:gdLst>
            <a:ahLst/>
            <a:cxnLst>
              <a:cxn ang="0">
                <a:pos x="csX0" y="csY0"/>
              </a:cxn>
              <a:cxn ang="0">
                <a:pos x="csX1" y="csY1"/>
              </a:cxn>
              <a:cxn ang="0">
                <a:pos x="csX2" y="csY2"/>
              </a:cxn>
              <a:cxn ang="0">
                <a:pos x="csX3" y="csY3"/>
              </a:cxn>
            </a:cxnLst>
            <a:rect l="l" t="t" r="r" b="b"/>
            <a:pathLst>
              <a:path w="10628812" h="5901034">
                <a:moveTo>
                  <a:pt x="0" y="0"/>
                </a:moveTo>
                <a:lnTo>
                  <a:pt x="10628812" y="0"/>
                </a:lnTo>
                <a:lnTo>
                  <a:pt x="10628812" y="5901034"/>
                </a:lnTo>
                <a:lnTo>
                  <a:pt x="0" y="5901034"/>
                </a:lnTo>
                <a:close/>
              </a:path>
            </a:pathLst>
          </a:custGeom>
        </p:spPr>
      </p:pic>
    </p:spTree>
    <p:extLst>
      <p:ext uri="{BB962C8B-B14F-4D97-AF65-F5344CB8AC3E}">
        <p14:creationId xmlns:p14="http://schemas.microsoft.com/office/powerpoint/2010/main" val="350940260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EBC1350-6A81-7D7A-84C2-FAE6B6A94930}"/>
              </a:ext>
            </a:extLst>
          </p:cNvPr>
          <p:cNvSpPr>
            <a:spLocks noGrp="1"/>
          </p:cNvSpPr>
          <p:nvPr>
            <p:ph type="title"/>
          </p:nvPr>
        </p:nvSpPr>
        <p:spPr/>
        <p:txBody>
          <a:bodyPr/>
          <a:lstStyle/>
          <a:p>
            <a:r>
              <a:rPr kumimoji="1" lang="en-US" altLang="ja-JP"/>
              <a:t>ISA 95 </a:t>
            </a:r>
            <a:r>
              <a:rPr kumimoji="1" lang="ja-JP" altLang="en-US"/>
              <a:t>レイヤー図</a:t>
            </a:r>
            <a:br>
              <a:rPr kumimoji="1" lang="en-US" altLang="ja-JP"/>
            </a:br>
            <a:r>
              <a:rPr kumimoji="1" lang="en-US" altLang="ja-JP"/>
              <a:t>ISA 95 Layers</a:t>
            </a:r>
            <a:endParaRPr kumimoji="1" lang="ja-JP" altLang="en-US"/>
          </a:p>
        </p:txBody>
      </p:sp>
      <p:pic>
        <p:nvPicPr>
          <p:cNvPr id="2050" name="Picture 2" descr="What's in a name? MES and ISA-95">
            <a:extLst>
              <a:ext uri="{FF2B5EF4-FFF2-40B4-BE49-F238E27FC236}">
                <a16:creationId xmlns:a16="http://schemas.microsoft.com/office/drawing/2014/main" id="{68D8873F-68DB-359B-7D3F-45472F5A38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86341" y="774171"/>
            <a:ext cx="9610259" cy="594874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0486069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図 5">
            <a:extLst>
              <a:ext uri="{FF2B5EF4-FFF2-40B4-BE49-F238E27FC236}">
                <a16:creationId xmlns:a16="http://schemas.microsoft.com/office/drawing/2014/main" id="{034DF41D-9FB4-9EFE-1F41-9B5CA96DEBF1}"/>
              </a:ext>
            </a:extLst>
          </p:cNvPr>
          <p:cNvPicPr>
            <a:picLocks noChangeAspect="1"/>
          </p:cNvPicPr>
          <p:nvPr/>
        </p:nvPicPr>
        <p:blipFill>
          <a:blip r:embed="rId2"/>
          <a:stretch>
            <a:fillRect/>
          </a:stretch>
        </p:blipFill>
        <p:spPr>
          <a:xfrm>
            <a:off x="6290956" y="2291964"/>
            <a:ext cx="5759395" cy="4319546"/>
          </a:xfrm>
          <a:prstGeom prst="rect">
            <a:avLst/>
          </a:prstGeom>
        </p:spPr>
      </p:pic>
      <p:sp>
        <p:nvSpPr>
          <p:cNvPr id="2" name="タイトル 1">
            <a:extLst>
              <a:ext uri="{FF2B5EF4-FFF2-40B4-BE49-F238E27FC236}">
                <a16:creationId xmlns:a16="http://schemas.microsoft.com/office/drawing/2014/main" id="{A0C91638-9282-EA7C-1F0D-07A877670E61}"/>
              </a:ext>
            </a:extLst>
          </p:cNvPr>
          <p:cNvSpPr>
            <a:spLocks noGrp="1"/>
          </p:cNvSpPr>
          <p:nvPr>
            <p:ph type="title"/>
          </p:nvPr>
        </p:nvSpPr>
        <p:spPr/>
        <p:txBody>
          <a:bodyPr/>
          <a:lstStyle/>
          <a:p>
            <a:r>
              <a:rPr kumimoji="1" lang="en-US" altLang="ja-JP" dirty="0"/>
              <a:t>Starlink</a:t>
            </a:r>
            <a:r>
              <a:rPr kumimoji="1" lang="ja-JP" altLang="en-US" dirty="0"/>
              <a:t>を利用している発電所</a:t>
            </a:r>
          </a:p>
        </p:txBody>
      </p:sp>
      <p:pic>
        <p:nvPicPr>
          <p:cNvPr id="4" name="図 3">
            <a:extLst>
              <a:ext uri="{FF2B5EF4-FFF2-40B4-BE49-F238E27FC236}">
                <a16:creationId xmlns:a16="http://schemas.microsoft.com/office/drawing/2014/main" id="{3561A08B-B3E8-72E2-7B6D-DE3861C390A6}"/>
              </a:ext>
            </a:extLst>
          </p:cNvPr>
          <p:cNvPicPr>
            <a:picLocks noChangeAspect="1"/>
          </p:cNvPicPr>
          <p:nvPr/>
        </p:nvPicPr>
        <p:blipFill>
          <a:blip r:embed="rId3"/>
          <a:stretch>
            <a:fillRect/>
          </a:stretch>
        </p:blipFill>
        <p:spPr>
          <a:xfrm>
            <a:off x="662609" y="806685"/>
            <a:ext cx="6207318" cy="2345930"/>
          </a:xfrm>
          <a:prstGeom prst="rect">
            <a:avLst/>
          </a:prstGeom>
        </p:spPr>
      </p:pic>
    </p:spTree>
    <p:extLst>
      <p:ext uri="{BB962C8B-B14F-4D97-AF65-F5344CB8AC3E}">
        <p14:creationId xmlns:p14="http://schemas.microsoft.com/office/powerpoint/2010/main" val="160780944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C0A6BD0-A3C9-E075-593A-AB72F07B39D4}"/>
              </a:ext>
            </a:extLst>
          </p:cNvPr>
          <p:cNvSpPr>
            <a:spLocks noGrp="1"/>
          </p:cNvSpPr>
          <p:nvPr>
            <p:ph type="title"/>
          </p:nvPr>
        </p:nvSpPr>
        <p:spPr/>
        <p:txBody>
          <a:bodyPr/>
          <a:lstStyle/>
          <a:p>
            <a:r>
              <a:rPr kumimoji="1" lang="en-US" altLang="ja-JP" dirty="0"/>
              <a:t>LoRa</a:t>
            </a:r>
            <a:r>
              <a:rPr kumimoji="1" lang="ja-JP" altLang="en-US" dirty="0"/>
              <a:t>を利用している発電所</a:t>
            </a:r>
          </a:p>
        </p:txBody>
      </p:sp>
      <p:pic>
        <p:nvPicPr>
          <p:cNvPr id="7170" name="Picture 2">
            <a:extLst>
              <a:ext uri="{FF2B5EF4-FFF2-40B4-BE49-F238E27FC236}">
                <a16:creationId xmlns:a16="http://schemas.microsoft.com/office/drawing/2014/main" id="{B7AF7141-2C0B-E668-2057-CC04401B0F6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6849" y="1251452"/>
            <a:ext cx="11322657" cy="435509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7267892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図 3">
            <a:extLst>
              <a:ext uri="{FF2B5EF4-FFF2-40B4-BE49-F238E27FC236}">
                <a16:creationId xmlns:a16="http://schemas.microsoft.com/office/drawing/2014/main" id="{9FCB4076-B7B5-311D-5074-3B11AEDCAD7F}"/>
              </a:ext>
            </a:extLst>
          </p:cNvPr>
          <p:cNvPicPr>
            <a:picLocks noChangeAspect="1"/>
          </p:cNvPicPr>
          <p:nvPr/>
        </p:nvPicPr>
        <p:blipFill>
          <a:blip r:embed="rId2"/>
          <a:stretch>
            <a:fillRect/>
          </a:stretch>
        </p:blipFill>
        <p:spPr>
          <a:xfrm>
            <a:off x="-88737" y="912080"/>
            <a:ext cx="7491361" cy="5356323"/>
          </a:xfrm>
          <a:prstGeom prst="rect">
            <a:avLst/>
          </a:prstGeom>
          <a:noFill/>
        </p:spPr>
      </p:pic>
      <p:sp>
        <p:nvSpPr>
          <p:cNvPr id="9" name="Title 2">
            <a:extLst>
              <a:ext uri="{FF2B5EF4-FFF2-40B4-BE49-F238E27FC236}">
                <a16:creationId xmlns:a16="http://schemas.microsoft.com/office/drawing/2014/main" id="{C40FC747-4818-DD1E-7273-011EDA1362F9}"/>
              </a:ext>
            </a:extLst>
          </p:cNvPr>
          <p:cNvSpPr>
            <a:spLocks noGrp="1"/>
          </p:cNvSpPr>
          <p:nvPr>
            <p:ph type="title"/>
          </p:nvPr>
        </p:nvSpPr>
        <p:spPr>
          <a:xfrm>
            <a:off x="518677" y="209030"/>
            <a:ext cx="8804187" cy="492888"/>
          </a:xfrm>
        </p:spPr>
        <p:txBody>
          <a:bodyPr>
            <a:normAutofit fontScale="90000"/>
          </a:bodyPr>
          <a:lstStyle/>
          <a:p>
            <a:endParaRPr lang="en-US"/>
          </a:p>
        </p:txBody>
      </p:sp>
    </p:spTree>
    <p:extLst>
      <p:ext uri="{BB962C8B-B14F-4D97-AF65-F5344CB8AC3E}">
        <p14:creationId xmlns:p14="http://schemas.microsoft.com/office/powerpoint/2010/main" val="420761445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2378553-FC3E-7AAF-C37E-982719FE0768}"/>
              </a:ext>
            </a:extLst>
          </p:cNvPr>
          <p:cNvSpPr>
            <a:spLocks noGrp="1"/>
          </p:cNvSpPr>
          <p:nvPr>
            <p:ph type="title"/>
          </p:nvPr>
        </p:nvSpPr>
        <p:spPr/>
        <p:txBody>
          <a:bodyPr/>
          <a:lstStyle/>
          <a:p>
            <a:endParaRPr kumimoji="1" lang="ja-JP" altLang="en-US"/>
          </a:p>
        </p:txBody>
      </p:sp>
      <p:pic>
        <p:nvPicPr>
          <p:cNvPr id="5122" name="Picture 2" descr="送電の説明図">
            <a:extLst>
              <a:ext uri="{FF2B5EF4-FFF2-40B4-BE49-F238E27FC236}">
                <a16:creationId xmlns:a16="http://schemas.microsoft.com/office/drawing/2014/main" id="{F971C3AE-D6FD-997B-0841-2DECF603C93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1943" y="1031113"/>
            <a:ext cx="11622499" cy="578854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4780008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57E9EFC-1049-E8AB-6E16-56BE91655168}"/>
              </a:ext>
            </a:extLst>
          </p:cNvPr>
          <p:cNvSpPr>
            <a:spLocks noGrp="1"/>
          </p:cNvSpPr>
          <p:nvPr>
            <p:ph type="title"/>
          </p:nvPr>
        </p:nvSpPr>
        <p:spPr/>
        <p:txBody>
          <a:bodyPr/>
          <a:lstStyle/>
          <a:p>
            <a:r>
              <a:rPr lang="ja-JP" altLang="en-US" dirty="0"/>
              <a:t>遠隔監視システムの</a:t>
            </a:r>
            <a:r>
              <a:rPr lang="en-US" altLang="ja-JP" dirty="0"/>
              <a:t>AI</a:t>
            </a:r>
            <a:r>
              <a:rPr lang="ja-JP" altLang="en-US" dirty="0"/>
              <a:t>による違和感検知を活用した設備傾向監視と予兆検知</a:t>
            </a:r>
            <a:endParaRPr kumimoji="1" lang="ja-JP" altLang="en-US" dirty="0"/>
          </a:p>
        </p:txBody>
      </p:sp>
      <p:pic>
        <p:nvPicPr>
          <p:cNvPr id="4" name="図 3">
            <a:extLst>
              <a:ext uri="{FF2B5EF4-FFF2-40B4-BE49-F238E27FC236}">
                <a16:creationId xmlns:a16="http://schemas.microsoft.com/office/drawing/2014/main" id="{AFB47FDF-CBEB-079A-D9DE-7DA8F42BD7B7}"/>
              </a:ext>
            </a:extLst>
          </p:cNvPr>
          <p:cNvPicPr>
            <a:picLocks noChangeAspect="1"/>
          </p:cNvPicPr>
          <p:nvPr/>
        </p:nvPicPr>
        <p:blipFill>
          <a:blip r:embed="rId2"/>
          <a:stretch>
            <a:fillRect/>
          </a:stretch>
        </p:blipFill>
        <p:spPr>
          <a:xfrm>
            <a:off x="1037625" y="3580200"/>
            <a:ext cx="7524750" cy="3057525"/>
          </a:xfrm>
          <a:prstGeom prst="rect">
            <a:avLst/>
          </a:prstGeom>
        </p:spPr>
      </p:pic>
      <p:sp>
        <p:nvSpPr>
          <p:cNvPr id="6" name="テキスト ボックス 5">
            <a:extLst>
              <a:ext uri="{FF2B5EF4-FFF2-40B4-BE49-F238E27FC236}">
                <a16:creationId xmlns:a16="http://schemas.microsoft.com/office/drawing/2014/main" id="{5F696EDF-B055-FCC6-FB23-6059665AEA9F}"/>
              </a:ext>
            </a:extLst>
          </p:cNvPr>
          <p:cNvSpPr txBox="1"/>
          <p:nvPr/>
        </p:nvSpPr>
        <p:spPr>
          <a:xfrm>
            <a:off x="813600" y="847517"/>
            <a:ext cx="11004788" cy="2877711"/>
          </a:xfrm>
          <a:prstGeom prst="rect">
            <a:avLst/>
          </a:prstGeom>
          <a:noFill/>
        </p:spPr>
        <p:txBody>
          <a:bodyPr wrap="square">
            <a:spAutoFit/>
          </a:bodyPr>
          <a:lstStyle/>
          <a:p>
            <a:pPr algn="l">
              <a:spcAft>
                <a:spcPts val="1125"/>
              </a:spcAft>
              <a:buNone/>
            </a:pPr>
            <a:r>
              <a:rPr lang="ja-JP" altLang="en-US" sz="1200" b="1" i="0" dirty="0">
                <a:solidFill>
                  <a:srgbClr val="363A3D"/>
                </a:solidFill>
                <a:effectLst/>
                <a:latin typeface="Noto Sans" panose="020B0502040204020203" pitchFamily="34" charset="0"/>
              </a:rPr>
              <a:t>遠隔監視システムの</a:t>
            </a:r>
            <a:r>
              <a:rPr lang="en-US" altLang="ja-JP" sz="1200" b="1" i="0" dirty="0">
                <a:solidFill>
                  <a:srgbClr val="363A3D"/>
                </a:solidFill>
                <a:effectLst/>
                <a:latin typeface="Noto Sans" panose="020B0502040204020203" pitchFamily="34" charset="0"/>
              </a:rPr>
              <a:t>AI</a:t>
            </a:r>
            <a:r>
              <a:rPr lang="ja-JP" altLang="en-US" sz="1200" b="1" i="0" dirty="0">
                <a:solidFill>
                  <a:srgbClr val="363A3D"/>
                </a:solidFill>
                <a:effectLst/>
                <a:latin typeface="Noto Sans" panose="020B0502040204020203" pitchFamily="34" charset="0"/>
              </a:rPr>
              <a:t>による違和感検知を活用した設備傾向監視と予兆検知</a:t>
            </a:r>
          </a:p>
          <a:p>
            <a:pPr>
              <a:spcBef>
                <a:spcPts val="1500"/>
              </a:spcBef>
              <a:spcAft>
                <a:spcPts val="1500"/>
              </a:spcAft>
              <a:buNone/>
            </a:pPr>
            <a:r>
              <a:rPr lang="ja-JP" altLang="en-US" sz="1200" b="1" dirty="0">
                <a:solidFill>
                  <a:srgbClr val="363A3D"/>
                </a:solidFill>
                <a:effectLst/>
                <a:latin typeface="Noto Sans" panose="020B0502040204020203" pitchFamily="34" charset="0"/>
              </a:rPr>
              <a:t>概要</a:t>
            </a:r>
            <a:endParaRPr lang="ja-JP" altLang="en-US" sz="1200" b="0" dirty="0">
              <a:solidFill>
                <a:srgbClr val="363A3D"/>
              </a:solidFill>
              <a:effectLst/>
              <a:latin typeface="Noto Sans" panose="020B0502040204020203" pitchFamily="34" charset="0"/>
            </a:endParaRPr>
          </a:p>
          <a:p>
            <a:pPr>
              <a:spcAft>
                <a:spcPts val="1500"/>
              </a:spcAft>
              <a:buNone/>
            </a:pPr>
            <a:r>
              <a:rPr lang="ja-JP" altLang="en-US" sz="1200" dirty="0">
                <a:effectLst/>
              </a:rPr>
              <a:t>設備から収集しているデータを遠隔監視システムの</a:t>
            </a:r>
            <a:r>
              <a:rPr lang="en-US" altLang="ja-JP" sz="1200" dirty="0">
                <a:effectLst/>
              </a:rPr>
              <a:t>AI</a:t>
            </a:r>
            <a:r>
              <a:rPr lang="ja-JP" altLang="en-US" sz="1200" dirty="0">
                <a:effectLst/>
              </a:rPr>
              <a:t>による違和感検知を活用して、設備の傾向変動の監視と設備状態の予兆検知を実現します。設備に取り付けられた各種機器の測定データを集約し、正常動作時のデータを学習させることで、リアルタイムでいつもと異なる設備の状態をお知らせできます。</a:t>
            </a:r>
          </a:p>
          <a:p>
            <a:pPr>
              <a:spcBef>
                <a:spcPts val="1500"/>
              </a:spcBef>
              <a:spcAft>
                <a:spcPts val="1500"/>
              </a:spcAft>
              <a:buNone/>
            </a:pPr>
            <a:r>
              <a:rPr lang="ja-JP" altLang="en-US" sz="1200" b="1" dirty="0">
                <a:solidFill>
                  <a:srgbClr val="363A3D"/>
                </a:solidFill>
                <a:effectLst/>
                <a:latin typeface="Noto Sans" panose="020B0502040204020203" pitchFamily="34" charset="0"/>
              </a:rPr>
              <a:t>効果</a:t>
            </a:r>
            <a:endParaRPr lang="ja-JP" altLang="en-US" sz="1200" b="0" dirty="0">
              <a:solidFill>
                <a:srgbClr val="363A3D"/>
              </a:solidFill>
              <a:effectLst/>
              <a:latin typeface="Noto Sans" panose="020B0502040204020203" pitchFamily="34" charset="0"/>
            </a:endParaRPr>
          </a:p>
          <a:p>
            <a:pPr>
              <a:spcAft>
                <a:spcPts val="750"/>
              </a:spcAft>
              <a:buFont typeface="Arial" panose="020B0604020202020204" pitchFamily="34" charset="0"/>
              <a:buChar char="•"/>
            </a:pPr>
            <a:r>
              <a:rPr lang="ja-JP" altLang="en-US" sz="1200" dirty="0">
                <a:effectLst/>
              </a:rPr>
              <a:t>設備の傾向監視に加え、</a:t>
            </a:r>
            <a:r>
              <a:rPr lang="en-US" altLang="ja-JP" sz="1200" dirty="0">
                <a:effectLst/>
              </a:rPr>
              <a:t>AI</a:t>
            </a:r>
            <a:r>
              <a:rPr lang="ja-JP" altLang="en-US" sz="1200" dirty="0">
                <a:effectLst/>
              </a:rPr>
              <a:t>予測による不具合予兆診断を実現</a:t>
            </a:r>
          </a:p>
          <a:p>
            <a:pPr>
              <a:spcAft>
                <a:spcPts val="750"/>
              </a:spcAft>
              <a:buFont typeface="Arial" panose="020B0604020202020204" pitchFamily="34" charset="0"/>
              <a:buChar char="•"/>
            </a:pPr>
            <a:r>
              <a:rPr lang="ja-JP" altLang="en-US" sz="1200" dirty="0">
                <a:effectLst/>
              </a:rPr>
              <a:t>設備の状態を数値化し傾向監視</a:t>
            </a:r>
          </a:p>
          <a:p>
            <a:pPr>
              <a:spcAft>
                <a:spcPts val="750"/>
              </a:spcAft>
              <a:buFont typeface="Arial" panose="020B0604020202020204" pitchFamily="34" charset="0"/>
              <a:buChar char="•"/>
            </a:pPr>
            <a:r>
              <a:rPr lang="en-US" altLang="ja-JP" sz="1200" dirty="0">
                <a:effectLst/>
              </a:rPr>
              <a:t>TBM</a:t>
            </a:r>
            <a:r>
              <a:rPr lang="ja-JP" altLang="en-US" sz="1200" dirty="0">
                <a:effectLst/>
              </a:rPr>
              <a:t>による予防保全によって的確な保全作業の実施を実現</a:t>
            </a:r>
          </a:p>
        </p:txBody>
      </p:sp>
    </p:spTree>
    <p:extLst>
      <p:ext uri="{BB962C8B-B14F-4D97-AF65-F5344CB8AC3E}">
        <p14:creationId xmlns:p14="http://schemas.microsoft.com/office/powerpoint/2010/main" val="199775791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D92F5C-1E6E-CBBE-F02F-399C914DC2EB}"/>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1422604E-2861-1673-2326-254B04F6AFBA}"/>
              </a:ext>
            </a:extLst>
          </p:cNvPr>
          <p:cNvSpPr>
            <a:spLocks noGrp="1"/>
          </p:cNvSpPr>
          <p:nvPr>
            <p:ph type="title"/>
          </p:nvPr>
        </p:nvSpPr>
        <p:spPr/>
        <p:txBody>
          <a:bodyPr/>
          <a:lstStyle/>
          <a:p>
            <a:r>
              <a:rPr lang="ja-JP" altLang="en-US" dirty="0"/>
              <a:t>水槽の過剰な排水（塵芥堆積による発電ロス）への対策</a:t>
            </a:r>
          </a:p>
        </p:txBody>
      </p:sp>
      <p:sp>
        <p:nvSpPr>
          <p:cNvPr id="6" name="テキスト ボックス 5">
            <a:extLst>
              <a:ext uri="{FF2B5EF4-FFF2-40B4-BE49-F238E27FC236}">
                <a16:creationId xmlns:a16="http://schemas.microsoft.com/office/drawing/2014/main" id="{58114B3E-E940-F0E1-188E-08B05176B834}"/>
              </a:ext>
            </a:extLst>
          </p:cNvPr>
          <p:cNvSpPr txBox="1"/>
          <p:nvPr/>
        </p:nvSpPr>
        <p:spPr>
          <a:xfrm>
            <a:off x="813600" y="847517"/>
            <a:ext cx="11004788" cy="1569660"/>
          </a:xfrm>
          <a:prstGeom prst="rect">
            <a:avLst/>
          </a:prstGeom>
          <a:noFill/>
        </p:spPr>
        <p:txBody>
          <a:bodyPr wrap="square">
            <a:spAutoFit/>
          </a:bodyPr>
          <a:lstStyle/>
          <a:p>
            <a:r>
              <a:rPr lang="ja-JP" altLang="en-US" sz="1200" b="1" dirty="0"/>
              <a:t>概要</a:t>
            </a:r>
            <a:endParaRPr lang="ja-JP" altLang="en-US" sz="1200" dirty="0"/>
          </a:p>
          <a:p>
            <a:r>
              <a:rPr lang="ja-JP" altLang="en-US" sz="1200" dirty="0"/>
              <a:t>発電所内の水槽のスクリーンに落ち葉などの塵芥が溜まると水槽水位が上昇して過剰に排水されてしまうことで、本来エネルギー資源となる水を活用できないケースがあります。これを水位・発電データの傾向監視によって状況をより詳細に把握し、解決につなげます。</a:t>
            </a:r>
            <a:endParaRPr lang="en-US" altLang="ja-JP" sz="1200" dirty="0"/>
          </a:p>
          <a:p>
            <a:endParaRPr lang="ja-JP" altLang="en-US" sz="1200" dirty="0"/>
          </a:p>
          <a:p>
            <a:r>
              <a:rPr lang="ja-JP" altLang="en-US" sz="1200" b="1" dirty="0"/>
              <a:t>効果</a:t>
            </a:r>
            <a:endParaRPr lang="ja-JP" altLang="en-US" sz="1200" dirty="0"/>
          </a:p>
          <a:p>
            <a:r>
              <a:rPr lang="ja-JP" altLang="en-US" sz="1200" dirty="0"/>
              <a:t>水位データと発電量の傾向監視により、不要な排水につながっている状況を詳細に把握</a:t>
            </a:r>
          </a:p>
          <a:p>
            <a:r>
              <a:rPr lang="ja-JP" altLang="en-US" sz="1200" dirty="0"/>
              <a:t>見える化したデータから改善点を把握。除塵機の稼働回数や水槽水位のしきい値などの見直しおよび、運転データの継続的監視により不要な排水と発電ロスを削減</a:t>
            </a:r>
          </a:p>
        </p:txBody>
      </p:sp>
      <p:pic>
        <p:nvPicPr>
          <p:cNvPr id="8194" name="Picture 2" descr="水槽の過剰な排水（塵芥堆積による発電ロス）への対策のイメージ画像">
            <a:extLst>
              <a:ext uri="{FF2B5EF4-FFF2-40B4-BE49-F238E27FC236}">
                <a16:creationId xmlns:a16="http://schemas.microsoft.com/office/drawing/2014/main" id="{34A8F3C2-E8E2-9CBC-1B2F-DDC46782DAA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00175" y="2599673"/>
            <a:ext cx="7562850" cy="3581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1879708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AA9E91-89B4-13EC-6F7F-11904B2683D9}"/>
            </a:ext>
          </a:extLst>
        </p:cNvPr>
        <p:cNvGrpSpPr/>
        <p:nvPr/>
      </p:nvGrpSpPr>
      <p:grpSpPr>
        <a:xfrm>
          <a:off x="0" y="0"/>
          <a:ext cx="0" cy="0"/>
          <a:chOff x="0" y="0"/>
          <a:chExt cx="0" cy="0"/>
        </a:xfrm>
      </p:grpSpPr>
      <p:sp>
        <p:nvSpPr>
          <p:cNvPr id="3" name="タイトル 2">
            <a:extLst>
              <a:ext uri="{FF2B5EF4-FFF2-40B4-BE49-F238E27FC236}">
                <a16:creationId xmlns:a16="http://schemas.microsoft.com/office/drawing/2014/main" id="{BA188B8D-F09D-EDC2-1394-C7512814FC0D}"/>
              </a:ext>
            </a:extLst>
          </p:cNvPr>
          <p:cNvSpPr>
            <a:spLocks noGrp="1"/>
          </p:cNvSpPr>
          <p:nvPr>
            <p:ph type="title"/>
          </p:nvPr>
        </p:nvSpPr>
        <p:spPr>
          <a:xfrm>
            <a:off x="432888" y="52193"/>
            <a:ext cx="11493500" cy="626683"/>
          </a:xfrm>
        </p:spPr>
        <p:txBody>
          <a:bodyPr/>
          <a:lstStyle/>
          <a:p>
            <a:r>
              <a:rPr lang="ja-JP" altLang="en-US" sz="2000"/>
              <a:t>アーキテクチャ初案</a:t>
            </a:r>
            <a:br>
              <a:rPr lang="ja-JP" altLang="en-US" sz="2000"/>
            </a:br>
            <a:r>
              <a:rPr lang="en-US" altLang="ja-JP" sz="2000"/>
              <a:t>The draft of </a:t>
            </a:r>
            <a:r>
              <a:rPr lang="en-US" altLang="zh-CN" sz="2000"/>
              <a:t>architecture</a:t>
            </a:r>
            <a:endParaRPr lang="ja-JP" altLang="en-US" sz="2000"/>
          </a:p>
        </p:txBody>
      </p:sp>
      <p:pic>
        <p:nvPicPr>
          <p:cNvPr id="16" name="図 15">
            <a:extLst>
              <a:ext uri="{FF2B5EF4-FFF2-40B4-BE49-F238E27FC236}">
                <a16:creationId xmlns:a16="http://schemas.microsoft.com/office/drawing/2014/main" id="{2E15A131-7AF1-9948-8B09-2EF74B2906FC}"/>
              </a:ext>
            </a:extLst>
          </p:cNvPr>
          <p:cNvPicPr>
            <a:picLocks noChangeAspect="1"/>
          </p:cNvPicPr>
          <p:nvPr/>
        </p:nvPicPr>
        <p:blipFill>
          <a:blip r:embed="rId2"/>
          <a:srcRect l="9649" t="33463" r="82298" b="56537"/>
          <a:stretch>
            <a:fillRect/>
          </a:stretch>
        </p:blipFill>
        <p:spPr>
          <a:xfrm>
            <a:off x="4380441" y="2440517"/>
            <a:ext cx="815975" cy="685800"/>
          </a:xfrm>
          <a:custGeom>
            <a:avLst/>
            <a:gdLst>
              <a:gd name="csX0" fmla="*/ 447675 w 815975"/>
              <a:gd name="csY0" fmla="*/ 0 h 685800"/>
              <a:gd name="csX1" fmla="*/ 815975 w 815975"/>
              <a:gd name="csY1" fmla="*/ 206375 h 685800"/>
              <a:gd name="csX2" fmla="*/ 815975 w 815975"/>
              <a:gd name="csY2" fmla="*/ 434975 h 685800"/>
              <a:gd name="csX3" fmla="*/ 733425 w 815975"/>
              <a:gd name="csY3" fmla="*/ 476250 h 685800"/>
              <a:gd name="csX4" fmla="*/ 742950 w 815975"/>
              <a:gd name="csY4" fmla="*/ 593725 h 685800"/>
              <a:gd name="csX5" fmla="*/ 708025 w 815975"/>
              <a:gd name="csY5" fmla="*/ 615950 h 685800"/>
              <a:gd name="csX6" fmla="*/ 628650 w 815975"/>
              <a:gd name="csY6" fmla="*/ 622300 h 685800"/>
              <a:gd name="csX7" fmla="*/ 603250 w 815975"/>
              <a:gd name="csY7" fmla="*/ 596900 h 685800"/>
              <a:gd name="csX8" fmla="*/ 577850 w 815975"/>
              <a:gd name="csY8" fmla="*/ 587375 h 685800"/>
              <a:gd name="csX9" fmla="*/ 577850 w 815975"/>
              <a:gd name="csY9" fmla="*/ 561975 h 685800"/>
              <a:gd name="csX10" fmla="*/ 501650 w 815975"/>
              <a:gd name="csY10" fmla="*/ 606425 h 685800"/>
              <a:gd name="csX11" fmla="*/ 511175 w 815975"/>
              <a:gd name="csY11" fmla="*/ 685800 h 685800"/>
              <a:gd name="csX12" fmla="*/ 419100 w 815975"/>
              <a:gd name="csY12" fmla="*/ 622300 h 685800"/>
              <a:gd name="csX13" fmla="*/ 403225 w 815975"/>
              <a:gd name="csY13" fmla="*/ 647700 h 685800"/>
              <a:gd name="csX14" fmla="*/ 374650 w 815975"/>
              <a:gd name="csY14" fmla="*/ 647700 h 685800"/>
              <a:gd name="csX15" fmla="*/ 349250 w 815975"/>
              <a:gd name="csY15" fmla="*/ 631825 h 685800"/>
              <a:gd name="csX16" fmla="*/ 349250 w 815975"/>
              <a:gd name="csY16" fmla="*/ 581025 h 685800"/>
              <a:gd name="csX17" fmla="*/ 85725 w 815975"/>
              <a:gd name="csY17" fmla="*/ 444500 h 685800"/>
              <a:gd name="csX18" fmla="*/ 38100 w 815975"/>
              <a:gd name="csY18" fmla="*/ 457200 h 685800"/>
              <a:gd name="csX19" fmla="*/ 19050 w 815975"/>
              <a:gd name="csY19" fmla="*/ 447675 h 685800"/>
              <a:gd name="csX20" fmla="*/ 12700 w 815975"/>
              <a:gd name="csY20" fmla="*/ 400050 h 685800"/>
              <a:gd name="csX21" fmla="*/ 0 w 815975"/>
              <a:gd name="csY21" fmla="*/ 384175 h 685800"/>
              <a:gd name="csX22" fmla="*/ 9525 w 815975"/>
              <a:gd name="csY22" fmla="*/ 146050 h 685800"/>
              <a:gd name="csX23" fmla="*/ 82550 w 815975"/>
              <a:gd name="csY23" fmla="*/ 200025 h 6858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Lst>
            <a:rect l="l" t="t" r="r" b="b"/>
            <a:pathLst>
              <a:path w="815975" h="685800">
                <a:moveTo>
                  <a:pt x="447675" y="0"/>
                </a:moveTo>
                <a:lnTo>
                  <a:pt x="815975" y="206375"/>
                </a:lnTo>
                <a:lnTo>
                  <a:pt x="815975" y="434975"/>
                </a:lnTo>
                <a:lnTo>
                  <a:pt x="733425" y="476250"/>
                </a:lnTo>
                <a:lnTo>
                  <a:pt x="742950" y="593725"/>
                </a:lnTo>
                <a:lnTo>
                  <a:pt x="708025" y="615950"/>
                </a:lnTo>
                <a:lnTo>
                  <a:pt x="628650" y="622300"/>
                </a:lnTo>
                <a:lnTo>
                  <a:pt x="603250" y="596900"/>
                </a:lnTo>
                <a:lnTo>
                  <a:pt x="577850" y="587375"/>
                </a:lnTo>
                <a:lnTo>
                  <a:pt x="577850" y="561975"/>
                </a:lnTo>
                <a:lnTo>
                  <a:pt x="501650" y="606425"/>
                </a:lnTo>
                <a:lnTo>
                  <a:pt x="511175" y="685800"/>
                </a:lnTo>
                <a:lnTo>
                  <a:pt x="419100" y="622300"/>
                </a:lnTo>
                <a:lnTo>
                  <a:pt x="403225" y="647700"/>
                </a:lnTo>
                <a:lnTo>
                  <a:pt x="374650" y="647700"/>
                </a:lnTo>
                <a:lnTo>
                  <a:pt x="349250" y="631825"/>
                </a:lnTo>
                <a:lnTo>
                  <a:pt x="349250" y="581025"/>
                </a:lnTo>
                <a:lnTo>
                  <a:pt x="85725" y="444500"/>
                </a:lnTo>
                <a:lnTo>
                  <a:pt x="38100" y="457200"/>
                </a:lnTo>
                <a:lnTo>
                  <a:pt x="19050" y="447675"/>
                </a:lnTo>
                <a:lnTo>
                  <a:pt x="12700" y="400050"/>
                </a:lnTo>
                <a:lnTo>
                  <a:pt x="0" y="384175"/>
                </a:lnTo>
                <a:lnTo>
                  <a:pt x="9525" y="146050"/>
                </a:lnTo>
                <a:lnTo>
                  <a:pt x="82550" y="200025"/>
                </a:lnTo>
                <a:close/>
              </a:path>
            </a:pathLst>
          </a:custGeom>
        </p:spPr>
      </p:pic>
      <p:pic>
        <p:nvPicPr>
          <p:cNvPr id="20" name="図 19">
            <a:extLst>
              <a:ext uri="{FF2B5EF4-FFF2-40B4-BE49-F238E27FC236}">
                <a16:creationId xmlns:a16="http://schemas.microsoft.com/office/drawing/2014/main" id="{4BBBB47E-5D28-5ED8-FF98-6493D8FA07F9}"/>
              </a:ext>
            </a:extLst>
          </p:cNvPr>
          <p:cNvPicPr>
            <a:picLocks noChangeAspect="1"/>
          </p:cNvPicPr>
          <p:nvPr/>
        </p:nvPicPr>
        <p:blipFill>
          <a:blip r:embed="rId2"/>
          <a:srcRect l="30291" t="27083" r="60904" b="61852"/>
          <a:stretch>
            <a:fillRect/>
          </a:stretch>
        </p:blipFill>
        <p:spPr>
          <a:xfrm>
            <a:off x="5594350" y="2159001"/>
            <a:ext cx="892175" cy="758825"/>
          </a:xfrm>
          <a:custGeom>
            <a:avLst/>
            <a:gdLst>
              <a:gd name="csX0" fmla="*/ 488950 w 892175"/>
              <a:gd name="csY0" fmla="*/ 0 h 758825"/>
              <a:gd name="csX1" fmla="*/ 892175 w 892175"/>
              <a:gd name="csY1" fmla="*/ 228600 h 758825"/>
              <a:gd name="csX2" fmla="*/ 885825 w 892175"/>
              <a:gd name="csY2" fmla="*/ 492125 h 758825"/>
              <a:gd name="csX3" fmla="*/ 546100 w 892175"/>
              <a:gd name="csY3" fmla="*/ 669925 h 758825"/>
              <a:gd name="csX4" fmla="*/ 552450 w 892175"/>
              <a:gd name="csY4" fmla="*/ 758825 h 758825"/>
              <a:gd name="csX5" fmla="*/ 454025 w 892175"/>
              <a:gd name="csY5" fmla="*/ 698500 h 758825"/>
              <a:gd name="csX6" fmla="*/ 415925 w 892175"/>
              <a:gd name="csY6" fmla="*/ 714375 h 758825"/>
              <a:gd name="csX7" fmla="*/ 374650 w 892175"/>
              <a:gd name="csY7" fmla="*/ 701675 h 758825"/>
              <a:gd name="csX8" fmla="*/ 387350 w 892175"/>
              <a:gd name="csY8" fmla="*/ 641350 h 758825"/>
              <a:gd name="csX9" fmla="*/ 85725 w 892175"/>
              <a:gd name="csY9" fmla="*/ 473075 h 758825"/>
              <a:gd name="csX10" fmla="*/ 53975 w 892175"/>
              <a:gd name="csY10" fmla="*/ 504825 h 758825"/>
              <a:gd name="csX11" fmla="*/ 22225 w 892175"/>
              <a:gd name="csY11" fmla="*/ 495300 h 758825"/>
              <a:gd name="csX12" fmla="*/ 22225 w 892175"/>
              <a:gd name="csY12" fmla="*/ 441325 h 758825"/>
              <a:gd name="csX13" fmla="*/ 0 w 892175"/>
              <a:gd name="csY13" fmla="*/ 434975 h 758825"/>
              <a:gd name="csX14" fmla="*/ 3175 w 892175"/>
              <a:gd name="csY14" fmla="*/ 187325 h 758825"/>
              <a:gd name="csX15" fmla="*/ 85725 w 892175"/>
              <a:gd name="csY15" fmla="*/ 225425 h 75882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Lst>
            <a:rect l="l" t="t" r="r" b="b"/>
            <a:pathLst>
              <a:path w="892175" h="758825">
                <a:moveTo>
                  <a:pt x="488950" y="0"/>
                </a:moveTo>
                <a:lnTo>
                  <a:pt x="892175" y="228600"/>
                </a:lnTo>
                <a:lnTo>
                  <a:pt x="885825" y="492125"/>
                </a:lnTo>
                <a:lnTo>
                  <a:pt x="546100" y="669925"/>
                </a:lnTo>
                <a:lnTo>
                  <a:pt x="552450" y="758825"/>
                </a:lnTo>
                <a:lnTo>
                  <a:pt x="454025" y="698500"/>
                </a:lnTo>
                <a:lnTo>
                  <a:pt x="415925" y="714375"/>
                </a:lnTo>
                <a:lnTo>
                  <a:pt x="374650" y="701675"/>
                </a:lnTo>
                <a:lnTo>
                  <a:pt x="387350" y="641350"/>
                </a:lnTo>
                <a:lnTo>
                  <a:pt x="85725" y="473075"/>
                </a:lnTo>
                <a:lnTo>
                  <a:pt x="53975" y="504825"/>
                </a:lnTo>
                <a:lnTo>
                  <a:pt x="22225" y="495300"/>
                </a:lnTo>
                <a:lnTo>
                  <a:pt x="22225" y="441325"/>
                </a:lnTo>
                <a:lnTo>
                  <a:pt x="0" y="434975"/>
                </a:lnTo>
                <a:cubicBezTo>
                  <a:pt x="1058" y="352425"/>
                  <a:pt x="2117" y="269875"/>
                  <a:pt x="3175" y="187325"/>
                </a:cubicBezTo>
                <a:lnTo>
                  <a:pt x="85725" y="225425"/>
                </a:lnTo>
                <a:close/>
              </a:path>
            </a:pathLst>
          </a:custGeom>
        </p:spPr>
      </p:pic>
      <p:pic>
        <p:nvPicPr>
          <p:cNvPr id="24" name="図 23">
            <a:extLst>
              <a:ext uri="{FF2B5EF4-FFF2-40B4-BE49-F238E27FC236}">
                <a16:creationId xmlns:a16="http://schemas.microsoft.com/office/drawing/2014/main" id="{5644D468-6283-4881-53D1-BEBA967F0235}"/>
              </a:ext>
            </a:extLst>
          </p:cNvPr>
          <p:cNvPicPr>
            <a:picLocks noChangeAspect="1"/>
          </p:cNvPicPr>
          <p:nvPr/>
        </p:nvPicPr>
        <p:blipFill>
          <a:blip r:embed="rId2"/>
          <a:srcRect l="41603" t="22593" r="53791" b="66528"/>
          <a:stretch>
            <a:fillRect/>
          </a:stretch>
        </p:blipFill>
        <p:spPr>
          <a:xfrm>
            <a:off x="5035550" y="1644651"/>
            <a:ext cx="466725" cy="746125"/>
          </a:xfrm>
          <a:custGeom>
            <a:avLst/>
            <a:gdLst>
              <a:gd name="csX0" fmla="*/ 107950 w 466725"/>
              <a:gd name="csY0" fmla="*/ 0 h 746125"/>
              <a:gd name="csX1" fmla="*/ 460375 w 466725"/>
              <a:gd name="csY1" fmla="*/ 193675 h 746125"/>
              <a:gd name="csX2" fmla="*/ 466725 w 466725"/>
              <a:gd name="csY2" fmla="*/ 654050 h 746125"/>
              <a:gd name="csX3" fmla="*/ 336550 w 466725"/>
              <a:gd name="csY3" fmla="*/ 746125 h 746125"/>
              <a:gd name="csX4" fmla="*/ 3175 w 466725"/>
              <a:gd name="csY4" fmla="*/ 546100 h 746125"/>
              <a:gd name="csX5" fmla="*/ 0 w 466725"/>
              <a:gd name="csY5" fmla="*/ 69850 h 746125"/>
            </a:gdLst>
            <a:ahLst/>
            <a:cxnLst>
              <a:cxn ang="0">
                <a:pos x="csX0" y="csY0"/>
              </a:cxn>
              <a:cxn ang="0">
                <a:pos x="csX1" y="csY1"/>
              </a:cxn>
              <a:cxn ang="0">
                <a:pos x="csX2" y="csY2"/>
              </a:cxn>
              <a:cxn ang="0">
                <a:pos x="csX3" y="csY3"/>
              </a:cxn>
              <a:cxn ang="0">
                <a:pos x="csX4" y="csY4"/>
              </a:cxn>
              <a:cxn ang="0">
                <a:pos x="csX5" y="csY5"/>
              </a:cxn>
            </a:cxnLst>
            <a:rect l="l" t="t" r="r" b="b"/>
            <a:pathLst>
              <a:path w="466725" h="746125">
                <a:moveTo>
                  <a:pt x="107950" y="0"/>
                </a:moveTo>
                <a:lnTo>
                  <a:pt x="460375" y="193675"/>
                </a:lnTo>
                <a:cubicBezTo>
                  <a:pt x="462492" y="347133"/>
                  <a:pt x="464608" y="500592"/>
                  <a:pt x="466725" y="654050"/>
                </a:cubicBezTo>
                <a:lnTo>
                  <a:pt x="336550" y="746125"/>
                </a:lnTo>
                <a:lnTo>
                  <a:pt x="3175" y="546100"/>
                </a:lnTo>
                <a:cubicBezTo>
                  <a:pt x="2117" y="387350"/>
                  <a:pt x="1058" y="228600"/>
                  <a:pt x="0" y="69850"/>
                </a:cubicBezTo>
                <a:close/>
              </a:path>
            </a:pathLst>
          </a:custGeom>
        </p:spPr>
      </p:pic>
      <p:pic>
        <p:nvPicPr>
          <p:cNvPr id="28" name="図 27">
            <a:extLst>
              <a:ext uri="{FF2B5EF4-FFF2-40B4-BE49-F238E27FC236}">
                <a16:creationId xmlns:a16="http://schemas.microsoft.com/office/drawing/2014/main" id="{6DB08653-FC69-4437-7EEE-F4BE2D0445BA}"/>
              </a:ext>
            </a:extLst>
          </p:cNvPr>
          <p:cNvPicPr>
            <a:picLocks noChangeAspect="1"/>
          </p:cNvPicPr>
          <p:nvPr/>
        </p:nvPicPr>
        <p:blipFill>
          <a:blip r:embed="rId2"/>
          <a:srcRect l="56392" t="19769" r="34553" b="68889"/>
          <a:stretch>
            <a:fillRect/>
          </a:stretch>
        </p:blipFill>
        <p:spPr>
          <a:xfrm>
            <a:off x="7232650" y="2139951"/>
            <a:ext cx="917575" cy="777875"/>
          </a:xfrm>
          <a:custGeom>
            <a:avLst/>
            <a:gdLst>
              <a:gd name="csX0" fmla="*/ 504825 w 917575"/>
              <a:gd name="csY0" fmla="*/ 0 h 777875"/>
              <a:gd name="csX1" fmla="*/ 914400 w 917575"/>
              <a:gd name="csY1" fmla="*/ 228600 h 777875"/>
              <a:gd name="csX2" fmla="*/ 917575 w 917575"/>
              <a:gd name="csY2" fmla="*/ 492125 h 777875"/>
              <a:gd name="csX3" fmla="*/ 838200 w 917575"/>
              <a:gd name="csY3" fmla="*/ 546100 h 777875"/>
              <a:gd name="csX4" fmla="*/ 838200 w 917575"/>
              <a:gd name="csY4" fmla="*/ 673100 h 777875"/>
              <a:gd name="csX5" fmla="*/ 806450 w 917575"/>
              <a:gd name="csY5" fmla="*/ 695325 h 777875"/>
              <a:gd name="csX6" fmla="*/ 768350 w 917575"/>
              <a:gd name="csY6" fmla="*/ 708025 h 777875"/>
              <a:gd name="csX7" fmla="*/ 704850 w 917575"/>
              <a:gd name="csY7" fmla="*/ 701675 h 777875"/>
              <a:gd name="csX8" fmla="*/ 682625 w 917575"/>
              <a:gd name="csY8" fmla="*/ 692150 h 777875"/>
              <a:gd name="csX9" fmla="*/ 654050 w 917575"/>
              <a:gd name="csY9" fmla="*/ 654050 h 777875"/>
              <a:gd name="csX10" fmla="*/ 574675 w 917575"/>
              <a:gd name="csY10" fmla="*/ 701675 h 777875"/>
              <a:gd name="csX11" fmla="*/ 577850 w 917575"/>
              <a:gd name="csY11" fmla="*/ 777875 h 777875"/>
              <a:gd name="csX12" fmla="*/ 482600 w 917575"/>
              <a:gd name="csY12" fmla="*/ 714375 h 777875"/>
              <a:gd name="csX13" fmla="*/ 428625 w 917575"/>
              <a:gd name="csY13" fmla="*/ 739775 h 777875"/>
              <a:gd name="csX14" fmla="*/ 400050 w 917575"/>
              <a:gd name="csY14" fmla="*/ 739775 h 777875"/>
              <a:gd name="csX15" fmla="*/ 396875 w 917575"/>
              <a:gd name="csY15" fmla="*/ 673100 h 777875"/>
              <a:gd name="csX16" fmla="*/ 98425 w 917575"/>
              <a:gd name="csY16" fmla="*/ 495300 h 777875"/>
              <a:gd name="csX17" fmla="*/ 63500 w 917575"/>
              <a:gd name="csY17" fmla="*/ 530225 h 777875"/>
              <a:gd name="csX18" fmla="*/ 25400 w 917575"/>
              <a:gd name="csY18" fmla="*/ 514350 h 777875"/>
              <a:gd name="csX19" fmla="*/ 25400 w 917575"/>
              <a:gd name="csY19" fmla="*/ 466725 h 777875"/>
              <a:gd name="csX20" fmla="*/ 12700 w 917575"/>
              <a:gd name="csY20" fmla="*/ 463550 h 777875"/>
              <a:gd name="csX21" fmla="*/ 0 w 917575"/>
              <a:gd name="csY21" fmla="*/ 200025 h 777875"/>
              <a:gd name="csX22" fmla="*/ 101600 w 917575"/>
              <a:gd name="csY22" fmla="*/ 238125 h 77787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Lst>
            <a:rect l="l" t="t" r="r" b="b"/>
            <a:pathLst>
              <a:path w="917575" h="777875">
                <a:moveTo>
                  <a:pt x="504825" y="0"/>
                </a:moveTo>
                <a:lnTo>
                  <a:pt x="914400" y="228600"/>
                </a:lnTo>
                <a:cubicBezTo>
                  <a:pt x="915458" y="316442"/>
                  <a:pt x="916517" y="404283"/>
                  <a:pt x="917575" y="492125"/>
                </a:cubicBezTo>
                <a:lnTo>
                  <a:pt x="838200" y="546100"/>
                </a:lnTo>
                <a:lnTo>
                  <a:pt x="838200" y="673100"/>
                </a:lnTo>
                <a:lnTo>
                  <a:pt x="806450" y="695325"/>
                </a:lnTo>
                <a:lnTo>
                  <a:pt x="768350" y="708025"/>
                </a:lnTo>
                <a:lnTo>
                  <a:pt x="704850" y="701675"/>
                </a:lnTo>
                <a:lnTo>
                  <a:pt x="682625" y="692150"/>
                </a:lnTo>
                <a:lnTo>
                  <a:pt x="654050" y="654050"/>
                </a:lnTo>
                <a:lnTo>
                  <a:pt x="574675" y="701675"/>
                </a:lnTo>
                <a:lnTo>
                  <a:pt x="577850" y="777875"/>
                </a:lnTo>
                <a:lnTo>
                  <a:pt x="482600" y="714375"/>
                </a:lnTo>
                <a:lnTo>
                  <a:pt x="428625" y="739775"/>
                </a:lnTo>
                <a:lnTo>
                  <a:pt x="400050" y="739775"/>
                </a:lnTo>
                <a:lnTo>
                  <a:pt x="396875" y="673100"/>
                </a:lnTo>
                <a:lnTo>
                  <a:pt x="98425" y="495300"/>
                </a:lnTo>
                <a:lnTo>
                  <a:pt x="63500" y="530225"/>
                </a:lnTo>
                <a:lnTo>
                  <a:pt x="25400" y="514350"/>
                </a:lnTo>
                <a:lnTo>
                  <a:pt x="25400" y="466725"/>
                </a:lnTo>
                <a:lnTo>
                  <a:pt x="12700" y="463550"/>
                </a:lnTo>
                <a:lnTo>
                  <a:pt x="0" y="200025"/>
                </a:lnTo>
                <a:lnTo>
                  <a:pt x="101600" y="238125"/>
                </a:lnTo>
                <a:close/>
              </a:path>
            </a:pathLst>
          </a:custGeom>
        </p:spPr>
      </p:pic>
      <p:pic>
        <p:nvPicPr>
          <p:cNvPr id="32" name="図 31">
            <a:extLst>
              <a:ext uri="{FF2B5EF4-FFF2-40B4-BE49-F238E27FC236}">
                <a16:creationId xmlns:a16="http://schemas.microsoft.com/office/drawing/2014/main" id="{60FBAB1F-3C7F-8001-F4A5-E59A4BE36871}"/>
              </a:ext>
            </a:extLst>
          </p:cNvPr>
          <p:cNvPicPr>
            <a:picLocks noChangeAspect="1"/>
          </p:cNvPicPr>
          <p:nvPr/>
        </p:nvPicPr>
        <p:blipFill>
          <a:blip r:embed="rId3"/>
          <a:srcRect l="83063" t="49259" r="8847" b="40602"/>
          <a:stretch>
            <a:fillRect/>
          </a:stretch>
        </p:blipFill>
        <p:spPr>
          <a:xfrm>
            <a:off x="796925" y="3197226"/>
            <a:ext cx="819150" cy="695325"/>
          </a:xfrm>
          <a:custGeom>
            <a:avLst/>
            <a:gdLst>
              <a:gd name="csX0" fmla="*/ 441325 w 819150"/>
              <a:gd name="csY0" fmla="*/ 0 h 695325"/>
              <a:gd name="csX1" fmla="*/ 819150 w 819150"/>
              <a:gd name="csY1" fmla="*/ 215900 h 695325"/>
              <a:gd name="csX2" fmla="*/ 815975 w 819150"/>
              <a:gd name="csY2" fmla="*/ 444500 h 695325"/>
              <a:gd name="csX3" fmla="*/ 758825 w 819150"/>
              <a:gd name="csY3" fmla="*/ 469900 h 695325"/>
              <a:gd name="csX4" fmla="*/ 768350 w 819150"/>
              <a:gd name="csY4" fmla="*/ 498475 h 695325"/>
              <a:gd name="csX5" fmla="*/ 774700 w 819150"/>
              <a:gd name="csY5" fmla="*/ 561975 h 695325"/>
              <a:gd name="csX6" fmla="*/ 755650 w 819150"/>
              <a:gd name="csY6" fmla="*/ 600075 h 695325"/>
              <a:gd name="csX7" fmla="*/ 720725 w 819150"/>
              <a:gd name="csY7" fmla="*/ 638175 h 695325"/>
              <a:gd name="csX8" fmla="*/ 644525 w 819150"/>
              <a:gd name="csY8" fmla="*/ 638175 h 695325"/>
              <a:gd name="csX9" fmla="*/ 606425 w 819150"/>
              <a:gd name="csY9" fmla="*/ 631825 h 695325"/>
              <a:gd name="csX10" fmla="*/ 558800 w 819150"/>
              <a:gd name="csY10" fmla="*/ 590550 h 695325"/>
              <a:gd name="csX11" fmla="*/ 511175 w 819150"/>
              <a:gd name="csY11" fmla="*/ 615950 h 695325"/>
              <a:gd name="csX12" fmla="*/ 498475 w 819150"/>
              <a:gd name="csY12" fmla="*/ 695325 h 695325"/>
              <a:gd name="csX13" fmla="*/ 415925 w 819150"/>
              <a:gd name="csY13" fmla="*/ 644525 h 695325"/>
              <a:gd name="csX14" fmla="*/ 368300 w 819150"/>
              <a:gd name="csY14" fmla="*/ 663575 h 695325"/>
              <a:gd name="csX15" fmla="*/ 355600 w 819150"/>
              <a:gd name="csY15" fmla="*/ 650875 h 695325"/>
              <a:gd name="csX16" fmla="*/ 339725 w 819150"/>
              <a:gd name="csY16" fmla="*/ 612775 h 695325"/>
              <a:gd name="csX17" fmla="*/ 85725 w 819150"/>
              <a:gd name="csY17" fmla="*/ 457200 h 695325"/>
              <a:gd name="csX18" fmla="*/ 34925 w 819150"/>
              <a:gd name="csY18" fmla="*/ 473075 h 695325"/>
              <a:gd name="csX19" fmla="*/ 9525 w 819150"/>
              <a:gd name="csY19" fmla="*/ 460375 h 695325"/>
              <a:gd name="csX20" fmla="*/ 25400 w 819150"/>
              <a:gd name="csY20" fmla="*/ 409575 h 695325"/>
              <a:gd name="csX21" fmla="*/ 0 w 819150"/>
              <a:gd name="csY21" fmla="*/ 403225 h 695325"/>
              <a:gd name="csX22" fmla="*/ 0 w 819150"/>
              <a:gd name="csY22" fmla="*/ 174625 h 695325"/>
              <a:gd name="csX23" fmla="*/ 63500 w 819150"/>
              <a:gd name="csY23" fmla="*/ 219075 h 69532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Lst>
            <a:rect l="l" t="t" r="r" b="b"/>
            <a:pathLst>
              <a:path w="819150" h="695325">
                <a:moveTo>
                  <a:pt x="441325" y="0"/>
                </a:moveTo>
                <a:lnTo>
                  <a:pt x="819150" y="215900"/>
                </a:lnTo>
                <a:cubicBezTo>
                  <a:pt x="818092" y="292100"/>
                  <a:pt x="817033" y="368300"/>
                  <a:pt x="815975" y="444500"/>
                </a:cubicBezTo>
                <a:lnTo>
                  <a:pt x="758825" y="469900"/>
                </a:lnTo>
                <a:lnTo>
                  <a:pt x="768350" y="498475"/>
                </a:lnTo>
                <a:lnTo>
                  <a:pt x="774700" y="561975"/>
                </a:lnTo>
                <a:lnTo>
                  <a:pt x="755650" y="600075"/>
                </a:lnTo>
                <a:lnTo>
                  <a:pt x="720725" y="638175"/>
                </a:lnTo>
                <a:lnTo>
                  <a:pt x="644525" y="638175"/>
                </a:lnTo>
                <a:lnTo>
                  <a:pt x="606425" y="631825"/>
                </a:lnTo>
                <a:lnTo>
                  <a:pt x="558800" y="590550"/>
                </a:lnTo>
                <a:lnTo>
                  <a:pt x="511175" y="615950"/>
                </a:lnTo>
                <a:lnTo>
                  <a:pt x="498475" y="695325"/>
                </a:lnTo>
                <a:lnTo>
                  <a:pt x="415925" y="644525"/>
                </a:lnTo>
                <a:lnTo>
                  <a:pt x="368300" y="663575"/>
                </a:lnTo>
                <a:lnTo>
                  <a:pt x="355600" y="650875"/>
                </a:lnTo>
                <a:lnTo>
                  <a:pt x="339725" y="612775"/>
                </a:lnTo>
                <a:lnTo>
                  <a:pt x="85725" y="457200"/>
                </a:lnTo>
                <a:lnTo>
                  <a:pt x="34925" y="473075"/>
                </a:lnTo>
                <a:lnTo>
                  <a:pt x="9525" y="460375"/>
                </a:lnTo>
                <a:lnTo>
                  <a:pt x="25400" y="409575"/>
                </a:lnTo>
                <a:lnTo>
                  <a:pt x="0" y="403225"/>
                </a:lnTo>
                <a:lnTo>
                  <a:pt x="0" y="174625"/>
                </a:lnTo>
                <a:lnTo>
                  <a:pt x="63500" y="219075"/>
                </a:lnTo>
                <a:close/>
              </a:path>
            </a:pathLst>
          </a:custGeom>
        </p:spPr>
      </p:pic>
      <p:pic>
        <p:nvPicPr>
          <p:cNvPr id="36" name="図 35">
            <a:extLst>
              <a:ext uri="{FF2B5EF4-FFF2-40B4-BE49-F238E27FC236}">
                <a16:creationId xmlns:a16="http://schemas.microsoft.com/office/drawing/2014/main" id="{22B7DD2F-031A-36F6-1CEE-6D4784CF92F9}"/>
              </a:ext>
            </a:extLst>
          </p:cNvPr>
          <p:cNvPicPr>
            <a:picLocks noChangeAspect="1"/>
          </p:cNvPicPr>
          <p:nvPr/>
        </p:nvPicPr>
        <p:blipFill>
          <a:blip r:embed="rId3"/>
          <a:srcRect l="56495" t="56497" r="32738" b="31528"/>
          <a:stretch>
            <a:fillRect/>
          </a:stretch>
        </p:blipFill>
        <p:spPr>
          <a:xfrm>
            <a:off x="3041650" y="1116783"/>
            <a:ext cx="1090084" cy="821267"/>
          </a:xfrm>
          <a:custGeom>
            <a:avLst/>
            <a:gdLst>
              <a:gd name="csX0" fmla="*/ 524934 w 1090084"/>
              <a:gd name="csY0" fmla="*/ 0 h 821267"/>
              <a:gd name="csX1" fmla="*/ 950384 w 1090084"/>
              <a:gd name="csY1" fmla="*/ 262467 h 821267"/>
              <a:gd name="csX2" fmla="*/ 941917 w 1090084"/>
              <a:gd name="csY2" fmla="*/ 480483 h 821267"/>
              <a:gd name="csX3" fmla="*/ 954617 w 1090084"/>
              <a:gd name="csY3" fmla="*/ 503767 h 821267"/>
              <a:gd name="csX4" fmla="*/ 980017 w 1090084"/>
              <a:gd name="csY4" fmla="*/ 501650 h 821267"/>
              <a:gd name="csX5" fmla="*/ 988484 w 1090084"/>
              <a:gd name="csY5" fmla="*/ 459317 h 821267"/>
              <a:gd name="csX6" fmla="*/ 1016000 w 1090084"/>
              <a:gd name="csY6" fmla="*/ 480483 h 821267"/>
              <a:gd name="csX7" fmla="*/ 1022350 w 1090084"/>
              <a:gd name="csY7" fmla="*/ 503767 h 821267"/>
              <a:gd name="csX8" fmla="*/ 1018117 w 1090084"/>
              <a:gd name="csY8" fmla="*/ 518583 h 821267"/>
              <a:gd name="csX9" fmla="*/ 1028700 w 1090084"/>
              <a:gd name="csY9" fmla="*/ 524933 h 821267"/>
              <a:gd name="csX10" fmla="*/ 1054100 w 1090084"/>
              <a:gd name="csY10" fmla="*/ 512233 h 821267"/>
              <a:gd name="csX11" fmla="*/ 1073150 w 1090084"/>
              <a:gd name="csY11" fmla="*/ 529167 h 821267"/>
              <a:gd name="csX12" fmla="*/ 1047750 w 1090084"/>
              <a:gd name="csY12" fmla="*/ 563033 h 821267"/>
              <a:gd name="csX13" fmla="*/ 1051984 w 1090084"/>
              <a:gd name="csY13" fmla="*/ 577850 h 821267"/>
              <a:gd name="csX14" fmla="*/ 1090084 w 1090084"/>
              <a:gd name="csY14" fmla="*/ 592667 h 821267"/>
              <a:gd name="csX15" fmla="*/ 1079500 w 1090084"/>
              <a:gd name="csY15" fmla="*/ 620183 h 821267"/>
              <a:gd name="csX16" fmla="*/ 1051984 w 1090084"/>
              <a:gd name="csY16" fmla="*/ 645583 h 821267"/>
              <a:gd name="csX17" fmla="*/ 1051984 w 1090084"/>
              <a:gd name="csY17" fmla="*/ 666750 h 821267"/>
              <a:gd name="csX18" fmla="*/ 1075267 w 1090084"/>
              <a:gd name="csY18" fmla="*/ 694267 h 821267"/>
              <a:gd name="csX19" fmla="*/ 1041400 w 1090084"/>
              <a:gd name="csY19" fmla="*/ 709083 h 821267"/>
              <a:gd name="csX20" fmla="*/ 1009650 w 1090084"/>
              <a:gd name="csY20" fmla="*/ 694267 h 821267"/>
              <a:gd name="csX21" fmla="*/ 990600 w 1090084"/>
              <a:gd name="csY21" fmla="*/ 711200 h 821267"/>
              <a:gd name="csX22" fmla="*/ 1001184 w 1090084"/>
              <a:gd name="csY22" fmla="*/ 738717 h 821267"/>
              <a:gd name="csX23" fmla="*/ 956734 w 1090084"/>
              <a:gd name="csY23" fmla="*/ 742950 h 821267"/>
              <a:gd name="csX24" fmla="*/ 937684 w 1090084"/>
              <a:gd name="csY24" fmla="*/ 721783 h 821267"/>
              <a:gd name="csX25" fmla="*/ 924984 w 1090084"/>
              <a:gd name="csY25" fmla="*/ 723900 h 821267"/>
              <a:gd name="csX26" fmla="*/ 918634 w 1090084"/>
              <a:gd name="csY26" fmla="*/ 740833 h 821267"/>
              <a:gd name="csX27" fmla="*/ 872067 w 1090084"/>
              <a:gd name="csY27" fmla="*/ 728133 h 821267"/>
              <a:gd name="csX28" fmla="*/ 880534 w 1090084"/>
              <a:gd name="csY28" fmla="*/ 704850 h 821267"/>
              <a:gd name="csX29" fmla="*/ 863600 w 1090084"/>
              <a:gd name="csY29" fmla="*/ 685800 h 821267"/>
              <a:gd name="csX30" fmla="*/ 836084 w 1090084"/>
              <a:gd name="csY30" fmla="*/ 675217 h 821267"/>
              <a:gd name="csX31" fmla="*/ 844550 w 1090084"/>
              <a:gd name="csY31" fmla="*/ 649817 h 821267"/>
              <a:gd name="csX32" fmla="*/ 831850 w 1090084"/>
              <a:gd name="csY32" fmla="*/ 594783 h 821267"/>
              <a:gd name="csX33" fmla="*/ 590550 w 1090084"/>
              <a:gd name="csY33" fmla="*/ 732367 h 821267"/>
              <a:gd name="csX34" fmla="*/ 586317 w 1090084"/>
              <a:gd name="csY34" fmla="*/ 821267 h 821267"/>
              <a:gd name="csX35" fmla="*/ 499534 w 1090084"/>
              <a:gd name="csY35" fmla="*/ 768350 h 821267"/>
              <a:gd name="csX36" fmla="*/ 429684 w 1090084"/>
              <a:gd name="csY36" fmla="*/ 778933 h 821267"/>
              <a:gd name="csX37" fmla="*/ 408517 w 1090084"/>
              <a:gd name="csY37" fmla="*/ 764117 h 821267"/>
              <a:gd name="csX38" fmla="*/ 402167 w 1090084"/>
              <a:gd name="csY38" fmla="*/ 709083 h 821267"/>
              <a:gd name="csX39" fmla="*/ 86784 w 1090084"/>
              <a:gd name="csY39" fmla="*/ 520700 h 821267"/>
              <a:gd name="csX40" fmla="*/ 50800 w 1090084"/>
              <a:gd name="csY40" fmla="*/ 546100 h 821267"/>
              <a:gd name="csX41" fmla="*/ 21167 w 1090084"/>
              <a:gd name="csY41" fmla="*/ 543983 h 821267"/>
              <a:gd name="csX42" fmla="*/ 12700 w 1090084"/>
              <a:gd name="csY42" fmla="*/ 520700 h 821267"/>
              <a:gd name="csX43" fmla="*/ 14817 w 1090084"/>
              <a:gd name="csY43" fmla="*/ 488950 h 821267"/>
              <a:gd name="csX44" fmla="*/ 0 w 1090084"/>
              <a:gd name="csY44" fmla="*/ 465667 h 821267"/>
              <a:gd name="csX45" fmla="*/ 4234 w 1090084"/>
              <a:gd name="csY45" fmla="*/ 207433 h 821267"/>
              <a:gd name="csX46" fmla="*/ 88900 w 1090084"/>
              <a:gd name="csY46" fmla="*/ 249767 h 82126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Lst>
            <a:rect l="l" t="t" r="r" b="b"/>
            <a:pathLst>
              <a:path w="1090084" h="821267">
                <a:moveTo>
                  <a:pt x="524934" y="0"/>
                </a:moveTo>
                <a:lnTo>
                  <a:pt x="950384" y="262467"/>
                </a:lnTo>
                <a:lnTo>
                  <a:pt x="941917" y="480483"/>
                </a:lnTo>
                <a:lnTo>
                  <a:pt x="954617" y="503767"/>
                </a:lnTo>
                <a:lnTo>
                  <a:pt x="980017" y="501650"/>
                </a:lnTo>
                <a:lnTo>
                  <a:pt x="988484" y="459317"/>
                </a:lnTo>
                <a:lnTo>
                  <a:pt x="1016000" y="480483"/>
                </a:lnTo>
                <a:lnTo>
                  <a:pt x="1022350" y="503767"/>
                </a:lnTo>
                <a:lnTo>
                  <a:pt x="1018117" y="518583"/>
                </a:lnTo>
                <a:lnTo>
                  <a:pt x="1028700" y="524933"/>
                </a:lnTo>
                <a:lnTo>
                  <a:pt x="1054100" y="512233"/>
                </a:lnTo>
                <a:lnTo>
                  <a:pt x="1073150" y="529167"/>
                </a:lnTo>
                <a:lnTo>
                  <a:pt x="1047750" y="563033"/>
                </a:lnTo>
                <a:lnTo>
                  <a:pt x="1051984" y="577850"/>
                </a:lnTo>
                <a:lnTo>
                  <a:pt x="1090084" y="592667"/>
                </a:lnTo>
                <a:lnTo>
                  <a:pt x="1079500" y="620183"/>
                </a:lnTo>
                <a:lnTo>
                  <a:pt x="1051984" y="645583"/>
                </a:lnTo>
                <a:lnTo>
                  <a:pt x="1051984" y="666750"/>
                </a:lnTo>
                <a:lnTo>
                  <a:pt x="1075267" y="694267"/>
                </a:lnTo>
                <a:lnTo>
                  <a:pt x="1041400" y="709083"/>
                </a:lnTo>
                <a:lnTo>
                  <a:pt x="1009650" y="694267"/>
                </a:lnTo>
                <a:lnTo>
                  <a:pt x="990600" y="711200"/>
                </a:lnTo>
                <a:lnTo>
                  <a:pt x="1001184" y="738717"/>
                </a:lnTo>
                <a:lnTo>
                  <a:pt x="956734" y="742950"/>
                </a:lnTo>
                <a:lnTo>
                  <a:pt x="937684" y="721783"/>
                </a:lnTo>
                <a:lnTo>
                  <a:pt x="924984" y="723900"/>
                </a:lnTo>
                <a:lnTo>
                  <a:pt x="918634" y="740833"/>
                </a:lnTo>
                <a:lnTo>
                  <a:pt x="872067" y="728133"/>
                </a:lnTo>
                <a:lnTo>
                  <a:pt x="880534" y="704850"/>
                </a:lnTo>
                <a:lnTo>
                  <a:pt x="863600" y="685800"/>
                </a:lnTo>
                <a:lnTo>
                  <a:pt x="836084" y="675217"/>
                </a:lnTo>
                <a:lnTo>
                  <a:pt x="844550" y="649817"/>
                </a:lnTo>
                <a:lnTo>
                  <a:pt x="831850" y="594783"/>
                </a:lnTo>
                <a:lnTo>
                  <a:pt x="590550" y="732367"/>
                </a:lnTo>
                <a:lnTo>
                  <a:pt x="586317" y="821267"/>
                </a:lnTo>
                <a:lnTo>
                  <a:pt x="499534" y="768350"/>
                </a:lnTo>
                <a:lnTo>
                  <a:pt x="429684" y="778933"/>
                </a:lnTo>
                <a:lnTo>
                  <a:pt x="408517" y="764117"/>
                </a:lnTo>
                <a:lnTo>
                  <a:pt x="402167" y="709083"/>
                </a:lnTo>
                <a:lnTo>
                  <a:pt x="86784" y="520700"/>
                </a:lnTo>
                <a:lnTo>
                  <a:pt x="50800" y="546100"/>
                </a:lnTo>
                <a:lnTo>
                  <a:pt x="21167" y="543983"/>
                </a:lnTo>
                <a:lnTo>
                  <a:pt x="12700" y="520700"/>
                </a:lnTo>
                <a:lnTo>
                  <a:pt x="14817" y="488950"/>
                </a:lnTo>
                <a:lnTo>
                  <a:pt x="0" y="465667"/>
                </a:lnTo>
                <a:cubicBezTo>
                  <a:pt x="1411" y="379589"/>
                  <a:pt x="2823" y="293511"/>
                  <a:pt x="4234" y="207433"/>
                </a:cubicBezTo>
                <a:lnTo>
                  <a:pt x="88900" y="249767"/>
                </a:lnTo>
                <a:close/>
              </a:path>
            </a:pathLst>
          </a:custGeom>
        </p:spPr>
      </p:pic>
      <p:pic>
        <p:nvPicPr>
          <p:cNvPr id="40" name="図 39">
            <a:extLst>
              <a:ext uri="{FF2B5EF4-FFF2-40B4-BE49-F238E27FC236}">
                <a16:creationId xmlns:a16="http://schemas.microsoft.com/office/drawing/2014/main" id="{5A772F93-0349-742E-E148-B1DDEF5EF411}"/>
              </a:ext>
            </a:extLst>
          </p:cNvPr>
          <p:cNvPicPr>
            <a:picLocks noChangeAspect="1"/>
          </p:cNvPicPr>
          <p:nvPr/>
        </p:nvPicPr>
        <p:blipFill>
          <a:blip r:embed="rId2"/>
          <a:srcRect l="82244" t="12014" r="9500" b="77546"/>
          <a:stretch>
            <a:fillRect/>
          </a:stretch>
        </p:blipFill>
        <p:spPr>
          <a:xfrm>
            <a:off x="3843337" y="3429000"/>
            <a:ext cx="836613" cy="715962"/>
          </a:xfrm>
          <a:custGeom>
            <a:avLst/>
            <a:gdLst>
              <a:gd name="csX0" fmla="*/ 455613 w 836613"/>
              <a:gd name="csY0" fmla="*/ 0 h 715962"/>
              <a:gd name="csX1" fmla="*/ 835025 w 836613"/>
              <a:gd name="csY1" fmla="*/ 217487 h 715962"/>
              <a:gd name="csX2" fmla="*/ 836613 w 836613"/>
              <a:gd name="csY2" fmla="*/ 447675 h 715962"/>
              <a:gd name="csX3" fmla="*/ 519113 w 836613"/>
              <a:gd name="csY3" fmla="*/ 638175 h 715962"/>
              <a:gd name="csX4" fmla="*/ 519113 w 836613"/>
              <a:gd name="csY4" fmla="*/ 715962 h 715962"/>
              <a:gd name="csX5" fmla="*/ 425450 w 836613"/>
              <a:gd name="csY5" fmla="*/ 658812 h 715962"/>
              <a:gd name="csX6" fmla="*/ 387350 w 836613"/>
              <a:gd name="csY6" fmla="*/ 676275 h 715962"/>
              <a:gd name="csX7" fmla="*/ 352425 w 836613"/>
              <a:gd name="csY7" fmla="*/ 655637 h 715962"/>
              <a:gd name="csX8" fmla="*/ 357188 w 836613"/>
              <a:gd name="csY8" fmla="*/ 608012 h 715962"/>
              <a:gd name="csX9" fmla="*/ 85725 w 836613"/>
              <a:gd name="csY9" fmla="*/ 457200 h 715962"/>
              <a:gd name="csX10" fmla="*/ 47625 w 836613"/>
              <a:gd name="csY10" fmla="*/ 482600 h 715962"/>
              <a:gd name="csX11" fmla="*/ 14288 w 836613"/>
              <a:gd name="csY11" fmla="*/ 466725 h 715962"/>
              <a:gd name="csX12" fmla="*/ 19050 w 836613"/>
              <a:gd name="csY12" fmla="*/ 417512 h 715962"/>
              <a:gd name="csX13" fmla="*/ 0 w 836613"/>
              <a:gd name="csY13" fmla="*/ 400050 h 715962"/>
              <a:gd name="csX14" fmla="*/ 7938 w 836613"/>
              <a:gd name="csY14" fmla="*/ 173037 h 715962"/>
              <a:gd name="csX15" fmla="*/ 77788 w 836613"/>
              <a:gd name="csY15" fmla="*/ 214312 h 71596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Lst>
            <a:rect l="l" t="t" r="r" b="b"/>
            <a:pathLst>
              <a:path w="836613" h="715962">
                <a:moveTo>
                  <a:pt x="455613" y="0"/>
                </a:moveTo>
                <a:lnTo>
                  <a:pt x="835025" y="217487"/>
                </a:lnTo>
                <a:cubicBezTo>
                  <a:pt x="835554" y="294216"/>
                  <a:pt x="836084" y="370946"/>
                  <a:pt x="836613" y="447675"/>
                </a:cubicBezTo>
                <a:lnTo>
                  <a:pt x="519113" y="638175"/>
                </a:lnTo>
                <a:lnTo>
                  <a:pt x="519113" y="715962"/>
                </a:lnTo>
                <a:lnTo>
                  <a:pt x="425450" y="658812"/>
                </a:lnTo>
                <a:lnTo>
                  <a:pt x="387350" y="676275"/>
                </a:lnTo>
                <a:lnTo>
                  <a:pt x="352425" y="655637"/>
                </a:lnTo>
                <a:lnTo>
                  <a:pt x="357188" y="608012"/>
                </a:lnTo>
                <a:lnTo>
                  <a:pt x="85725" y="457200"/>
                </a:lnTo>
                <a:lnTo>
                  <a:pt x="47625" y="482600"/>
                </a:lnTo>
                <a:lnTo>
                  <a:pt x="14288" y="466725"/>
                </a:lnTo>
                <a:lnTo>
                  <a:pt x="19050" y="417512"/>
                </a:lnTo>
                <a:lnTo>
                  <a:pt x="0" y="400050"/>
                </a:lnTo>
                <a:lnTo>
                  <a:pt x="7938" y="173037"/>
                </a:lnTo>
                <a:lnTo>
                  <a:pt x="77788" y="214312"/>
                </a:lnTo>
                <a:close/>
              </a:path>
            </a:pathLst>
          </a:custGeom>
        </p:spPr>
      </p:pic>
      <p:pic>
        <p:nvPicPr>
          <p:cNvPr id="46" name="図 45">
            <a:extLst>
              <a:ext uri="{FF2B5EF4-FFF2-40B4-BE49-F238E27FC236}">
                <a16:creationId xmlns:a16="http://schemas.microsoft.com/office/drawing/2014/main" id="{41D9DC66-C7AC-7FD6-FFAA-9B7BBC71702B}"/>
              </a:ext>
            </a:extLst>
          </p:cNvPr>
          <p:cNvPicPr>
            <a:picLocks noChangeAspect="1"/>
          </p:cNvPicPr>
          <p:nvPr/>
        </p:nvPicPr>
        <p:blipFill>
          <a:blip r:embed="rId3"/>
          <a:srcRect l="10772" t="4025" r="81890" b="87133"/>
          <a:stretch>
            <a:fillRect/>
          </a:stretch>
        </p:blipFill>
        <p:spPr>
          <a:xfrm>
            <a:off x="3518693" y="4919951"/>
            <a:ext cx="742950" cy="606425"/>
          </a:xfrm>
          <a:custGeom>
            <a:avLst/>
            <a:gdLst>
              <a:gd name="csX0" fmla="*/ 263525 w 742950"/>
              <a:gd name="csY0" fmla="*/ 0 h 606425"/>
              <a:gd name="csX1" fmla="*/ 742950 w 742950"/>
              <a:gd name="csY1" fmla="*/ 298450 h 606425"/>
              <a:gd name="csX2" fmla="*/ 730250 w 742950"/>
              <a:gd name="csY2" fmla="*/ 444500 h 606425"/>
              <a:gd name="csX3" fmla="*/ 720725 w 742950"/>
              <a:gd name="csY3" fmla="*/ 457200 h 606425"/>
              <a:gd name="csX4" fmla="*/ 730250 w 742950"/>
              <a:gd name="csY4" fmla="*/ 495300 h 606425"/>
              <a:gd name="csX5" fmla="*/ 479425 w 742950"/>
              <a:gd name="csY5" fmla="*/ 606425 h 606425"/>
              <a:gd name="csX6" fmla="*/ 28575 w 742950"/>
              <a:gd name="csY6" fmla="*/ 339725 h 606425"/>
              <a:gd name="csX7" fmla="*/ 41275 w 742950"/>
              <a:gd name="csY7" fmla="*/ 285750 h 606425"/>
              <a:gd name="csX8" fmla="*/ 0 w 742950"/>
              <a:gd name="csY8" fmla="*/ 282575 h 606425"/>
              <a:gd name="csX9" fmla="*/ 9525 w 742950"/>
              <a:gd name="csY9" fmla="*/ 146050 h 60642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742950" h="606425">
                <a:moveTo>
                  <a:pt x="263525" y="0"/>
                </a:moveTo>
                <a:lnTo>
                  <a:pt x="742950" y="298450"/>
                </a:lnTo>
                <a:lnTo>
                  <a:pt x="730250" y="444500"/>
                </a:lnTo>
                <a:lnTo>
                  <a:pt x="720725" y="457200"/>
                </a:lnTo>
                <a:lnTo>
                  <a:pt x="730250" y="495300"/>
                </a:lnTo>
                <a:lnTo>
                  <a:pt x="479425" y="606425"/>
                </a:lnTo>
                <a:lnTo>
                  <a:pt x="28575" y="339725"/>
                </a:lnTo>
                <a:lnTo>
                  <a:pt x="41275" y="285750"/>
                </a:lnTo>
                <a:lnTo>
                  <a:pt x="0" y="282575"/>
                </a:lnTo>
                <a:lnTo>
                  <a:pt x="9525" y="146050"/>
                </a:lnTo>
                <a:close/>
              </a:path>
            </a:pathLst>
          </a:custGeom>
        </p:spPr>
      </p:pic>
      <p:pic>
        <p:nvPicPr>
          <p:cNvPr id="51" name="図 50">
            <a:extLst>
              <a:ext uri="{FF2B5EF4-FFF2-40B4-BE49-F238E27FC236}">
                <a16:creationId xmlns:a16="http://schemas.microsoft.com/office/drawing/2014/main" id="{21F2872E-E5BB-8AC4-1487-456CB87F14F3}"/>
              </a:ext>
            </a:extLst>
          </p:cNvPr>
          <p:cNvPicPr>
            <a:picLocks noChangeAspect="1"/>
          </p:cNvPicPr>
          <p:nvPr/>
        </p:nvPicPr>
        <p:blipFill>
          <a:blip r:embed="rId2"/>
          <a:srcRect l="9745" t="18241" r="82892" b="72269"/>
          <a:stretch>
            <a:fillRect/>
          </a:stretch>
        </p:blipFill>
        <p:spPr>
          <a:xfrm>
            <a:off x="8058559" y="4237656"/>
            <a:ext cx="746125" cy="650875"/>
          </a:xfrm>
          <a:custGeom>
            <a:avLst/>
            <a:gdLst>
              <a:gd name="csX0" fmla="*/ 549275 w 746125"/>
              <a:gd name="csY0" fmla="*/ 0 h 650875"/>
              <a:gd name="csX1" fmla="*/ 746125 w 746125"/>
              <a:gd name="csY1" fmla="*/ 317500 h 650875"/>
              <a:gd name="csX2" fmla="*/ 555625 w 746125"/>
              <a:gd name="csY2" fmla="*/ 647700 h 650875"/>
              <a:gd name="csX3" fmla="*/ 187325 w 746125"/>
              <a:gd name="csY3" fmla="*/ 650875 h 650875"/>
              <a:gd name="csX4" fmla="*/ 0 w 746125"/>
              <a:gd name="csY4" fmla="*/ 323850 h 650875"/>
              <a:gd name="csX5" fmla="*/ 180975 w 746125"/>
              <a:gd name="csY5" fmla="*/ 6350 h 650875"/>
            </a:gdLst>
            <a:ahLst/>
            <a:cxnLst>
              <a:cxn ang="0">
                <a:pos x="csX0" y="csY0"/>
              </a:cxn>
              <a:cxn ang="0">
                <a:pos x="csX1" y="csY1"/>
              </a:cxn>
              <a:cxn ang="0">
                <a:pos x="csX2" y="csY2"/>
              </a:cxn>
              <a:cxn ang="0">
                <a:pos x="csX3" y="csY3"/>
              </a:cxn>
              <a:cxn ang="0">
                <a:pos x="csX4" y="csY4"/>
              </a:cxn>
              <a:cxn ang="0">
                <a:pos x="csX5" y="csY5"/>
              </a:cxn>
            </a:cxnLst>
            <a:rect l="l" t="t" r="r" b="b"/>
            <a:pathLst>
              <a:path w="746125" h="650875">
                <a:moveTo>
                  <a:pt x="549275" y="0"/>
                </a:moveTo>
                <a:lnTo>
                  <a:pt x="746125" y="317500"/>
                </a:lnTo>
                <a:lnTo>
                  <a:pt x="555625" y="647700"/>
                </a:lnTo>
                <a:lnTo>
                  <a:pt x="187325" y="650875"/>
                </a:lnTo>
                <a:lnTo>
                  <a:pt x="0" y="323850"/>
                </a:lnTo>
                <a:lnTo>
                  <a:pt x="180975" y="6350"/>
                </a:lnTo>
                <a:close/>
              </a:path>
            </a:pathLst>
          </a:custGeom>
        </p:spPr>
      </p:pic>
      <p:pic>
        <p:nvPicPr>
          <p:cNvPr id="55" name="図 54">
            <a:extLst>
              <a:ext uri="{FF2B5EF4-FFF2-40B4-BE49-F238E27FC236}">
                <a16:creationId xmlns:a16="http://schemas.microsoft.com/office/drawing/2014/main" id="{D5344955-83FE-B2D7-0815-BC74852A6F95}"/>
              </a:ext>
            </a:extLst>
          </p:cNvPr>
          <p:cNvPicPr>
            <a:picLocks noChangeAspect="1"/>
          </p:cNvPicPr>
          <p:nvPr/>
        </p:nvPicPr>
        <p:blipFill>
          <a:blip r:embed="rId2"/>
          <a:srcRect l="11097" t="66444" r="83790" b="23778"/>
          <a:stretch>
            <a:fillRect/>
          </a:stretch>
        </p:blipFill>
        <p:spPr>
          <a:xfrm>
            <a:off x="5968365" y="3397251"/>
            <a:ext cx="518160" cy="670560"/>
          </a:xfrm>
          <a:custGeom>
            <a:avLst/>
            <a:gdLst>
              <a:gd name="csX0" fmla="*/ 330200 w 518160"/>
              <a:gd name="csY0" fmla="*/ 0 h 670560"/>
              <a:gd name="csX1" fmla="*/ 513080 w 518160"/>
              <a:gd name="csY1" fmla="*/ 172720 h 670560"/>
              <a:gd name="csX2" fmla="*/ 518160 w 518160"/>
              <a:gd name="csY2" fmla="*/ 670560 h 670560"/>
              <a:gd name="csX3" fmla="*/ 10160 w 518160"/>
              <a:gd name="csY3" fmla="*/ 665480 h 670560"/>
              <a:gd name="csX4" fmla="*/ 0 w 518160"/>
              <a:gd name="csY4" fmla="*/ 5080 h 670560"/>
            </a:gdLst>
            <a:ahLst/>
            <a:cxnLst>
              <a:cxn ang="0">
                <a:pos x="csX0" y="csY0"/>
              </a:cxn>
              <a:cxn ang="0">
                <a:pos x="csX1" y="csY1"/>
              </a:cxn>
              <a:cxn ang="0">
                <a:pos x="csX2" y="csY2"/>
              </a:cxn>
              <a:cxn ang="0">
                <a:pos x="csX3" y="csY3"/>
              </a:cxn>
              <a:cxn ang="0">
                <a:pos x="csX4" y="csY4"/>
              </a:cxn>
            </a:cxnLst>
            <a:rect l="l" t="t" r="r" b="b"/>
            <a:pathLst>
              <a:path w="518160" h="670560">
                <a:moveTo>
                  <a:pt x="330200" y="0"/>
                </a:moveTo>
                <a:lnTo>
                  <a:pt x="513080" y="172720"/>
                </a:lnTo>
                <a:cubicBezTo>
                  <a:pt x="514773" y="338667"/>
                  <a:pt x="516467" y="504613"/>
                  <a:pt x="518160" y="670560"/>
                </a:cubicBezTo>
                <a:lnTo>
                  <a:pt x="10160" y="665480"/>
                </a:lnTo>
                <a:lnTo>
                  <a:pt x="0" y="5080"/>
                </a:lnTo>
                <a:close/>
              </a:path>
            </a:pathLst>
          </a:custGeom>
        </p:spPr>
      </p:pic>
      <p:pic>
        <p:nvPicPr>
          <p:cNvPr id="59" name="図 58">
            <a:extLst>
              <a:ext uri="{FF2B5EF4-FFF2-40B4-BE49-F238E27FC236}">
                <a16:creationId xmlns:a16="http://schemas.microsoft.com/office/drawing/2014/main" id="{8D8DC1EB-6209-DDB3-F377-C58C5B4E552E}"/>
              </a:ext>
            </a:extLst>
          </p:cNvPr>
          <p:cNvPicPr>
            <a:picLocks noChangeAspect="1"/>
          </p:cNvPicPr>
          <p:nvPr/>
        </p:nvPicPr>
        <p:blipFill>
          <a:blip r:embed="rId2"/>
          <a:srcRect l="79290" t="28519" r="13440" b="62222"/>
          <a:stretch>
            <a:fillRect/>
          </a:stretch>
        </p:blipFill>
        <p:spPr>
          <a:xfrm>
            <a:off x="2605088" y="3619500"/>
            <a:ext cx="736600" cy="635000"/>
          </a:xfrm>
          <a:custGeom>
            <a:avLst/>
            <a:gdLst>
              <a:gd name="csX0" fmla="*/ 401637 w 736600"/>
              <a:gd name="csY0" fmla="*/ 0 h 635000"/>
              <a:gd name="csX1" fmla="*/ 736600 w 736600"/>
              <a:gd name="csY1" fmla="*/ 190500 h 635000"/>
              <a:gd name="csX2" fmla="*/ 736600 w 736600"/>
              <a:gd name="csY2" fmla="*/ 404813 h 635000"/>
              <a:gd name="csX3" fmla="*/ 661987 w 736600"/>
              <a:gd name="csY3" fmla="*/ 442913 h 635000"/>
              <a:gd name="csX4" fmla="*/ 666750 w 736600"/>
              <a:gd name="csY4" fmla="*/ 539750 h 635000"/>
              <a:gd name="csX5" fmla="*/ 652462 w 736600"/>
              <a:gd name="csY5" fmla="*/ 563563 h 635000"/>
              <a:gd name="csX6" fmla="*/ 619125 w 736600"/>
              <a:gd name="csY6" fmla="*/ 579438 h 635000"/>
              <a:gd name="csX7" fmla="*/ 587375 w 736600"/>
              <a:gd name="csY7" fmla="*/ 579438 h 635000"/>
              <a:gd name="csX8" fmla="*/ 525462 w 736600"/>
              <a:gd name="csY8" fmla="*/ 550863 h 635000"/>
              <a:gd name="csX9" fmla="*/ 457200 w 736600"/>
              <a:gd name="csY9" fmla="*/ 568325 h 635000"/>
              <a:gd name="csX10" fmla="*/ 460375 w 736600"/>
              <a:gd name="csY10" fmla="*/ 635000 h 635000"/>
              <a:gd name="csX11" fmla="*/ 365125 w 736600"/>
              <a:gd name="csY11" fmla="*/ 592138 h 635000"/>
              <a:gd name="csX12" fmla="*/ 328612 w 736600"/>
              <a:gd name="csY12" fmla="*/ 614363 h 635000"/>
              <a:gd name="csX13" fmla="*/ 303212 w 736600"/>
              <a:gd name="csY13" fmla="*/ 590550 h 635000"/>
              <a:gd name="csX14" fmla="*/ 307975 w 736600"/>
              <a:gd name="csY14" fmla="*/ 549275 h 635000"/>
              <a:gd name="csX15" fmla="*/ 84137 w 736600"/>
              <a:gd name="csY15" fmla="*/ 412750 h 635000"/>
              <a:gd name="csX16" fmla="*/ 20637 w 736600"/>
              <a:gd name="csY16" fmla="*/ 428625 h 635000"/>
              <a:gd name="csX17" fmla="*/ 4762 w 736600"/>
              <a:gd name="csY17" fmla="*/ 409575 h 635000"/>
              <a:gd name="csX18" fmla="*/ 14287 w 736600"/>
              <a:gd name="csY18" fmla="*/ 390525 h 635000"/>
              <a:gd name="csX19" fmla="*/ 0 w 736600"/>
              <a:gd name="csY19" fmla="*/ 373063 h 635000"/>
              <a:gd name="csX20" fmla="*/ 0 w 736600"/>
              <a:gd name="csY20" fmla="*/ 158750 h 635000"/>
              <a:gd name="csX21" fmla="*/ 58737 w 736600"/>
              <a:gd name="csY21" fmla="*/ 198438 h 635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Lst>
            <a:rect l="l" t="t" r="r" b="b"/>
            <a:pathLst>
              <a:path w="736600" h="635000">
                <a:moveTo>
                  <a:pt x="401637" y="0"/>
                </a:moveTo>
                <a:lnTo>
                  <a:pt x="736600" y="190500"/>
                </a:lnTo>
                <a:lnTo>
                  <a:pt x="736600" y="404813"/>
                </a:lnTo>
                <a:lnTo>
                  <a:pt x="661987" y="442913"/>
                </a:lnTo>
                <a:lnTo>
                  <a:pt x="666750" y="539750"/>
                </a:lnTo>
                <a:lnTo>
                  <a:pt x="652462" y="563563"/>
                </a:lnTo>
                <a:lnTo>
                  <a:pt x="619125" y="579438"/>
                </a:lnTo>
                <a:lnTo>
                  <a:pt x="587375" y="579438"/>
                </a:lnTo>
                <a:lnTo>
                  <a:pt x="525462" y="550863"/>
                </a:lnTo>
                <a:lnTo>
                  <a:pt x="457200" y="568325"/>
                </a:lnTo>
                <a:lnTo>
                  <a:pt x="460375" y="635000"/>
                </a:lnTo>
                <a:lnTo>
                  <a:pt x="365125" y="592138"/>
                </a:lnTo>
                <a:lnTo>
                  <a:pt x="328612" y="614363"/>
                </a:lnTo>
                <a:lnTo>
                  <a:pt x="303212" y="590550"/>
                </a:lnTo>
                <a:lnTo>
                  <a:pt x="307975" y="549275"/>
                </a:lnTo>
                <a:lnTo>
                  <a:pt x="84137" y="412750"/>
                </a:lnTo>
                <a:lnTo>
                  <a:pt x="20637" y="428625"/>
                </a:lnTo>
                <a:lnTo>
                  <a:pt x="4762" y="409575"/>
                </a:lnTo>
                <a:lnTo>
                  <a:pt x="14287" y="390525"/>
                </a:lnTo>
                <a:lnTo>
                  <a:pt x="0" y="373063"/>
                </a:lnTo>
                <a:lnTo>
                  <a:pt x="0" y="158750"/>
                </a:lnTo>
                <a:lnTo>
                  <a:pt x="58737" y="198438"/>
                </a:lnTo>
                <a:close/>
              </a:path>
            </a:pathLst>
          </a:custGeom>
        </p:spPr>
      </p:pic>
    </p:spTree>
    <p:extLst>
      <p:ext uri="{BB962C8B-B14F-4D97-AF65-F5344CB8AC3E}">
        <p14:creationId xmlns:p14="http://schemas.microsoft.com/office/powerpoint/2010/main" val="378755340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516317-7732-5256-CDEB-9DE6D26FA220}"/>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771E40A9-0970-9B44-6295-8919FEADD566}"/>
              </a:ext>
            </a:extLst>
          </p:cNvPr>
          <p:cNvSpPr>
            <a:spLocks noGrp="1"/>
          </p:cNvSpPr>
          <p:nvPr>
            <p:ph type="title"/>
          </p:nvPr>
        </p:nvSpPr>
        <p:spPr/>
        <p:txBody>
          <a:bodyPr/>
          <a:lstStyle/>
          <a:p>
            <a:r>
              <a:rPr lang="ja-JP" altLang="en-US" dirty="0"/>
              <a:t>参照</a:t>
            </a:r>
            <a:endParaRPr kumimoji="1" lang="ja-JP" altLang="en-US" dirty="0"/>
          </a:p>
        </p:txBody>
      </p:sp>
      <p:sp>
        <p:nvSpPr>
          <p:cNvPr id="524" name="文本框 645">
            <a:extLst>
              <a:ext uri="{FF2B5EF4-FFF2-40B4-BE49-F238E27FC236}">
                <a16:creationId xmlns:a16="http://schemas.microsoft.com/office/drawing/2014/main" id="{F615B421-D5FD-4576-DFB3-424717D91F88}"/>
              </a:ext>
            </a:extLst>
          </p:cNvPr>
          <p:cNvSpPr txBox="1"/>
          <p:nvPr/>
        </p:nvSpPr>
        <p:spPr>
          <a:xfrm>
            <a:off x="1106778" y="665020"/>
            <a:ext cx="2240613" cy="338554"/>
          </a:xfrm>
          <a:prstGeom prst="rect">
            <a:avLst/>
          </a:prstGeom>
          <a:noFill/>
        </p:spPr>
        <p:txBody>
          <a:bodyPr wrap="none" rtlCol="0">
            <a:spAutoFit/>
          </a:bodyPr>
          <a:lstStyle/>
          <a:p>
            <a:pPr defTabSz="457200"/>
            <a:r>
              <a:rPr kumimoji="0" lang="en-US" altLang="zh-CN" sz="1600">
                <a:solidFill>
                  <a:srgbClr val="FFFFFF"/>
                </a:solidFill>
                <a:latin typeface="Blue Sky Standard Light"/>
              </a:rPr>
              <a:t>NIOT</a:t>
            </a:r>
            <a:r>
              <a:rPr kumimoji="0" lang="zh-CN" altLang="en-US" sz="1600">
                <a:solidFill>
                  <a:srgbClr val="FFFFFF"/>
                </a:solidFill>
                <a:latin typeface="Blue Sky Standard Light"/>
              </a:rPr>
              <a:t>中心端服务器在此</a:t>
            </a:r>
          </a:p>
        </p:txBody>
      </p:sp>
      <p:sp>
        <p:nvSpPr>
          <p:cNvPr id="525" name="文本框 646">
            <a:extLst>
              <a:ext uri="{FF2B5EF4-FFF2-40B4-BE49-F238E27FC236}">
                <a16:creationId xmlns:a16="http://schemas.microsoft.com/office/drawing/2014/main" id="{DB16E1DF-7C5F-7E9B-A422-C0ADEB4C7A56}"/>
              </a:ext>
            </a:extLst>
          </p:cNvPr>
          <p:cNvSpPr txBox="1"/>
          <p:nvPr/>
        </p:nvSpPr>
        <p:spPr>
          <a:xfrm>
            <a:off x="7928064" y="680955"/>
            <a:ext cx="2646879" cy="338554"/>
          </a:xfrm>
          <a:prstGeom prst="rect">
            <a:avLst/>
          </a:prstGeom>
          <a:noFill/>
        </p:spPr>
        <p:txBody>
          <a:bodyPr wrap="none" rtlCol="0">
            <a:spAutoFit/>
          </a:bodyPr>
          <a:lstStyle/>
          <a:p>
            <a:pPr defTabSz="457200"/>
            <a:r>
              <a:rPr kumimoji="0" lang="zh-CN" altLang="en-US" sz="1600">
                <a:solidFill>
                  <a:srgbClr val="FFFFFF"/>
                </a:solidFill>
                <a:latin typeface="Blue Sky Standard Light"/>
              </a:rPr>
              <a:t>边缘处理机、边缘网关在此</a:t>
            </a:r>
          </a:p>
        </p:txBody>
      </p:sp>
      <p:pic>
        <p:nvPicPr>
          <p:cNvPr id="554" name="図 553">
            <a:extLst>
              <a:ext uri="{FF2B5EF4-FFF2-40B4-BE49-F238E27FC236}">
                <a16:creationId xmlns:a16="http://schemas.microsoft.com/office/drawing/2014/main" id="{217F1843-EE9F-EE69-063A-029EA64626FC}"/>
              </a:ext>
            </a:extLst>
          </p:cNvPr>
          <p:cNvPicPr>
            <a:picLocks noChangeAspect="1"/>
          </p:cNvPicPr>
          <p:nvPr/>
        </p:nvPicPr>
        <p:blipFill>
          <a:blip r:embed="rId2"/>
          <a:stretch>
            <a:fillRect/>
          </a:stretch>
        </p:blipFill>
        <p:spPr>
          <a:xfrm>
            <a:off x="2366834" y="1547701"/>
            <a:ext cx="1586041" cy="1590897"/>
          </a:xfrm>
          <a:prstGeom prst="ellipse">
            <a:avLst/>
          </a:prstGeom>
          <a:ln w="63500" cap="rnd">
            <a:solidFill>
              <a:srgbClr val="333333"/>
            </a:solidFill>
          </a:ln>
          <a:effectLst/>
          <a:scene3d>
            <a:camera prst="orthographicFront"/>
            <a:lightRig rig="contrasting" dir="t">
              <a:rot lat="0" lon="0" rev="3000000"/>
            </a:lightRig>
          </a:scene3d>
          <a:sp3d contourW="7620">
            <a:bevelT w="95250" h="31750"/>
            <a:contourClr>
              <a:srgbClr val="333333"/>
            </a:contourClr>
          </a:sp3d>
        </p:spPr>
      </p:pic>
      <p:pic>
        <p:nvPicPr>
          <p:cNvPr id="555" name="図 554">
            <a:extLst>
              <a:ext uri="{FF2B5EF4-FFF2-40B4-BE49-F238E27FC236}">
                <a16:creationId xmlns:a16="http://schemas.microsoft.com/office/drawing/2014/main" id="{6E658441-FFBF-687D-157E-A7528FF6AE86}"/>
              </a:ext>
            </a:extLst>
          </p:cNvPr>
          <p:cNvPicPr>
            <a:picLocks noChangeAspect="1"/>
          </p:cNvPicPr>
          <p:nvPr/>
        </p:nvPicPr>
        <p:blipFill>
          <a:blip r:embed="rId3"/>
          <a:stretch>
            <a:fillRect/>
          </a:stretch>
        </p:blipFill>
        <p:spPr>
          <a:xfrm>
            <a:off x="5743444" y="1881123"/>
            <a:ext cx="1447931" cy="1414527"/>
          </a:xfrm>
          <a:prstGeom prst="ellipse">
            <a:avLst/>
          </a:prstGeom>
          <a:ln w="63500" cap="rnd">
            <a:solidFill>
              <a:srgbClr val="333333"/>
            </a:solidFill>
          </a:ln>
          <a:effectLst/>
          <a:scene3d>
            <a:camera prst="orthographicFront"/>
            <a:lightRig rig="contrasting" dir="t">
              <a:rot lat="0" lon="0" rev="3000000"/>
            </a:lightRig>
          </a:scene3d>
          <a:sp3d contourW="7620">
            <a:bevelT w="95250" h="31750"/>
            <a:contourClr>
              <a:srgbClr val="333333"/>
            </a:contourClr>
          </a:sp3d>
        </p:spPr>
      </p:pic>
      <p:pic>
        <p:nvPicPr>
          <p:cNvPr id="556" name="図 555">
            <a:extLst>
              <a:ext uri="{FF2B5EF4-FFF2-40B4-BE49-F238E27FC236}">
                <a16:creationId xmlns:a16="http://schemas.microsoft.com/office/drawing/2014/main" id="{969519A8-7552-ECC1-E03A-B2A0BA0E10A7}"/>
              </a:ext>
            </a:extLst>
          </p:cNvPr>
          <p:cNvPicPr>
            <a:picLocks noChangeAspect="1"/>
          </p:cNvPicPr>
          <p:nvPr/>
        </p:nvPicPr>
        <p:blipFill>
          <a:blip r:embed="rId4"/>
          <a:stretch>
            <a:fillRect/>
          </a:stretch>
        </p:blipFill>
        <p:spPr>
          <a:xfrm>
            <a:off x="4043229" y="3800387"/>
            <a:ext cx="1443171" cy="1381213"/>
          </a:xfrm>
          <a:prstGeom prst="ellipse">
            <a:avLst/>
          </a:prstGeom>
          <a:ln w="63500" cap="rnd">
            <a:solidFill>
              <a:srgbClr val="333333"/>
            </a:solidFill>
          </a:ln>
          <a:effectLst/>
          <a:scene3d>
            <a:camera prst="orthographicFront"/>
            <a:lightRig rig="contrasting" dir="t">
              <a:rot lat="0" lon="0" rev="3000000"/>
            </a:lightRig>
          </a:scene3d>
          <a:sp3d contourW="7620">
            <a:bevelT w="95250" h="31750"/>
            <a:contourClr>
              <a:srgbClr val="333333"/>
            </a:contourClr>
          </a:sp3d>
        </p:spPr>
      </p:pic>
      <p:pic>
        <p:nvPicPr>
          <p:cNvPr id="1026" name="Picture 2">
            <a:extLst>
              <a:ext uri="{FF2B5EF4-FFF2-40B4-BE49-F238E27FC236}">
                <a16:creationId xmlns:a16="http://schemas.microsoft.com/office/drawing/2014/main" id="{BE7CC61E-5752-1E03-DD22-FCC64CE947A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877175" y="2424002"/>
            <a:ext cx="2633791" cy="2597304"/>
          </a:xfrm>
          <a:prstGeom prst="ellipse">
            <a:avLst/>
          </a:prstGeom>
          <a:ln w="63500" cap="rnd">
            <a:solidFill>
              <a:srgbClr val="333333"/>
            </a:solidFill>
          </a:ln>
          <a:effectLst/>
          <a:scene3d>
            <a:camera prst="orthographicFront"/>
            <a:lightRig rig="contrasting" dir="t">
              <a:rot lat="0" lon="0" rev="3000000"/>
            </a:lightRig>
          </a:scene3d>
          <a:sp3d contourW="7620">
            <a:bevelT w="95250" h="31750"/>
            <a:contourClr>
              <a:srgbClr val="333333"/>
            </a:contourClr>
          </a:sp3d>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BD5C3F56-8463-0427-8D8C-0C3455E8A4FF}"/>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148254" y="4002862"/>
            <a:ext cx="2062296" cy="2103253"/>
          </a:xfrm>
          <a:prstGeom prst="ellipse">
            <a:avLst/>
          </a:prstGeom>
          <a:ln w="63500" cap="rnd">
            <a:solidFill>
              <a:srgbClr val="333333"/>
            </a:solidFill>
          </a:ln>
          <a:effectLst/>
          <a:scene3d>
            <a:camera prst="orthographicFront"/>
            <a:lightRig rig="contrasting" dir="t">
              <a:rot lat="0" lon="0" rev="3000000"/>
            </a:lightRig>
          </a:scene3d>
          <a:sp3d contourW="7620">
            <a:bevelT w="95250" h="31750"/>
            <a:contourClr>
              <a:srgbClr val="333333"/>
            </a:contourClr>
          </a:sp3d>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1835971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テーマ1">
  <a:themeElements>
    <a:clrScheme name="NSW">
      <a:dk1>
        <a:srgbClr val="000000"/>
      </a:dk1>
      <a:lt1>
        <a:srgbClr val="FFFFFF"/>
      </a:lt1>
      <a:dk2>
        <a:srgbClr val="014097"/>
      </a:dk2>
      <a:lt2>
        <a:srgbClr val="3278E8"/>
      </a:lt2>
      <a:accent1>
        <a:srgbClr val="E1690D"/>
      </a:accent1>
      <a:accent2>
        <a:srgbClr val="07AEE9"/>
      </a:accent2>
      <a:accent3>
        <a:srgbClr val="80CB57"/>
      </a:accent3>
      <a:accent4>
        <a:srgbClr val="7D68A6"/>
      </a:accent4>
      <a:accent5>
        <a:srgbClr val="CD2323"/>
      </a:accent5>
      <a:accent6>
        <a:srgbClr val="E7B209"/>
      </a:accent6>
      <a:hlink>
        <a:srgbClr val="3278E8"/>
      </a:hlink>
      <a:folHlink>
        <a:srgbClr val="81ACF1"/>
      </a:folHlink>
    </a:clrScheme>
    <a:fontScheme name="NSW">
      <a:majorFont>
        <a:latin typeface="游ゴシック"/>
        <a:ea typeface="游ゴシック"/>
        <a:cs typeface=""/>
      </a:majorFont>
      <a:minorFont>
        <a:latin typeface="游ゴシック"/>
        <a:ea typeface="游ゴシック"/>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テーマ1" id="{34226E29-9904-4BF2-8ADC-6E91E867E1BF}" vid="{8157B7BF-6E86-4764-B09F-58FD85B39E89}"/>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activity xmlns="ee4a0f76-8a07-419d-bf5a-f36be80bc9ce" xsi:nil="true"/>
  </documentManagement>
</p:properties>
</file>

<file path=customXml/item3.xml><?xml version="1.0" encoding="utf-8"?>
<ct:contentTypeSchema xmlns:ct="http://schemas.microsoft.com/office/2006/metadata/contentType" xmlns:ma="http://schemas.microsoft.com/office/2006/metadata/properties/metaAttributes" ct:_="" ma:_="" ma:contentTypeName="ドキュメント" ma:contentTypeID="0x010100985E85AB6BA56744A7FB5F0CD27B97C9" ma:contentTypeVersion="10" ma:contentTypeDescription="新しいドキュメントを作成します。" ma:contentTypeScope="" ma:versionID="9970fab5e220a50ef27c59cf36311241">
  <xsd:schema xmlns:xsd="http://www.w3.org/2001/XMLSchema" xmlns:xs="http://www.w3.org/2001/XMLSchema" xmlns:p="http://schemas.microsoft.com/office/2006/metadata/properties" xmlns:ns3="ee4a0f76-8a07-419d-bf5a-f36be80bc9ce" targetNamespace="http://schemas.microsoft.com/office/2006/metadata/properties" ma:root="true" ma:fieldsID="6a6d083a4401ffff9ac5df299d22ccca" ns3:_="">
    <xsd:import namespace="ee4a0f76-8a07-419d-bf5a-f36be80bc9ce"/>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element ref="ns3:_activity" minOccurs="0"/>
                <xsd:element ref="ns3:MediaServiceSystemTags" minOccurs="0"/>
                <xsd:element ref="ns3:MediaServiceOCR" minOccurs="0"/>
                <xsd:element ref="ns3:MediaServiceGenerationTime" minOccurs="0"/>
                <xsd:element ref="ns3:MediaServiceEventHashCode"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e4a0f76-8a07-419d-bf5a-f36be80bc9ce"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_activity" ma:index="12" nillable="true" ma:displayName="_activity" ma:hidden="true" ma:internalName="_activity">
      <xsd:simpleType>
        <xsd:restriction base="dms:Note"/>
      </xsd:simpleType>
    </xsd:element>
    <xsd:element name="MediaServiceSystemTags" ma:index="13" nillable="true" ma:displayName="MediaServiceSystemTags" ma:hidden="true" ma:internalName="MediaServiceSystemTags" ma:readOnly="true">
      <xsd:simpleType>
        <xsd:restriction base="dms:Note"/>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9B997C17-B9F2-4853-9222-12A0B81A4158}">
  <ds:schemaRefs>
    <ds:schemaRef ds:uri="http://schemas.microsoft.com/sharepoint/v3/contenttype/forms"/>
  </ds:schemaRefs>
</ds:datastoreItem>
</file>

<file path=customXml/itemProps2.xml><?xml version="1.0" encoding="utf-8"?>
<ds:datastoreItem xmlns:ds="http://schemas.openxmlformats.org/officeDocument/2006/customXml" ds:itemID="{0F233D42-C7EE-44C8-9A03-A4BFF0E25D24}">
  <ds:schemaRefs>
    <ds:schemaRef ds:uri="http://www.w3.org/XML/1998/namespace"/>
    <ds:schemaRef ds:uri="http://schemas.openxmlformats.org/package/2006/metadata/core-properties"/>
    <ds:schemaRef ds:uri="http://schemas.microsoft.com/office/infopath/2007/PartnerControls"/>
    <ds:schemaRef ds:uri="http://purl.org/dc/elements/1.1/"/>
    <ds:schemaRef ds:uri="http://purl.org/dc/dcmitype/"/>
    <ds:schemaRef ds:uri="http://schemas.microsoft.com/office/2006/documentManagement/types"/>
    <ds:schemaRef ds:uri="http://schemas.microsoft.com/office/2006/metadata/properties"/>
    <ds:schemaRef ds:uri="http://purl.org/dc/terms/"/>
    <ds:schemaRef ds:uri="ee4a0f76-8a07-419d-bf5a-f36be80bc9ce"/>
  </ds:schemaRefs>
</ds:datastoreItem>
</file>

<file path=customXml/itemProps3.xml><?xml version="1.0" encoding="utf-8"?>
<ds:datastoreItem xmlns:ds="http://schemas.openxmlformats.org/officeDocument/2006/customXml" ds:itemID="{036804DA-6413-462F-A70D-D475D8D9B963}">
  <ds:schemaRefs>
    <ds:schemaRef ds:uri="ee4a0f76-8a07-419d-bf5a-f36be80bc9ce"/>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otalTime>2445</TotalTime>
  <Words>4119</Words>
  <Application>Microsoft Office PowerPoint</Application>
  <PresentationFormat>ワイド画面</PresentationFormat>
  <Paragraphs>949</Paragraphs>
  <Slides>55</Slides>
  <Notes>6</Notes>
  <HiddenSlides>0</HiddenSlides>
  <MMClips>0</MMClips>
  <ScaleCrop>false</ScaleCrop>
  <HeadingPairs>
    <vt:vector size="8" baseType="variant">
      <vt:variant>
        <vt:lpstr>使用されているフォント</vt:lpstr>
      </vt:variant>
      <vt:variant>
        <vt:i4>11</vt:i4>
      </vt:variant>
      <vt:variant>
        <vt:lpstr>テーマ</vt:lpstr>
      </vt:variant>
      <vt:variant>
        <vt:i4>1</vt:i4>
      </vt:variant>
      <vt:variant>
        <vt:lpstr>埋め込まれた OLE サーバー</vt:lpstr>
      </vt:variant>
      <vt:variant>
        <vt:i4>1</vt:i4>
      </vt:variant>
      <vt:variant>
        <vt:lpstr>スライド タイトル</vt:lpstr>
      </vt:variant>
      <vt:variant>
        <vt:i4>55</vt:i4>
      </vt:variant>
    </vt:vector>
  </HeadingPairs>
  <TitlesOfParts>
    <vt:vector size="68" baseType="lpstr">
      <vt:lpstr>Blue Sky Standard Light</vt:lpstr>
      <vt:lpstr>Meiryo UI</vt:lpstr>
      <vt:lpstr>Microsoft YaHei</vt:lpstr>
      <vt:lpstr>Noto Sans CJK SC Light</vt:lpstr>
      <vt:lpstr>ヒラギノ角ゴシック</vt:lpstr>
      <vt:lpstr>游ゴシック</vt:lpstr>
      <vt:lpstr>Arial</vt:lpstr>
      <vt:lpstr>Courier New</vt:lpstr>
      <vt:lpstr>Noto Sans</vt:lpstr>
      <vt:lpstr>Segoe UI Light</vt:lpstr>
      <vt:lpstr>Wingdings</vt:lpstr>
      <vt:lpstr>テーマ1</vt:lpstr>
      <vt:lpstr>think-cell スライド</vt:lpstr>
      <vt:lpstr>PowerPoint プレゼンテーション</vt:lpstr>
      <vt:lpstr>PowerPoint プレゼンテーション</vt:lpstr>
      <vt:lpstr>ネットワーク・制御システム・保守維持システムの確認 Confirm the status</vt:lpstr>
      <vt:lpstr>ネットワーク・制御システム・保守維持システムの確認 Confirm the status</vt:lpstr>
      <vt:lpstr>中部電力発電所整理 The list of  power station</vt:lpstr>
      <vt:lpstr>中部電力案件の現状確認 Confirm the situation and status about chudengr</vt:lpstr>
      <vt:lpstr>PowerPoint プレゼンテーション</vt:lpstr>
      <vt:lpstr>前のプロジェクトを参照にしたDEMO—アーキテクチャ A DEMO based on previous projects</vt:lpstr>
      <vt:lpstr>前のプロジェクトを参照にしたDEMO—PLCシミュレーション画面 A DEMO based on previous projects</vt:lpstr>
      <vt:lpstr>前のプロジェクトを参照にしたDEMO--SCADA管理画面 A DEMO based on previous projects</vt:lpstr>
      <vt:lpstr>前のプロジェクトを参照にしたDEMO—PI Vision親局鳥観図（データ収集s～ｈ） A DEMO based on previous projects</vt:lpstr>
      <vt:lpstr>前のプロジェクトを参照にしたDEMO—PI Vision子局モニタリングと分析（データ収集s～ｍ） A DEMO based on previous projects</vt:lpstr>
      <vt:lpstr>前のプロジェクトを参照にしたDEMO—PI Vision水力発電所モニタリングと分析（データ収集ms~s） A DEMO based on previous projects</vt:lpstr>
      <vt:lpstr>前のプロジェクトを参照にしたDEMO—発電機モニタリングとTrend A DEMO based on previous projects</vt:lpstr>
      <vt:lpstr>前のプロジェクトを参照にしたDEMO—発電機SPC分析 A DEMO based on previous projects</vt:lpstr>
      <vt:lpstr>前のプロジェクトを参照にしたDEMO—発電所DigitalTwin A DEMO based on previous projects</vt:lpstr>
      <vt:lpstr>前のプロジェクトを参照にしたDEMO—AI異常発生予兆 A DEMO based on previous projects</vt:lpstr>
      <vt:lpstr>前のプロジェクトを参照にしたDEMO—AI異常発生予兆 A DEMO based on previous projects</vt:lpstr>
      <vt:lpstr>PowerPoint プレゼンテーション</vt:lpstr>
      <vt:lpstr>アーキテクチャ初案 - 概要 The draft of architecture - General</vt:lpstr>
      <vt:lpstr>アーキテクチャ初案 - 概要 The draft of architecture - General</vt:lpstr>
      <vt:lpstr>アーキテクチャ初案 – 通信プロトコルとデータ収集頻度 The draft of architecture – protocols and data collecting frequency</vt:lpstr>
      <vt:lpstr>アーキテクチャ初案 – AIの仕組み The draft of architecture – AI structure</vt:lpstr>
      <vt:lpstr>中電のネットワークセキュリティ制限よりの対策案 The solution for security limits in chudengr</vt:lpstr>
      <vt:lpstr>中電のネットワークセキュリティ制限よりの対策案—比較 The solution for security limits in chudengrーーComparation</vt:lpstr>
      <vt:lpstr>アーキテクチャ初案 – ２つ標準の定義（非常に重要） The draft of architecture – Two Standards definition</vt:lpstr>
      <vt:lpstr>Hydro UNS Standard Hydro Unified Namespace</vt:lpstr>
      <vt:lpstr>スモールプロジェクトに必要なサーバリソース（１発電所＋１子局、＋1親局） The resource needed in small project</vt:lpstr>
      <vt:lpstr>将来201発電所に全面展開に必要なサーバリソース The resource needed in future</vt:lpstr>
      <vt:lpstr>認証認可の設ーー ISA/IEC62443を準ずる Design the authentication and  authorization</vt:lpstr>
      <vt:lpstr>認証認可の設計—windows AD Design the authentication and  authorization—windows AD</vt:lpstr>
      <vt:lpstr>PI Data Archive Identity 設計 The design of PI DA Identity</vt:lpstr>
      <vt:lpstr>PI DA Data Security設計 The design of PI DA Data Security </vt:lpstr>
      <vt:lpstr>PI AF Security　設計</vt:lpstr>
      <vt:lpstr>PI　Vision　Security設計</vt:lpstr>
      <vt:lpstr>ファイアウォール設計</vt:lpstr>
      <vt:lpstr>セキュリティー将来</vt:lpstr>
      <vt:lpstr>PowerPoint プレゼンテーション</vt:lpstr>
      <vt:lpstr>アーキテクチャ/議論したい事項 Discussing of architecture or other things</vt:lpstr>
      <vt:lpstr>PowerPoint プレゼンテーション</vt:lpstr>
      <vt:lpstr>次のステップ The next steps</vt:lpstr>
      <vt:lpstr>PI Licenseに影響する項目</vt:lpstr>
      <vt:lpstr>クラシックPI デプロイ構成</vt:lpstr>
      <vt:lpstr>ある水力発電企業のネットワーク図</vt:lpstr>
      <vt:lpstr>ある業者のDCSと遠距離モニタリングのネットワーク図</vt:lpstr>
      <vt:lpstr>AWSでのPI構築案</vt:lpstr>
      <vt:lpstr>ISA 95 レイヤー図 ISA 95 Layers</vt:lpstr>
      <vt:lpstr>Starlinkを利用している発電所</vt:lpstr>
      <vt:lpstr>LoRaを利用している発電所</vt:lpstr>
      <vt:lpstr>PowerPoint プレゼンテーション</vt:lpstr>
      <vt:lpstr>PowerPoint プレゼンテーション</vt:lpstr>
      <vt:lpstr>遠隔監視システムのAIによる違和感検知を活用した設備傾向監視と予兆検知</vt:lpstr>
      <vt:lpstr>水槽の過剰な排水（塵芥堆積による発電ロス）への対策</vt:lpstr>
      <vt:lpstr>アーキテクチャ初案 The draft of architecture</vt:lpstr>
      <vt:lpstr>参照</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LONG　HAIBO</cp:lastModifiedBy>
  <cp:revision>1</cp:revision>
  <dcterms:created xsi:type="dcterms:W3CDTF">2026-03-23T01:43:47Z</dcterms:created>
  <dcterms:modified xsi:type="dcterms:W3CDTF">2026-09-16T05:44:19Z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0x010100985E85AB6BA56744A7FB5F0CD27B97C9</vt:lpwstr>
  </property>
</Properties>
</file>